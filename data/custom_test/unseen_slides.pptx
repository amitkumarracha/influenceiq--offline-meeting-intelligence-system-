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New Product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Initial Thoughts &amp; Remote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Should it be a standard remote control?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