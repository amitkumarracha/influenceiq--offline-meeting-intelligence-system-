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png" ContentType="image/png"/>
  <Default Extension="jpeg" ContentType="image/jpeg"/>
  <Override PartName="/_rels/.rels" ContentType="application/vnd.openxmlformats-package.relationships+xml"/>
  <Override PartName="/docProps/core.xml" ContentType="application/vnd.openxmlformats-package.core-propertie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slideMasters/_rels/slideMaster2.xml.rels" ContentType="application/vnd.openxmlformats-package.relationships+xml"/>
  <Override PartName="/ppt/slideMasters/_rels/slideMaster1.xml.rels" ContentType="application/vnd.openxmlformats-package.relationships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theme/theme1.xml" ContentType="application/vnd.openxmlformats-officedocument.theme+xml"/>
  <Override PartName="/ppt/theme/theme2.xml" ContentType="application/vnd.openxmlformats-officedocument.theme+xml"/>
  <Override PartName="/ppt/_rels/presentation.xml.rels" ContentType="application/vnd.openxmlformats-package.relationships+xml"/>
  <Override PartName="/ppt/slideLayouts/slideLayout13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_rels/slideLayout22.xml.rels" ContentType="application/vnd.openxmlformats-package.relationships+xml"/>
  <Override PartName="/ppt/slideLayouts/_rels/slideLayout7.xml.rels" ContentType="application/vnd.openxmlformats-package.relationships+xml"/>
  <Override PartName="/ppt/slideLayouts/_rels/slideLayout4.xml.rels" ContentType="application/vnd.openxmlformats-package.relationships+xml"/>
  <Override PartName="/ppt/slideLayouts/_rels/slideLayout17.xml.rels" ContentType="application/vnd.openxmlformats-package.relationships+xml"/>
  <Override PartName="/ppt/slideLayouts/_rels/slideLayout19.xml.rels" ContentType="application/vnd.openxmlformats-package.relationships+xml"/>
  <Override PartName="/ppt/slideLayouts/_rels/slideLayout21.xml.rels" ContentType="application/vnd.openxmlformats-package.relationships+xml"/>
  <Override PartName="/ppt/slideLayouts/_rels/slideLayout6.xml.rels" ContentType="application/vnd.openxmlformats-package.relationships+xml"/>
  <Override PartName="/ppt/slideLayouts/_rels/slideLayout3.xml.rels" ContentType="application/vnd.openxmlformats-package.relationships+xml"/>
  <Override PartName="/ppt/slideLayouts/_rels/slideLayout16.xml.rels" ContentType="application/vnd.openxmlformats-package.relationships+xml"/>
  <Override PartName="/ppt/slideLayouts/_rels/slideLayout18.xml.rels" ContentType="application/vnd.openxmlformats-package.relationships+xml"/>
  <Override PartName="/ppt/slideLayouts/_rels/slideLayout5.xml.rels" ContentType="application/vnd.openxmlformats-package.relationships+xml"/>
  <Override PartName="/ppt/slideLayouts/_rels/slideLayout13.xml.rels" ContentType="application/vnd.openxmlformats-package.relationships+xml"/>
  <Override PartName="/ppt/slideLayouts/_rels/slideLayout12.xml.rels" ContentType="application/vnd.openxmlformats-package.relationships+xml"/>
  <Override PartName="/ppt/slideLayouts/_rels/slideLayout11.xml.rels" ContentType="application/vnd.openxmlformats-package.relationships+xml"/>
  <Override PartName="/ppt/slideLayouts/_rels/slideLayout1.xml.rels" ContentType="application/vnd.openxmlformats-package.relationships+xml"/>
  <Override PartName="/ppt/slideLayouts/_rels/slideLayout14.xml.rels" ContentType="application/vnd.openxmlformats-package.relationships+xml"/>
  <Override PartName="/ppt/slideLayouts/_rels/slideLayout10.xml.rels" ContentType="application/vnd.openxmlformats-package.relationships+xml"/>
  <Override PartName="/ppt/slideLayouts/_rels/slideLayout24.xml.rels" ContentType="application/vnd.openxmlformats-package.relationships+xml"/>
  <Override PartName="/ppt/slideLayouts/_rels/slideLayout9.xml.rels" ContentType="application/vnd.openxmlformats-package.relationships+xml"/>
  <Override PartName="/ppt/slideLayouts/_rels/slideLayout23.xml.rels" ContentType="application/vnd.openxmlformats-package.relationships+xml"/>
  <Override PartName="/ppt/slideLayouts/_rels/slideLayout8.xml.rels" ContentType="application/vnd.openxmlformats-package.relationships+xml"/>
  <Override PartName="/ppt/slideLayouts/_rels/slideLayout15.xml.rels" ContentType="application/vnd.openxmlformats-package.relationships+xml"/>
  <Override PartName="/ppt/slideLayouts/_rels/slideLayout2.xml.rels" ContentType="application/vnd.openxmlformats-package.relationships+xml"/>
  <Override PartName="/ppt/slideLayouts/_rels/slideLayout20.xml.rels" ContentType="application/vnd.openxmlformats-package.relationships+xml"/>
  <Override PartName="/ppt/slideLayouts/slideLayout6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22.xml" ContentType="application/vnd.openxmlformats-officedocument.presentationml.slideLayout+xml"/>
  <Override PartName="/ppt/presProps.xml" ContentType="application/vnd.openxmlformats-officedocument.presentationml.presProps+xml"/>
  <Override PartName="/ppt/slides/slide1.xml" ContentType="application/vnd.openxmlformats-officedocument.presentationml.slide+xml"/>
  <Override PartName="/ppt/slides/_rels/slide8.xml.rels" ContentType="application/vnd.openxmlformats-package.relationships+xml"/>
  <Override PartName="/ppt/slides/_rels/slide7.xml.rels" ContentType="application/vnd.openxmlformats-package.relationships+xml"/>
  <Override PartName="/ppt/slides/_rels/slide6.xml.rels" ContentType="application/vnd.openxmlformats-package.relationships+xml"/>
  <Override PartName="/ppt/slides/_rels/slide3.xml.rels" ContentType="application/vnd.openxmlformats-package.relationships+xml"/>
  <Override PartName="/ppt/slides/_rels/slide5.xml.rels" ContentType="application/vnd.openxmlformats-package.relationships+xml"/>
  <Override PartName="/ppt/slides/_rels/slide2.xml.rels" ContentType="application/vnd.openxmlformats-package.relationships+xml"/>
  <Override PartName="/ppt/slides/_rels/slide4.xml.rels" ContentType="application/vnd.openxmlformats-package.relationships+xml"/>
  <Override PartName="/ppt/slides/_rels/slide1.xml.rels" ContentType="application/vnd.openxmlformats-package.relationships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  <p:sldMasterId id="2147483661" r:id="rId3"/>
  </p:sldMasterIdLst>
  <p:sldIdLst>
    <p:sldId id="256" r:id="rId4"/>
    <p:sldId id="257" r:id="rId5"/>
    <p:sldId id="258" r:id="rId6"/>
    <p:sldId id="259" r:id="rId7"/>
    <p:sldId id="260" r:id="rId8"/>
    <p:sldId id="261" r:id="rId9"/>
    <p:sldId id="262" r:id="rId10"/>
    <p:sldId id="263" r:id="rId11"/>
  </p:sldIdLst>
  <p:sldSz cx="9144000" cy="6858000"/>
  <p:notesSz cx="6858000" cy="9144000"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slideMaster" Target="slideMasters/slideMaster2.xml"/><Relationship Id="rId4" Type="http://schemas.openxmlformats.org/officeDocument/2006/relationships/slide" Target="slides/slide1.xml"/><Relationship Id="rId5" Type="http://schemas.openxmlformats.org/officeDocument/2006/relationships/slide" Target="slides/slide2.xml"/><Relationship Id="rId6" Type="http://schemas.openxmlformats.org/officeDocument/2006/relationships/slide" Target="slides/slide3.xml"/><Relationship Id="rId7" Type="http://schemas.openxmlformats.org/officeDocument/2006/relationships/slide" Target="slides/slide4.xml"/><Relationship Id="rId8" Type="http://schemas.openxmlformats.org/officeDocument/2006/relationships/slide" Target="slides/slide5.xml"/><Relationship Id="rId9" Type="http://schemas.openxmlformats.org/officeDocument/2006/relationships/slide" Target="slides/slide6.xml"/><Relationship Id="rId10" Type="http://schemas.openxmlformats.org/officeDocument/2006/relationships/slide" Target="slides/slide7.xml"/><Relationship Id="rId11" Type="http://schemas.openxmlformats.org/officeDocument/2006/relationships/slide" Target="slides/slide8.xml"/><Relationship Id="rId12" Type="http://schemas.openxmlformats.org/officeDocument/2006/relationships/presProps" Target="presProps.xml"/>
</Relationship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C7583292-D16D-4DD6-B29D-62EC939952D6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11" name="PlaceHolder 2"/>
          <p:cNvSpPr>
            <a:spLocks noGrp="1"/>
          </p:cNvSpPr>
          <p:nvPr>
            <p:ph type="subTitle"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spcBef>
                <a:spcPts val="799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DAC612AF-4B35-4F4F-9C17-E7046379AFB6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13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874CB5FB-815E-418C-A342-CBF740AA9E1F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15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16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B1C065D1-8A21-4348-B528-C6AE7847D95A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95FD6945-DEE1-4C4A-97F1-630A030E3B76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PlaceHolder 1"/>
          <p:cNvSpPr>
            <a:spLocks noGrp="1"/>
          </p:cNvSpPr>
          <p:nvPr>
            <p:ph type="subTitle"/>
          </p:nvPr>
        </p:nvSpPr>
        <p:spPr>
          <a:xfrm>
            <a:off x="457200" y="274320"/>
            <a:ext cx="8229600" cy="5299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spcBef>
                <a:spcPts val="799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DF1D0AE0-E7A5-41FC-88B0-6B206133D4B3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0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1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2" name="PlaceHolder 4"/>
          <p:cNvSpPr>
            <a:spLocks noGrp="1"/>
          </p:cNvSpPr>
          <p:nvPr>
            <p:ph/>
          </p:nvPr>
        </p:nvSpPr>
        <p:spPr>
          <a:xfrm>
            <a:off x="45720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66F6053C-245D-481E-A9B0-CA162DD0E9FA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4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5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6" name="PlaceHolder 4"/>
          <p:cNvSpPr>
            <a:spLocks noGrp="1"/>
          </p:cNvSpPr>
          <p:nvPr>
            <p:ph/>
          </p:nvPr>
        </p:nvSpPr>
        <p:spPr>
          <a:xfrm>
            <a:off x="467424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DEDCC797-2DDA-44F2-80BD-EA350237CD8B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8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9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0" name="PlaceHolder 4"/>
          <p:cNvSpPr>
            <a:spLocks noGrp="1"/>
          </p:cNvSpPr>
          <p:nvPr>
            <p:ph/>
          </p:nvPr>
        </p:nvSpPr>
        <p:spPr>
          <a:xfrm>
            <a:off x="457200" y="3964320"/>
            <a:ext cx="822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5EFF4341-70B2-4454-B7D3-4AD180D60DFF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2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3" name="PlaceHolder 3"/>
          <p:cNvSpPr>
            <a:spLocks noGrp="1"/>
          </p:cNvSpPr>
          <p:nvPr>
            <p:ph/>
          </p:nvPr>
        </p:nvSpPr>
        <p:spPr>
          <a:xfrm>
            <a:off x="457200" y="3964320"/>
            <a:ext cx="822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0E24F087-2CFC-492A-A7ED-D7093B9CABBB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5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6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7" name="PlaceHolder 4"/>
          <p:cNvSpPr>
            <a:spLocks noGrp="1"/>
          </p:cNvSpPr>
          <p:nvPr>
            <p:ph/>
          </p:nvPr>
        </p:nvSpPr>
        <p:spPr>
          <a:xfrm>
            <a:off x="45720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8" name="PlaceHolder 5"/>
          <p:cNvSpPr>
            <a:spLocks noGrp="1"/>
          </p:cNvSpPr>
          <p:nvPr>
            <p:ph/>
          </p:nvPr>
        </p:nvSpPr>
        <p:spPr>
          <a:xfrm>
            <a:off x="467424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" name="PlaceHolder 6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8" name="PlaceHolder 7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55C1B1F3-64D1-4D4D-995E-F454F490D27F}" type="slidenum">
              <a:t>&lt;#&gt;</a:t>
            </a:fld>
          </a:p>
        </p:txBody>
      </p:sp>
      <p:sp>
        <p:nvSpPr>
          <p:cNvPr id="9" name="PlaceHolder 8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0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1" name="PlaceHolder 3"/>
          <p:cNvSpPr>
            <a:spLocks noGrp="1"/>
          </p:cNvSpPr>
          <p:nvPr>
            <p:ph/>
          </p:nvPr>
        </p:nvSpPr>
        <p:spPr>
          <a:xfrm>
            <a:off x="3239640" y="160020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2" name="PlaceHolder 4"/>
          <p:cNvSpPr>
            <a:spLocks noGrp="1"/>
          </p:cNvSpPr>
          <p:nvPr>
            <p:ph/>
          </p:nvPr>
        </p:nvSpPr>
        <p:spPr>
          <a:xfrm>
            <a:off x="6022080" y="160020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3" name="PlaceHolder 5"/>
          <p:cNvSpPr>
            <a:spLocks noGrp="1"/>
          </p:cNvSpPr>
          <p:nvPr>
            <p:ph/>
          </p:nvPr>
        </p:nvSpPr>
        <p:spPr>
          <a:xfrm>
            <a:off x="457200" y="396432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4" name="PlaceHolder 6"/>
          <p:cNvSpPr>
            <a:spLocks noGrp="1"/>
          </p:cNvSpPr>
          <p:nvPr>
            <p:ph/>
          </p:nvPr>
        </p:nvSpPr>
        <p:spPr>
          <a:xfrm>
            <a:off x="3239640" y="396432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5" name="PlaceHolder 7"/>
          <p:cNvSpPr>
            <a:spLocks noGrp="1"/>
          </p:cNvSpPr>
          <p:nvPr>
            <p:ph/>
          </p:nvPr>
        </p:nvSpPr>
        <p:spPr>
          <a:xfrm>
            <a:off x="6022080" y="396432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" name="PlaceHolder 8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10" name="PlaceHolder 9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87134AB9-8435-4F79-BC07-4C9BFC46148E}" type="slidenum">
              <a:t>&lt;#&gt;</a:t>
            </a:fld>
          </a:p>
        </p:txBody>
      </p:sp>
      <p:sp>
        <p:nvSpPr>
          <p:cNvPr id="11" name="PlaceHolder 10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3340C28E-5593-4B86-BE90-30CAE3E4FE05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59" name="PlaceHolder 2"/>
          <p:cNvSpPr>
            <a:spLocks noGrp="1"/>
          </p:cNvSpPr>
          <p:nvPr>
            <p:ph type="subTitle"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spcBef>
                <a:spcPts val="799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2B654BDC-6F60-4E67-BF94-1D72C9436055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1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3F61B066-BC69-4E80-A66C-AE44C0CAD242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3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4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327038F1-56FD-4143-808F-A2C2CD68D1C0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9F330DF3-0C2D-42BA-BD76-3CD00C71911A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PlaceHolder 1"/>
          <p:cNvSpPr>
            <a:spLocks noGrp="1"/>
          </p:cNvSpPr>
          <p:nvPr>
            <p:ph type="subTitle"/>
          </p:nvPr>
        </p:nvSpPr>
        <p:spPr>
          <a:xfrm>
            <a:off x="457200" y="274320"/>
            <a:ext cx="8229600" cy="5299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spcBef>
                <a:spcPts val="799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924A2AC1-30B3-4B66-BDA9-E93510074F86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8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9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0" name="PlaceHolder 4"/>
          <p:cNvSpPr>
            <a:spLocks noGrp="1"/>
          </p:cNvSpPr>
          <p:nvPr>
            <p:ph/>
          </p:nvPr>
        </p:nvSpPr>
        <p:spPr>
          <a:xfrm>
            <a:off x="45720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288FE196-FF8D-4B7C-8444-67C029E4AC96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2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2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3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4" name="PlaceHolder 4"/>
          <p:cNvSpPr>
            <a:spLocks noGrp="1"/>
          </p:cNvSpPr>
          <p:nvPr>
            <p:ph/>
          </p:nvPr>
        </p:nvSpPr>
        <p:spPr>
          <a:xfrm>
            <a:off x="467424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D67AEC66-7D1B-48C7-A1EB-DBC0EBAB5F95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2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6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7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8" name="PlaceHolder 4"/>
          <p:cNvSpPr>
            <a:spLocks noGrp="1"/>
          </p:cNvSpPr>
          <p:nvPr>
            <p:ph/>
          </p:nvPr>
        </p:nvSpPr>
        <p:spPr>
          <a:xfrm>
            <a:off x="457200" y="3964320"/>
            <a:ext cx="822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4CD5C125-CDAD-4FD8-8CB7-B6BE031DE15D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2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0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1" name="PlaceHolder 3"/>
          <p:cNvSpPr>
            <a:spLocks noGrp="1"/>
          </p:cNvSpPr>
          <p:nvPr>
            <p:ph/>
          </p:nvPr>
        </p:nvSpPr>
        <p:spPr>
          <a:xfrm>
            <a:off x="457200" y="3964320"/>
            <a:ext cx="822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E444CE48-000F-4B2B-97B4-7E6091BCCF4E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2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3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4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5" name="PlaceHolder 4"/>
          <p:cNvSpPr>
            <a:spLocks noGrp="1"/>
          </p:cNvSpPr>
          <p:nvPr>
            <p:ph/>
          </p:nvPr>
        </p:nvSpPr>
        <p:spPr>
          <a:xfrm>
            <a:off x="45720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6" name="PlaceHolder 5"/>
          <p:cNvSpPr>
            <a:spLocks noGrp="1"/>
          </p:cNvSpPr>
          <p:nvPr>
            <p:ph/>
          </p:nvPr>
        </p:nvSpPr>
        <p:spPr>
          <a:xfrm>
            <a:off x="467424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" name="PlaceHolder 6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8" name="PlaceHolder 7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55227E41-989E-49CD-B8C9-214AE258A9D2}" type="slidenum">
              <a:t>&lt;#&gt;</a:t>
            </a:fld>
          </a:p>
        </p:txBody>
      </p:sp>
      <p:sp>
        <p:nvSpPr>
          <p:cNvPr id="9" name="PlaceHolder 8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2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8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9" name="PlaceHolder 3"/>
          <p:cNvSpPr>
            <a:spLocks noGrp="1"/>
          </p:cNvSpPr>
          <p:nvPr>
            <p:ph/>
          </p:nvPr>
        </p:nvSpPr>
        <p:spPr>
          <a:xfrm>
            <a:off x="3239640" y="160020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0" name="PlaceHolder 4"/>
          <p:cNvSpPr>
            <a:spLocks noGrp="1"/>
          </p:cNvSpPr>
          <p:nvPr>
            <p:ph/>
          </p:nvPr>
        </p:nvSpPr>
        <p:spPr>
          <a:xfrm>
            <a:off x="6022080" y="160020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1" name="PlaceHolder 5"/>
          <p:cNvSpPr>
            <a:spLocks noGrp="1"/>
          </p:cNvSpPr>
          <p:nvPr>
            <p:ph/>
          </p:nvPr>
        </p:nvSpPr>
        <p:spPr>
          <a:xfrm>
            <a:off x="457200" y="396432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2" name="PlaceHolder 6"/>
          <p:cNvSpPr>
            <a:spLocks noGrp="1"/>
          </p:cNvSpPr>
          <p:nvPr>
            <p:ph/>
          </p:nvPr>
        </p:nvSpPr>
        <p:spPr>
          <a:xfrm>
            <a:off x="3239640" y="396432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3" name="PlaceHolder 7"/>
          <p:cNvSpPr>
            <a:spLocks noGrp="1"/>
          </p:cNvSpPr>
          <p:nvPr>
            <p:ph/>
          </p:nvPr>
        </p:nvSpPr>
        <p:spPr>
          <a:xfrm>
            <a:off x="6022080" y="396432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" name="PlaceHolder 8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10" name="PlaceHolder 9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E946FCA6-74A4-4813-8680-83FFD44EF5B4}" type="slidenum">
              <a:t>&lt;#&gt;</a:t>
            </a:fld>
          </a:p>
        </p:txBody>
      </p:sp>
      <p:sp>
        <p:nvSpPr>
          <p:cNvPr id="11" name="PlaceHolder 10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7" Type="http://schemas.openxmlformats.org/officeDocument/2006/relationships/slideLayout" Target="../slideLayouts/slideLayout6.xml"/><Relationship Id="rId8" Type="http://schemas.openxmlformats.org/officeDocument/2006/relationships/slideLayout" Target="../slideLayouts/slideLayout7.xml"/><Relationship Id="rId9" Type="http://schemas.openxmlformats.org/officeDocument/2006/relationships/slideLayout" Target="../slideLayouts/slideLayout8.xml"/><Relationship Id="rId10" Type="http://schemas.openxmlformats.org/officeDocument/2006/relationships/slideLayout" Target="../slideLayouts/slideLayout9.xml"/><Relationship Id="rId11" Type="http://schemas.openxmlformats.org/officeDocument/2006/relationships/slideLayout" Target="../slideLayouts/slideLayout10.xml"/><Relationship Id="rId12" Type="http://schemas.openxmlformats.org/officeDocument/2006/relationships/slideLayout" Target="../slideLayouts/slideLayout11.xml"/><Relationship Id="rId13" Type="http://schemas.openxmlformats.org/officeDocument/2006/relationships/slideLayout" Target="../slideLayouts/slideLayout12.xml"/>
</Relationships>
</file>

<file path=ppt/slideMasters/_rels/slideMaster2.xml.rels><?xml version="1.0" encoding="UTF-8"?>
<Relationships xmlns="http://schemas.openxmlformats.org/package/2006/relationships"><Relationship Id="rId1" Type="http://schemas.openxmlformats.org/officeDocument/2006/relationships/theme" Target="../theme/theme2.xml"/><Relationship Id="rId2" Type="http://schemas.openxmlformats.org/officeDocument/2006/relationships/slideLayout" Target="../slideLayouts/slideLayout13.xml"/><Relationship Id="rId3" Type="http://schemas.openxmlformats.org/officeDocument/2006/relationships/slideLayout" Target="../slideLayouts/slideLayout14.xml"/><Relationship Id="rId4" Type="http://schemas.openxmlformats.org/officeDocument/2006/relationships/slideLayout" Target="../slideLayouts/slideLayout15.xml"/><Relationship Id="rId5" Type="http://schemas.openxmlformats.org/officeDocument/2006/relationships/slideLayout" Target="../slideLayouts/slideLayout16.xml"/><Relationship Id="rId6" Type="http://schemas.openxmlformats.org/officeDocument/2006/relationships/slideLayout" Target="../slideLayouts/slideLayout17.xml"/><Relationship Id="rId7" Type="http://schemas.openxmlformats.org/officeDocument/2006/relationships/slideLayout" Target="../slideLayouts/slideLayout18.xml"/><Relationship Id="rId8" Type="http://schemas.openxmlformats.org/officeDocument/2006/relationships/slideLayout" Target="../slideLayouts/slideLayout19.xml"/><Relationship Id="rId9" Type="http://schemas.openxmlformats.org/officeDocument/2006/relationships/slideLayout" Target="../slideLayouts/slideLayout20.xml"/><Relationship Id="rId10" Type="http://schemas.openxmlformats.org/officeDocument/2006/relationships/slideLayout" Target="../slideLayouts/slideLayout21.xml"/><Relationship Id="rId11" Type="http://schemas.openxmlformats.org/officeDocument/2006/relationships/slideLayout" Target="../slideLayouts/slideLayout22.xml"/><Relationship Id="rId12" Type="http://schemas.openxmlformats.org/officeDocument/2006/relationships/slideLayout" Target="../slideLayouts/slideLayout23.xml"/><Relationship Id="rId13" Type="http://schemas.openxmlformats.org/officeDocument/2006/relationships/slideLayout" Target="../slideLayouts/slideLayout24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0" name=""/>
          <p:cNvSpPr/>
          <p:nvPr/>
        </p:nvSpPr>
        <p:spPr>
          <a:xfrm>
            <a:off x="0" y="6135840"/>
            <a:ext cx="9140760" cy="718920"/>
          </a:xfrm>
          <a:prstGeom prst="rect">
            <a:avLst/>
          </a:prstGeom>
          <a:solidFill>
            <a:srgbClr val="ffff0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1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4400" spc="-1" strike="noStrike">
                <a:solidFill>
                  <a:srgbClr val="ffffff"/>
                </a:solidFill>
                <a:latin typeface="Tahoma"/>
              </a:rPr>
              <a:t>Click to edit the title text format</a:t>
            </a: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" name="PlaceHolder 2"/>
          <p:cNvSpPr>
            <a:spLocks noGrp="1"/>
          </p:cNvSpPr>
          <p:nvPr>
            <p:ph type="body"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Click to edit the outline text format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1" marL="743040" indent="-285840">
              <a:spcBef>
                <a:spcPts val="799"/>
              </a:spcBef>
              <a:buClr>
                <a:srgbClr val="ffffff"/>
              </a:buClr>
              <a:buFont typeface="Tahoma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Second Outline Level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2" marL="1143000" indent="-22860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Third Outline Level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3" marL="1600200" indent="-228600">
              <a:spcBef>
                <a:spcPts val="799"/>
              </a:spcBef>
              <a:buClr>
                <a:srgbClr val="ffffff"/>
              </a:buClr>
              <a:buFont typeface="Tahoma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Fourth Outline Level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4" marL="2057400" indent="-228600">
              <a:spcBef>
                <a:spcPts val="799"/>
              </a:spcBef>
              <a:buClr>
                <a:srgbClr val="ffffff"/>
              </a:buClr>
              <a:buFont typeface="Tahoma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Fifth Outline Level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5" marL="2057400" indent="-228600">
              <a:spcBef>
                <a:spcPts val="799"/>
              </a:spcBef>
              <a:buClr>
                <a:srgbClr val="000000"/>
              </a:buClr>
              <a:buFont typeface="Tahoma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Sixth Outline Level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6" marL="2057400" indent="-228600">
              <a:spcBef>
                <a:spcPts val="799"/>
              </a:spcBef>
              <a:buClr>
                <a:srgbClr val="000000"/>
              </a:buClr>
              <a:buFont typeface="Tahoma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Seventh Outline Level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" name="PlaceHolder 3"/>
          <p:cNvSpPr>
            <a:spLocks noGrp="1"/>
          </p:cNvSpPr>
          <p:nvPr>
            <p:ph type="dt" idx="1"/>
          </p:nvPr>
        </p:nvSpPr>
        <p:spPr>
          <a:xfrm>
            <a:off x="456840" y="6244920"/>
            <a:ext cx="213372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en-IN" sz="1400" spc="-1" strike="noStrike">
                <a:solidFill>
                  <a:srgbClr val="ffffff"/>
                </a:solidFill>
                <a:latin typeface="Tahoma"/>
              </a:defRPr>
            </a:lvl1pPr>
          </a:lstStyle>
          <a:p>
            <a: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1400" spc="-1" strike="noStrike">
                <a:solidFill>
                  <a:srgbClr val="ffffff"/>
                </a:solidFill>
                <a:latin typeface="Tahoma"/>
              </a:rPr>
              <a:t>&lt;date/time&gt;</a:t>
            </a:r>
            <a:endParaRPr b="0" lang="en-IN" sz="1400" spc="-1" strike="noStrike">
              <a:latin typeface="Times New Roman"/>
            </a:endParaRPr>
          </a:p>
        </p:txBody>
      </p:sp>
      <p:sp>
        <p:nvSpPr>
          <p:cNvPr id="4" name="PlaceHolder 4"/>
          <p:cNvSpPr>
            <a:spLocks noGrp="1"/>
          </p:cNvSpPr>
          <p:nvPr>
            <p:ph type="ftr" idx="2"/>
          </p:nvPr>
        </p:nvSpPr>
        <p:spPr>
          <a:xfrm>
            <a:off x="3124080" y="6244920"/>
            <a:ext cx="289584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 algn="ct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en-IN" sz="1400" spc="-1" strike="noStrike">
                <a:solidFill>
                  <a:srgbClr val="ffffff"/>
                </a:solidFill>
                <a:latin typeface="Tahoma"/>
              </a:defRPr>
            </a:lvl1pPr>
          </a:lstStyle>
          <a:p>
            <a:pPr algn="ct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1400" spc="-1" strike="noStrike">
                <a:solidFill>
                  <a:srgbClr val="ffffff"/>
                </a:solidFill>
                <a:latin typeface="Tahoma"/>
              </a:rPr>
              <a:t>&lt;footer&gt;</a:t>
            </a:r>
            <a:endParaRPr b="0" lang="en-IN" sz="1400" spc="-1" strike="noStrike">
              <a:latin typeface="Times New Roman"/>
            </a:endParaRPr>
          </a:p>
        </p:txBody>
      </p:sp>
      <p:sp>
        <p:nvSpPr>
          <p:cNvPr id="5" name="PlaceHolder 5"/>
          <p:cNvSpPr>
            <a:spLocks noGrp="1"/>
          </p:cNvSpPr>
          <p:nvPr>
            <p:ph type="sldNum" idx="3"/>
          </p:nvPr>
        </p:nvSpPr>
        <p:spPr>
          <a:xfrm>
            <a:off x="6552720" y="6244920"/>
            <a:ext cx="213372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 algn="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en-IN" sz="1400" spc="-1" strike="noStrike">
                <a:solidFill>
                  <a:srgbClr val="ffffff"/>
                </a:solidFill>
                <a:latin typeface="Tahoma"/>
              </a:defRPr>
            </a:lvl1pPr>
          </a:lstStyle>
          <a:p>
            <a:pPr algn="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fld id="{C45D093D-B6FF-454C-9E62-D87F956A1516}" type="slidenum">
              <a:rPr b="0" lang="en-IN" sz="1400" spc="-1" strike="noStrike">
                <a:solidFill>
                  <a:srgbClr val="ffffff"/>
                </a:solidFill>
                <a:latin typeface="Tahoma"/>
              </a:rPr>
              <a:t>&lt;number&gt;</a:t>
            </a:fld>
            <a:endParaRPr b="0" lang="en-IN" sz="1400" spc="-1" strike="noStrike">
              <a:latin typeface="Times New Roman"/>
            </a:endParaRPr>
          </a:p>
        </p:txBody>
      </p:sp>
      <p:sp>
        <p:nvSpPr>
          <p:cNvPr id="6" name=""/>
          <p:cNvSpPr/>
          <p:nvPr/>
        </p:nvSpPr>
        <p:spPr>
          <a:xfrm>
            <a:off x="4572000" y="6165720"/>
            <a:ext cx="4464000" cy="581400"/>
          </a:xfrm>
          <a:custGeom>
            <a:avLst/>
            <a:gdLst/>
            <a:ahLst/>
            <a:rect l="l" t="t" r="r" b="b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spAutoFit/>
          </a:bodyPr>
          <a:p>
            <a:pPr algn="r">
              <a:lnSpc>
                <a:spcPct val="100000"/>
              </a:lnSpc>
              <a:spcBef>
                <a:spcPts val="2001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en-IN" sz="3200" spc="-1" strike="noStrike">
                <a:solidFill>
                  <a:srgbClr val="000000"/>
                </a:solidFill>
                <a:latin typeface="Tahoma"/>
              </a:rPr>
              <a:t>Real Reaction</a:t>
            </a:r>
            <a:endParaRPr b="0" lang="en-IN" sz="3200" spc="-1" strike="noStrike">
              <a:solidFill>
                <a:srgbClr val="000000"/>
              </a:solidFill>
              <a:latin typeface="Times New Roman"/>
            </a:endParaRPr>
          </a:p>
        </p:txBody>
      </p:sp>
      <p:grpSp>
        <p:nvGrpSpPr>
          <p:cNvPr id="7" name=""/>
          <p:cNvGrpSpPr/>
          <p:nvPr/>
        </p:nvGrpSpPr>
        <p:grpSpPr>
          <a:xfrm>
            <a:off x="34920" y="5973840"/>
            <a:ext cx="1332000" cy="986760"/>
            <a:chOff x="34920" y="5973840"/>
            <a:chExt cx="1332000" cy="986760"/>
          </a:xfrm>
        </p:grpSpPr>
        <p:sp>
          <p:nvSpPr>
            <p:cNvPr id="8" name=""/>
            <p:cNvSpPr/>
            <p:nvPr/>
          </p:nvSpPr>
          <p:spPr>
            <a:xfrm>
              <a:off x="34920" y="6043680"/>
              <a:ext cx="1008000" cy="916920"/>
            </a:xfrm>
            <a:custGeom>
              <a:avLst/>
              <a:gdLst/>
              <a:ahLst/>
              <a:rect l="l" t="t" r="r" b="b"/>
              <a:pathLst>
                <a:path w="21600" h="21600">
                  <a:moveTo>
                    <a:pt x="0" y="0"/>
                  </a:moveTo>
                  <a:lnTo>
                    <a:pt x="21600" y="0"/>
                  </a:lnTo>
                  <a:lnTo>
                    <a:pt x="21600" y="21600"/>
                  </a:lnTo>
                  <a:lnTo>
                    <a:pt x="0" y="21600"/>
                  </a:lnTo>
                  <a:lnTo>
                    <a:pt x="0" y="0"/>
                  </a:lnTo>
                  <a:close/>
                </a:path>
              </a:pathLst>
            </a:cu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t">
              <a:spAutoFit/>
            </a:bodyPr>
            <a:p>
              <a:pPr>
                <a:lnSpc>
                  <a:spcPct val="100000"/>
                </a:lnSpc>
                <a:spcBef>
                  <a:spcPts val="3376"/>
                </a:spcBef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en-IN" sz="5400" spc="-1" strike="noStrike">
                  <a:solidFill>
                    <a:srgbClr val="808080"/>
                  </a:solidFill>
                  <a:latin typeface="Arial"/>
                </a:rPr>
                <a:t>R</a:t>
              </a:r>
              <a:endParaRPr b="0" lang="en-IN" sz="5400" spc="-1" strike="noStrike">
                <a:solidFill>
                  <a:srgbClr val="000000"/>
                </a:solidFill>
                <a:latin typeface="Times New Roman"/>
              </a:endParaRPr>
            </a:p>
          </p:txBody>
        </p:sp>
        <p:sp>
          <p:nvSpPr>
            <p:cNvPr id="9" name=""/>
            <p:cNvSpPr/>
            <p:nvPr/>
          </p:nvSpPr>
          <p:spPr>
            <a:xfrm>
              <a:off x="358920" y="5973840"/>
              <a:ext cx="1008000" cy="916920"/>
            </a:xfrm>
            <a:custGeom>
              <a:avLst/>
              <a:gdLst/>
              <a:ahLst/>
              <a:rect l="l" t="t" r="r" b="b"/>
              <a:pathLst>
                <a:path w="21600" h="21600">
                  <a:moveTo>
                    <a:pt x="0" y="0"/>
                  </a:moveTo>
                  <a:lnTo>
                    <a:pt x="21600" y="0"/>
                  </a:lnTo>
                  <a:lnTo>
                    <a:pt x="21600" y="21600"/>
                  </a:lnTo>
                  <a:lnTo>
                    <a:pt x="0" y="21600"/>
                  </a:lnTo>
                  <a:lnTo>
                    <a:pt x="0" y="0"/>
                  </a:lnTo>
                  <a:close/>
                </a:path>
              </a:pathLst>
            </a:cu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t">
              <a:spAutoFit/>
            </a:bodyPr>
            <a:p>
              <a:pPr>
                <a:lnSpc>
                  <a:spcPct val="100000"/>
                </a:lnSpc>
                <a:spcBef>
                  <a:spcPts val="3376"/>
                </a:spcBef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en-IN" sz="5400" spc="-1" strike="noStrike">
                  <a:solidFill>
                    <a:srgbClr val="808080"/>
                  </a:solidFill>
                  <a:latin typeface="Arial"/>
                </a:rPr>
                <a:t>R</a:t>
              </a:r>
              <a:endParaRPr b="0" lang="en-IN" sz="5400" spc="-1" strike="noStrike">
                <a:solidFill>
                  <a:srgbClr val="000000"/>
                </a:solidFill>
                <a:latin typeface="Times New Roman"/>
              </a:endParaRPr>
            </a:p>
          </p:txBody>
        </p:sp>
      </p:grp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</p:sldLayoutIdLst>
</p:sldMaster>
</file>

<file path=ppt/slideMasters/slideMaster2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"/>
          <p:cNvSpPr/>
          <p:nvPr/>
        </p:nvSpPr>
        <p:spPr>
          <a:xfrm>
            <a:off x="0" y="6135840"/>
            <a:ext cx="9140760" cy="718920"/>
          </a:xfrm>
          <a:prstGeom prst="rect">
            <a:avLst/>
          </a:prstGeom>
          <a:solidFill>
            <a:srgbClr val="ffff0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47" name="PlaceHolder 1"/>
          <p:cNvSpPr>
            <a:spLocks noGrp="1"/>
          </p:cNvSpPr>
          <p:nvPr>
            <p:ph type="title"/>
          </p:nvPr>
        </p:nvSpPr>
        <p:spPr>
          <a:xfrm>
            <a:off x="685800" y="2130120"/>
            <a:ext cx="7772400" cy="14698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4400" spc="-1" strike="noStrike">
                <a:solidFill>
                  <a:srgbClr val="ffffff"/>
                </a:solidFill>
                <a:latin typeface="Tahoma"/>
              </a:rPr>
              <a:t>Click to edit the title text format</a:t>
            </a: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8" name="PlaceHolder 2"/>
          <p:cNvSpPr>
            <a:spLocks noGrp="1"/>
          </p:cNvSpPr>
          <p:nvPr>
            <p:ph type="dt" idx="4"/>
          </p:nvPr>
        </p:nvSpPr>
        <p:spPr>
          <a:xfrm>
            <a:off x="456840" y="6244920"/>
            <a:ext cx="213372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en-IN" sz="1400" spc="-1" strike="noStrike">
                <a:latin typeface="Tahoma"/>
              </a:defRPr>
            </a:lvl1pPr>
          </a:lstStyle>
          <a:p>
            <a: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1400" spc="-1" strike="noStrike">
                <a:latin typeface="Tahoma"/>
              </a:rPr>
              <a:t>&lt;date/time&gt;</a:t>
            </a:r>
            <a:endParaRPr b="0" lang="en-IN" sz="1400" spc="-1" strike="noStrike">
              <a:latin typeface="Times New Roman"/>
            </a:endParaRPr>
          </a:p>
        </p:txBody>
      </p:sp>
      <p:sp>
        <p:nvSpPr>
          <p:cNvPr id="49" name="PlaceHolder 3"/>
          <p:cNvSpPr>
            <a:spLocks noGrp="1"/>
          </p:cNvSpPr>
          <p:nvPr>
            <p:ph type="ftr" idx="5"/>
          </p:nvPr>
        </p:nvSpPr>
        <p:spPr>
          <a:xfrm>
            <a:off x="3124080" y="6244920"/>
            <a:ext cx="289584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 algn="ct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en-IN" sz="1400" spc="-1" strike="noStrike">
                <a:latin typeface="Tahoma"/>
              </a:defRPr>
            </a:lvl1pPr>
          </a:lstStyle>
          <a:p>
            <a:pPr algn="ct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1400" spc="-1" strike="noStrike">
                <a:latin typeface="Tahoma"/>
              </a:rPr>
              <a:t>&lt;footer&gt;</a:t>
            </a:r>
            <a:endParaRPr b="0" lang="en-IN" sz="1400" spc="-1" strike="noStrike">
              <a:latin typeface="Times New Roman"/>
            </a:endParaRPr>
          </a:p>
        </p:txBody>
      </p:sp>
      <p:sp>
        <p:nvSpPr>
          <p:cNvPr id="50" name="PlaceHolder 4"/>
          <p:cNvSpPr>
            <a:spLocks noGrp="1"/>
          </p:cNvSpPr>
          <p:nvPr>
            <p:ph type="sldNum" idx="6"/>
          </p:nvPr>
        </p:nvSpPr>
        <p:spPr>
          <a:xfrm>
            <a:off x="6552720" y="6244920"/>
            <a:ext cx="213372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 algn="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en-IN" sz="1400" spc="-1" strike="noStrike">
                <a:latin typeface="Tahoma"/>
              </a:defRPr>
            </a:lvl1pPr>
          </a:lstStyle>
          <a:p>
            <a:pPr algn="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fld id="{80FE08EA-C567-4253-9A92-13CA97BB9DB8}" type="slidenum">
              <a:rPr b="0" lang="en-IN" sz="1400" spc="-1" strike="noStrike">
                <a:latin typeface="Tahoma"/>
              </a:rPr>
              <a:t>&lt;number&gt;</a:t>
            </a:fld>
            <a:endParaRPr b="0" lang="en-IN" sz="1400" spc="-1" strike="noStrike">
              <a:latin typeface="Times New Roman"/>
            </a:endParaRPr>
          </a:p>
        </p:txBody>
      </p:sp>
      <p:grpSp>
        <p:nvGrpSpPr>
          <p:cNvPr id="51" name=""/>
          <p:cNvGrpSpPr/>
          <p:nvPr/>
        </p:nvGrpSpPr>
        <p:grpSpPr>
          <a:xfrm>
            <a:off x="34920" y="-287280"/>
            <a:ext cx="1584360" cy="1701720"/>
            <a:chOff x="34920" y="-287280"/>
            <a:chExt cx="1584360" cy="1701720"/>
          </a:xfrm>
        </p:grpSpPr>
        <p:sp>
          <p:nvSpPr>
            <p:cNvPr id="52" name=""/>
            <p:cNvSpPr/>
            <p:nvPr/>
          </p:nvSpPr>
          <p:spPr>
            <a:xfrm>
              <a:off x="34920" y="-142560"/>
              <a:ext cx="1008000" cy="1557000"/>
            </a:xfrm>
            <a:custGeom>
              <a:avLst/>
              <a:gdLst/>
              <a:ahLst/>
              <a:rect l="l" t="t" r="r" b="b"/>
              <a:pathLst>
                <a:path w="21600" h="21600">
                  <a:moveTo>
                    <a:pt x="0" y="0"/>
                  </a:moveTo>
                  <a:lnTo>
                    <a:pt x="21600" y="0"/>
                  </a:lnTo>
                  <a:lnTo>
                    <a:pt x="21600" y="21600"/>
                  </a:lnTo>
                  <a:lnTo>
                    <a:pt x="0" y="21600"/>
                  </a:lnTo>
                  <a:lnTo>
                    <a:pt x="0" y="0"/>
                  </a:lnTo>
                  <a:close/>
                </a:path>
              </a:pathLst>
            </a:cu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t">
              <a:spAutoFit/>
            </a:bodyPr>
            <a:p>
              <a:pPr>
                <a:lnSpc>
                  <a:spcPct val="100000"/>
                </a:lnSpc>
                <a:spcBef>
                  <a:spcPts val="6001"/>
                </a:spcBef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en-IN" sz="9600" spc="-1" strike="noStrike">
                  <a:solidFill>
                    <a:srgbClr val="808080"/>
                  </a:solidFill>
                  <a:latin typeface="Arial"/>
                </a:rPr>
                <a:t>R</a:t>
              </a:r>
              <a:endParaRPr b="0" lang="en-IN" sz="9600" spc="-1" strike="noStrike">
                <a:solidFill>
                  <a:srgbClr val="000000"/>
                </a:solidFill>
                <a:latin typeface="Times New Roman"/>
              </a:endParaRPr>
            </a:p>
          </p:txBody>
        </p:sp>
        <p:sp>
          <p:nvSpPr>
            <p:cNvPr id="53" name=""/>
            <p:cNvSpPr/>
            <p:nvPr/>
          </p:nvSpPr>
          <p:spPr>
            <a:xfrm>
              <a:off x="611280" y="-287280"/>
              <a:ext cx="1008000" cy="1557000"/>
            </a:xfrm>
            <a:custGeom>
              <a:avLst/>
              <a:gdLst/>
              <a:ahLst/>
              <a:rect l="l" t="t" r="r" b="b"/>
              <a:pathLst>
                <a:path w="21600" h="21600">
                  <a:moveTo>
                    <a:pt x="0" y="0"/>
                  </a:moveTo>
                  <a:lnTo>
                    <a:pt x="21600" y="0"/>
                  </a:lnTo>
                  <a:lnTo>
                    <a:pt x="21600" y="21600"/>
                  </a:lnTo>
                  <a:lnTo>
                    <a:pt x="0" y="21600"/>
                  </a:lnTo>
                  <a:lnTo>
                    <a:pt x="0" y="0"/>
                  </a:lnTo>
                  <a:close/>
                </a:path>
              </a:pathLst>
            </a:cu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t">
              <a:spAutoFit/>
            </a:bodyPr>
            <a:p>
              <a:pPr>
                <a:lnSpc>
                  <a:spcPct val="100000"/>
                </a:lnSpc>
                <a:spcBef>
                  <a:spcPts val="6001"/>
                </a:spcBef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en-IN" sz="9600" spc="-1" strike="noStrike">
                  <a:solidFill>
                    <a:srgbClr val="808080"/>
                  </a:solidFill>
                  <a:latin typeface="Arial"/>
                </a:rPr>
                <a:t>R</a:t>
              </a:r>
              <a:endParaRPr b="0" lang="en-IN" sz="9600" spc="-1" strike="noStrike">
                <a:solidFill>
                  <a:srgbClr val="000000"/>
                </a:solidFill>
                <a:latin typeface="Times New Roman"/>
              </a:endParaRPr>
            </a:p>
          </p:txBody>
        </p:sp>
      </p:grpSp>
      <p:sp>
        <p:nvSpPr>
          <p:cNvPr id="54" name=""/>
          <p:cNvSpPr/>
          <p:nvPr/>
        </p:nvSpPr>
        <p:spPr>
          <a:xfrm>
            <a:off x="2771640" y="444600"/>
            <a:ext cx="6193080" cy="703440"/>
          </a:xfrm>
          <a:custGeom>
            <a:avLst/>
            <a:gdLst/>
            <a:ahLst/>
            <a:rect l="l" t="t" r="r" b="b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spAutoFit/>
          </a:bodyPr>
          <a:p>
            <a:pPr algn="r">
              <a:lnSpc>
                <a:spcPct val="100000"/>
              </a:lnSpc>
              <a:spcBef>
                <a:spcPts val="2500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en-IN" sz="4000" spc="-1" strike="noStrike">
                <a:solidFill>
                  <a:srgbClr val="ffffff"/>
                </a:solidFill>
                <a:latin typeface="Tahoma"/>
              </a:rPr>
              <a:t>Real Reaction</a:t>
            </a:r>
            <a:endParaRPr b="0" lang="en-IN" sz="40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5" name=""/>
          <p:cNvSpPr/>
          <p:nvPr/>
        </p:nvSpPr>
        <p:spPr>
          <a:xfrm>
            <a:off x="2700360" y="1171440"/>
            <a:ext cx="6192720" cy="459720"/>
          </a:xfrm>
          <a:custGeom>
            <a:avLst/>
            <a:gdLst/>
            <a:ahLst/>
            <a:rect l="l" t="t" r="r" b="b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spAutoFit/>
          </a:bodyPr>
          <a:p>
            <a:pPr algn="r">
              <a:lnSpc>
                <a:spcPct val="100000"/>
              </a:lnSpc>
              <a:spcBef>
                <a:spcPts val="1500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i="1" lang="en-IN" sz="2400" spc="-1" strike="noStrike">
                <a:solidFill>
                  <a:srgbClr val="ffff66"/>
                </a:solidFill>
                <a:latin typeface="Tahoma"/>
              </a:rPr>
              <a:t>We put fashion in electronics</a:t>
            </a:r>
            <a:endParaRPr b="0" lang="en-IN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6" name=""/>
          <p:cNvSpPr/>
          <p:nvPr/>
        </p:nvSpPr>
        <p:spPr>
          <a:xfrm flipH="1">
            <a:off x="107640" y="1197000"/>
            <a:ext cx="8785080" cy="0"/>
          </a:xfrm>
          <a:prstGeom prst="line">
            <a:avLst/>
          </a:prstGeom>
          <a:ln w="38160">
            <a:solidFill>
              <a:srgbClr val="ffffff"/>
            </a:solidFill>
            <a:prstDash val="sysDot"/>
            <a:miter/>
          </a:ln>
        </p:spPr>
        <p:style>
          <a:lnRef idx="0"/>
          <a:fillRef idx="0"/>
          <a:effectRef idx="0"/>
          <a:fontRef idx="minor"/>
        </p:style>
      </p:sp>
      <p:sp>
        <p:nvSpPr>
          <p:cNvPr id="57" name="PlaceHolder 5"/>
          <p:cNvSpPr>
            <a:spLocks noGrp="1"/>
          </p:cNvSpPr>
          <p:nvPr>
            <p:ph type="body"/>
          </p:nvPr>
        </p:nvSpPr>
        <p:spPr>
          <a:xfrm>
            <a:off x="457200" y="1604520"/>
            <a:ext cx="822924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algn="ctr">
              <a:spcBef>
                <a:spcPts val="799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Click to edit the outline text format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1" marL="457200" algn="ctr">
              <a:spcBef>
                <a:spcPts val="700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800" spc="-1" strike="noStrike">
                <a:solidFill>
                  <a:srgbClr val="ffffff"/>
                </a:solidFill>
                <a:latin typeface="Tahoma"/>
              </a:rPr>
              <a:t>Second Outline Level</a:t>
            </a:r>
            <a:endParaRPr b="0" lang="en-IN" sz="2800" spc="-1" strike="noStrike">
              <a:solidFill>
                <a:srgbClr val="ffffff"/>
              </a:solidFill>
              <a:latin typeface="Tahoma"/>
            </a:endParaRPr>
          </a:p>
          <a:p>
            <a:pPr lvl="2" marL="914400" algn="ctr">
              <a:spcBef>
                <a:spcPts val="601"/>
              </a:spcBef>
              <a:buClr>
                <a:srgbClr val="ffffff"/>
              </a:buClr>
              <a:buFont typeface="Tahoma"/>
              <a:buChar char="•"/>
              <a:tabLst>
                <a:tab algn="l" pos="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400" spc="-1" strike="noStrike">
                <a:solidFill>
                  <a:srgbClr val="ffffff"/>
                </a:solidFill>
                <a:latin typeface="Tahoma"/>
              </a:rPr>
              <a:t>Third Outline Level</a:t>
            </a:r>
            <a:endParaRPr b="0" lang="en-IN" sz="2400" spc="-1" strike="noStrike">
              <a:solidFill>
                <a:srgbClr val="ffffff"/>
              </a:solidFill>
              <a:latin typeface="Tahoma"/>
            </a:endParaRPr>
          </a:p>
          <a:p>
            <a:pPr lvl="3" marL="1371600" algn="ctr">
              <a:spcBef>
                <a:spcPts val="499"/>
              </a:spcBef>
              <a:buClr>
                <a:srgbClr val="ffffff"/>
              </a:buClr>
              <a:buFont typeface="Tahoma"/>
              <a:buChar char="–"/>
              <a:tabLst>
                <a:tab algn="l" pos="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000" spc="-1" strike="noStrike">
                <a:solidFill>
                  <a:srgbClr val="ffffff"/>
                </a:solidFill>
                <a:latin typeface="Tahoma"/>
              </a:rPr>
              <a:t>Fourth Outline Level</a:t>
            </a:r>
            <a:endParaRPr b="0" lang="en-IN" sz="2000" spc="-1" strike="noStrike">
              <a:solidFill>
                <a:srgbClr val="ffffff"/>
              </a:solidFill>
              <a:latin typeface="Tahoma"/>
            </a:endParaRPr>
          </a:p>
          <a:p>
            <a:pPr lvl="4" marL="1828800" algn="ctr">
              <a:spcBef>
                <a:spcPts val="499"/>
              </a:spcBef>
              <a:buClr>
                <a:srgbClr val="ffffff"/>
              </a:buClr>
              <a:buFont typeface="Tahoma"/>
              <a:buChar char="»"/>
              <a:tabLst>
                <a:tab algn="l" pos="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000" spc="-1" strike="noStrike">
                <a:solidFill>
                  <a:srgbClr val="ffffff"/>
                </a:solidFill>
                <a:latin typeface="Tahoma"/>
              </a:rPr>
              <a:t>Fifth Outline Level</a:t>
            </a:r>
            <a:endParaRPr b="0" lang="en-IN" sz="2000" spc="-1" strike="noStrike">
              <a:solidFill>
                <a:srgbClr val="ffffff"/>
              </a:solidFill>
              <a:latin typeface="Tahoma"/>
            </a:endParaRPr>
          </a:p>
          <a:p>
            <a:pPr lvl="5" marL="1828800">
              <a:spcBef>
                <a:spcPts val="499"/>
              </a:spcBef>
              <a:buClr>
                <a:srgbClr val="000000"/>
              </a:buClr>
              <a:buFont typeface="Tahoma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000" spc="-1" strike="noStrike">
                <a:solidFill>
                  <a:srgbClr val="ffffff"/>
                </a:solidFill>
                <a:latin typeface="Tahoma"/>
              </a:rPr>
              <a:t>Sixth Outline Level</a:t>
            </a:r>
            <a:endParaRPr b="0" lang="en-IN" sz="2000" spc="-1" strike="noStrike">
              <a:solidFill>
                <a:srgbClr val="ffffff"/>
              </a:solidFill>
              <a:latin typeface="Tahoma"/>
            </a:endParaRPr>
          </a:p>
          <a:p>
            <a:pPr lvl="6" marL="1828800">
              <a:spcBef>
                <a:spcPts val="499"/>
              </a:spcBef>
              <a:buClr>
                <a:srgbClr val="000000"/>
              </a:buClr>
              <a:buFont typeface="Tahoma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000" spc="-1" strike="noStrike">
                <a:solidFill>
                  <a:srgbClr val="ffffff"/>
                </a:solidFill>
                <a:latin typeface="Tahoma"/>
              </a:rPr>
              <a:t>Seventh Outline Level</a:t>
            </a:r>
            <a:endParaRPr b="0" lang="en-IN" sz="2000" spc="-1" strike="noStrike">
              <a:solidFill>
                <a:srgbClr val="ffffff"/>
              </a:solidFill>
              <a:latin typeface="Tahoma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4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.xml"/>
</Relationships>
</file>

<file path=ppt/slides/_rels/slide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.xml"/>
</Relationships>
</file>

<file path=ppt/slides/_rels/slide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.xml"/>
</Relationships>
</file>

<file path=ppt/slides/_rels/slide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.xml"/>
</Relationships>
</file>

<file path=ppt/slides/_rels/slide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.xml"/>
</Relationships>
</file>

<file path=ppt/slides/_rels/slide8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PlaceHolder 1"/>
          <p:cNvSpPr>
            <a:spLocks noGrp="1"/>
          </p:cNvSpPr>
          <p:nvPr>
            <p:ph type="title"/>
          </p:nvPr>
        </p:nvSpPr>
        <p:spPr>
          <a:xfrm>
            <a:off x="685800" y="2130120"/>
            <a:ext cx="7772400" cy="14698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4400" spc="-1" strike="noStrike">
                <a:solidFill>
                  <a:srgbClr val="ffffff"/>
                </a:solidFill>
                <a:latin typeface="Tahoma"/>
              </a:rPr>
              <a:t>Components Design</a:t>
            </a: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5" name="PlaceHolder 2"/>
          <p:cNvSpPr>
            <a:spLocks noGrp="1"/>
          </p:cNvSpPr>
          <p:nvPr>
            <p:ph type="subTitle"/>
          </p:nvPr>
        </p:nvSpPr>
        <p:spPr>
          <a:xfrm>
            <a:off x="1371600" y="3886200"/>
            <a:ext cx="6400800" cy="17524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p>
            <a:pPr algn="ctr">
              <a:spcBef>
                <a:spcPts val="799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3200" spc="-1" strike="noStrike">
                <a:solidFill>
                  <a:srgbClr val="ffffff"/>
                </a:solidFill>
                <a:latin typeface="Tahoma"/>
              </a:rPr>
              <a:t>Presented by: David, Industrial Designer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4400" spc="-1" strike="noStrike">
                <a:solidFill>
                  <a:srgbClr val="ffffff"/>
                </a:solidFill>
                <a:latin typeface="Tahoma"/>
              </a:rPr>
              <a:t>Method</a:t>
            </a:r>
            <a:br>
              <a:rPr sz="4400"/>
            </a:b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7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3200" spc="-1" strike="noStrike">
                <a:solidFill>
                  <a:srgbClr val="ffffff"/>
                </a:solidFill>
                <a:latin typeface="Tahoma"/>
              </a:rPr>
              <a:t>Specify a base “implementation” from which to kick start ideas and get the meeting talking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GB" sz="3200" spc="-1" strike="noStrike">
                <a:solidFill>
                  <a:srgbClr val="ffffff"/>
                </a:solidFill>
                <a:latin typeface="Tahoma"/>
              </a:rPr>
              <a:t>Collect feedback from the other team members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GB" sz="3200" spc="-1" strike="noStrike">
                <a:solidFill>
                  <a:srgbClr val="ffffff"/>
                </a:solidFill>
                <a:latin typeface="Tahoma"/>
              </a:rPr>
              <a:t>Incorporate into design or start from scratch if necessary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GB" sz="4400" spc="-1" strike="noStrike">
                <a:solidFill>
                  <a:srgbClr val="ffffff"/>
                </a:solidFill>
                <a:latin typeface="Tahoma"/>
              </a:rPr>
              <a:t>Components</a:t>
            </a: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9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100" name=""/>
          <p:cNvSpPr/>
          <p:nvPr/>
        </p:nvSpPr>
        <p:spPr>
          <a:xfrm>
            <a:off x="395280" y="1484280"/>
            <a:ext cx="8280360" cy="4321080"/>
          </a:xfrm>
          <a:prstGeom prst="rect">
            <a:avLst/>
          </a:prstGeom>
          <a:solidFill>
            <a:srgbClr val="ffffff"/>
          </a:solidFill>
          <a:ln w="9360">
            <a:solidFill>
              <a:srgbClr val="000000"/>
            </a:solidFill>
            <a:miter/>
          </a:ln>
        </p:spPr>
        <p:style>
          <a:lnRef idx="0"/>
          <a:fillRef idx="0"/>
          <a:effectRef idx="0"/>
          <a:fontRef idx="minor"/>
        </p:style>
      </p:sp>
      <p:grpSp>
        <p:nvGrpSpPr>
          <p:cNvPr id="101" name=""/>
          <p:cNvGrpSpPr/>
          <p:nvPr/>
        </p:nvGrpSpPr>
        <p:grpSpPr>
          <a:xfrm>
            <a:off x="684360" y="1971720"/>
            <a:ext cx="7561080" cy="3041640"/>
            <a:chOff x="684360" y="1971720"/>
            <a:chExt cx="7561080" cy="3041640"/>
          </a:xfrm>
        </p:grpSpPr>
        <p:grpSp>
          <p:nvGrpSpPr>
            <p:cNvPr id="102" name=""/>
            <p:cNvGrpSpPr/>
            <p:nvPr/>
          </p:nvGrpSpPr>
          <p:grpSpPr>
            <a:xfrm>
              <a:off x="971640" y="4348440"/>
              <a:ext cx="672480" cy="664920"/>
              <a:chOff x="971640" y="4348440"/>
              <a:chExt cx="672480" cy="664920"/>
            </a:xfrm>
          </p:grpSpPr>
          <p:sp>
            <p:nvSpPr>
              <p:cNvPr id="103" name=""/>
              <p:cNvSpPr/>
              <p:nvPr/>
            </p:nvSpPr>
            <p:spPr>
              <a:xfrm>
                <a:off x="1222200" y="4348440"/>
                <a:ext cx="12240" cy="664920"/>
              </a:xfrm>
              <a:prstGeom prst="line">
                <a:avLst/>
              </a:prstGeom>
              <a:ln w="9360">
                <a:solidFill>
                  <a:srgbClr val="000000"/>
                </a:solidFill>
                <a:miter/>
              </a:ln>
            </p:spPr>
            <p:style>
              <a:lnRef idx="0"/>
              <a:fillRef idx="0"/>
              <a:effectRef idx="0"/>
              <a:fontRef idx="minor"/>
            </p:style>
          </p:sp>
          <p:sp>
            <p:nvSpPr>
              <p:cNvPr id="104" name=""/>
              <p:cNvSpPr/>
              <p:nvPr/>
            </p:nvSpPr>
            <p:spPr>
              <a:xfrm>
                <a:off x="1411200" y="4498920"/>
                <a:ext cx="12240" cy="374400"/>
              </a:xfrm>
              <a:prstGeom prst="line">
                <a:avLst/>
              </a:prstGeom>
              <a:ln w="9360">
                <a:solidFill>
                  <a:srgbClr val="000000"/>
                </a:solidFill>
                <a:miter/>
              </a:ln>
            </p:spPr>
            <p:style>
              <a:lnRef idx="0"/>
              <a:fillRef idx="0"/>
              <a:effectRef idx="0"/>
              <a:fontRef idx="minor"/>
            </p:style>
          </p:sp>
          <p:sp>
            <p:nvSpPr>
              <p:cNvPr id="105" name=""/>
              <p:cNvSpPr/>
              <p:nvPr/>
            </p:nvSpPr>
            <p:spPr>
              <a:xfrm>
                <a:off x="971640" y="4692600"/>
                <a:ext cx="234720" cy="0"/>
              </a:xfrm>
              <a:prstGeom prst="line">
                <a:avLst/>
              </a:prstGeom>
              <a:ln w="9360">
                <a:solidFill>
                  <a:srgbClr val="000000"/>
                </a:solidFill>
                <a:miter/>
              </a:ln>
            </p:spPr>
            <p:style>
              <a:lnRef idx="0"/>
              <a:fillRef idx="0"/>
              <a:effectRef idx="0"/>
              <a:fontRef idx="minor"/>
            </p:style>
          </p:sp>
          <p:sp>
            <p:nvSpPr>
              <p:cNvPr id="106" name=""/>
              <p:cNvSpPr/>
              <p:nvPr/>
            </p:nvSpPr>
            <p:spPr>
              <a:xfrm>
                <a:off x="1409760" y="4678200"/>
                <a:ext cx="234360" cy="0"/>
              </a:xfrm>
              <a:prstGeom prst="line">
                <a:avLst/>
              </a:prstGeom>
              <a:ln w="9360">
                <a:solidFill>
                  <a:srgbClr val="000000"/>
                </a:solidFill>
                <a:miter/>
              </a:ln>
            </p:spPr>
            <p:style>
              <a:lnRef idx="0"/>
              <a:fillRef idx="0"/>
              <a:effectRef idx="0"/>
              <a:fontRef idx="minor"/>
            </p:style>
          </p:sp>
        </p:grpSp>
        <p:sp>
          <p:nvSpPr>
            <p:cNvPr id="107" name=""/>
            <p:cNvSpPr/>
            <p:nvPr/>
          </p:nvSpPr>
          <p:spPr>
            <a:xfrm>
              <a:off x="5651640" y="3411720"/>
              <a:ext cx="609480" cy="609480"/>
            </a:xfrm>
            <a:prstGeom prst="flowChartSummingJunction">
              <a:avLst/>
            </a:prstGeom>
            <a:solidFill>
              <a:srgbClr val="ff0000"/>
            </a:solidFill>
            <a:ln w="9360">
              <a:solidFill>
                <a:srgbClr val="000000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108" name=""/>
            <p:cNvSpPr/>
            <p:nvPr/>
          </p:nvSpPr>
          <p:spPr>
            <a:xfrm>
              <a:off x="2411280" y="2298960"/>
              <a:ext cx="846360" cy="609480"/>
            </a:xfrm>
            <a:prstGeom prst="flowChartAlternateProcess">
              <a:avLst/>
            </a:prstGeom>
            <a:solidFill>
              <a:srgbClr val="ffff99"/>
            </a:solidFill>
            <a:ln w="9360">
              <a:solidFill>
                <a:srgbClr val="000000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109" name=""/>
            <p:cNvSpPr/>
            <p:nvPr/>
          </p:nvSpPr>
          <p:spPr>
            <a:xfrm>
              <a:off x="2195640" y="1971720"/>
              <a:ext cx="1296720" cy="520200"/>
            </a:xfrm>
            <a:custGeom>
              <a:avLst/>
              <a:gdLst/>
              <a:ahLst/>
              <a:rect l="l" t="t" r="r" b="b"/>
              <a:pathLst>
                <a:path w="21600" h="21600">
                  <a:moveTo>
                    <a:pt x="0" y="0"/>
                  </a:moveTo>
                  <a:lnTo>
                    <a:pt x="21600" y="0"/>
                  </a:lnTo>
                  <a:lnTo>
                    <a:pt x="21600" y="21600"/>
                  </a:lnTo>
                  <a:lnTo>
                    <a:pt x="0" y="21600"/>
                  </a:lnTo>
                  <a:lnTo>
                    <a:pt x="0" y="0"/>
                  </a:lnTo>
                  <a:close/>
                </a:path>
              </a:pathLst>
            </a:cu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t">
              <a:spAutoFit/>
            </a:bodyPr>
            <a:p>
              <a:pPr>
                <a:lnSpc>
                  <a:spcPct val="100000"/>
                </a:lnSpc>
                <a:spcBef>
                  <a:spcPts val="876"/>
                </a:spcBef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en-GB" sz="1400" spc="-1" strike="noStrike">
                  <a:solidFill>
                    <a:srgbClr val="000000"/>
                  </a:solidFill>
                  <a:latin typeface="Arial"/>
                </a:rPr>
                <a:t>User Interface</a:t>
              </a:r>
              <a:endParaRPr b="0" lang="en-IN" sz="1400" spc="-1" strike="noStrike">
                <a:solidFill>
                  <a:srgbClr val="000000"/>
                </a:solidFill>
                <a:latin typeface="Times New Roman"/>
              </a:endParaRPr>
            </a:p>
          </p:txBody>
        </p:sp>
        <p:sp>
          <p:nvSpPr>
            <p:cNvPr id="110" name=""/>
            <p:cNvSpPr/>
            <p:nvPr/>
          </p:nvSpPr>
          <p:spPr>
            <a:xfrm>
              <a:off x="2484360" y="3484800"/>
              <a:ext cx="679680" cy="565200"/>
            </a:xfrm>
            <a:prstGeom prst="flowChartPunchedCard">
              <a:avLst/>
            </a:prstGeom>
            <a:solidFill>
              <a:srgbClr val="99cc00"/>
            </a:solidFill>
            <a:ln w="9360">
              <a:solidFill>
                <a:srgbClr val="000000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111" name=""/>
            <p:cNvSpPr/>
            <p:nvPr/>
          </p:nvSpPr>
          <p:spPr>
            <a:xfrm flipV="1">
              <a:off x="2843280" y="2908440"/>
              <a:ext cx="0" cy="563760"/>
            </a:xfrm>
            <a:prstGeom prst="line">
              <a:avLst/>
            </a:prstGeom>
            <a:ln w="25560">
              <a:solidFill>
                <a:srgbClr val="000000"/>
              </a:solidFill>
              <a:miter/>
              <a:headEnd len="lg" type="triangle" w="lg"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112" name=""/>
            <p:cNvSpPr/>
            <p:nvPr/>
          </p:nvSpPr>
          <p:spPr>
            <a:xfrm flipH="1">
              <a:off x="3203640" y="3759480"/>
              <a:ext cx="792000" cy="12600"/>
            </a:xfrm>
            <a:prstGeom prst="line">
              <a:avLst/>
            </a:prstGeom>
            <a:ln w="25560">
              <a:solidFill>
                <a:srgbClr val="000000"/>
              </a:solidFill>
              <a:miter/>
              <a:headEnd len="lg" type="triangle" w="lg"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113" name=""/>
            <p:cNvSpPr/>
            <p:nvPr/>
          </p:nvSpPr>
          <p:spPr>
            <a:xfrm>
              <a:off x="7164360" y="3268800"/>
              <a:ext cx="846000" cy="609480"/>
            </a:xfrm>
            <a:prstGeom prst="flowChartAlternateProcess">
              <a:avLst/>
            </a:prstGeom>
            <a:solidFill>
              <a:srgbClr val="ffff99"/>
            </a:solidFill>
            <a:ln w="9360">
              <a:solidFill>
                <a:srgbClr val="000000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114" name=""/>
            <p:cNvSpPr/>
            <p:nvPr/>
          </p:nvSpPr>
          <p:spPr>
            <a:xfrm>
              <a:off x="6948360" y="2980080"/>
              <a:ext cx="1297080" cy="307080"/>
            </a:xfrm>
            <a:custGeom>
              <a:avLst/>
              <a:gdLst/>
              <a:ahLst/>
              <a:rect l="l" t="t" r="r" b="b"/>
              <a:pathLst>
                <a:path w="21600" h="21600">
                  <a:moveTo>
                    <a:pt x="0" y="0"/>
                  </a:moveTo>
                  <a:lnTo>
                    <a:pt x="21600" y="0"/>
                  </a:lnTo>
                  <a:lnTo>
                    <a:pt x="21600" y="21600"/>
                  </a:lnTo>
                  <a:lnTo>
                    <a:pt x="0" y="21600"/>
                  </a:lnTo>
                  <a:lnTo>
                    <a:pt x="0" y="0"/>
                  </a:lnTo>
                  <a:close/>
                </a:path>
              </a:pathLst>
            </a:cu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t">
              <a:spAutoFit/>
            </a:bodyPr>
            <a:p>
              <a:pPr algn="ctr">
                <a:lnSpc>
                  <a:spcPct val="100000"/>
                </a:lnSpc>
                <a:spcBef>
                  <a:spcPts val="876"/>
                </a:spcBef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en-GB" sz="1400" spc="-1" strike="noStrike">
                  <a:solidFill>
                    <a:srgbClr val="000000"/>
                  </a:solidFill>
                  <a:latin typeface="Arial"/>
                </a:rPr>
                <a:t>Reciever</a:t>
              </a:r>
              <a:endParaRPr b="0" lang="en-IN" sz="1400" spc="-1" strike="noStrike">
                <a:solidFill>
                  <a:srgbClr val="000000"/>
                </a:solidFill>
                <a:latin typeface="Times New Roman"/>
              </a:endParaRPr>
            </a:p>
          </p:txBody>
        </p:sp>
        <p:sp>
          <p:nvSpPr>
            <p:cNvPr id="115" name=""/>
            <p:cNvSpPr/>
            <p:nvPr/>
          </p:nvSpPr>
          <p:spPr>
            <a:xfrm>
              <a:off x="6948360" y="4043520"/>
              <a:ext cx="1297080" cy="946440"/>
            </a:xfrm>
            <a:custGeom>
              <a:avLst/>
              <a:gdLst/>
              <a:ahLst/>
              <a:rect l="l" t="t" r="r" b="b"/>
              <a:pathLst>
                <a:path w="21600" h="21600">
                  <a:moveTo>
                    <a:pt x="0" y="0"/>
                  </a:moveTo>
                  <a:lnTo>
                    <a:pt x="21600" y="0"/>
                  </a:lnTo>
                  <a:lnTo>
                    <a:pt x="21600" y="21600"/>
                  </a:lnTo>
                  <a:lnTo>
                    <a:pt x="0" y="21600"/>
                  </a:lnTo>
                  <a:lnTo>
                    <a:pt x="0" y="0"/>
                  </a:lnTo>
                  <a:close/>
                </a:path>
              </a:pathLst>
            </a:cu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t">
              <a:spAutoFit/>
            </a:bodyPr>
            <a:p>
              <a:pPr algn="ctr">
                <a:lnSpc>
                  <a:spcPct val="100000"/>
                </a:lnSpc>
                <a:spcBef>
                  <a:spcPts val="876"/>
                </a:spcBef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en-GB" sz="1400" spc="-1" strike="noStrike">
                  <a:solidFill>
                    <a:srgbClr val="000000"/>
                  </a:solidFill>
                  <a:latin typeface="Arial"/>
                </a:rPr>
                <a:t>TV, Stero, DVD, CD Player, Radio, etc</a:t>
              </a:r>
              <a:endParaRPr b="0" lang="en-IN" sz="1400" spc="-1" strike="noStrike">
                <a:solidFill>
                  <a:srgbClr val="000000"/>
                </a:solidFill>
                <a:latin typeface="Times New Roman"/>
              </a:endParaRPr>
            </a:p>
          </p:txBody>
        </p:sp>
        <p:sp>
          <p:nvSpPr>
            <p:cNvPr id="116" name=""/>
            <p:cNvSpPr/>
            <p:nvPr/>
          </p:nvSpPr>
          <p:spPr>
            <a:xfrm>
              <a:off x="3995640" y="3449880"/>
              <a:ext cx="846360" cy="609480"/>
            </a:xfrm>
            <a:prstGeom prst="flowChartAlternateProcess">
              <a:avLst/>
            </a:prstGeom>
            <a:solidFill>
              <a:srgbClr val="ffff99"/>
            </a:solidFill>
            <a:ln w="9360">
              <a:solidFill>
                <a:srgbClr val="000000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117" name=""/>
            <p:cNvSpPr/>
            <p:nvPr/>
          </p:nvSpPr>
          <p:spPr>
            <a:xfrm>
              <a:off x="3780000" y="3106800"/>
              <a:ext cx="1296720" cy="307080"/>
            </a:xfrm>
            <a:custGeom>
              <a:avLst/>
              <a:gdLst/>
              <a:ahLst/>
              <a:rect l="l" t="t" r="r" b="b"/>
              <a:pathLst>
                <a:path w="21600" h="21600">
                  <a:moveTo>
                    <a:pt x="0" y="0"/>
                  </a:moveTo>
                  <a:lnTo>
                    <a:pt x="21600" y="0"/>
                  </a:lnTo>
                  <a:lnTo>
                    <a:pt x="21600" y="21600"/>
                  </a:lnTo>
                  <a:lnTo>
                    <a:pt x="0" y="21600"/>
                  </a:lnTo>
                  <a:lnTo>
                    <a:pt x="0" y="0"/>
                  </a:lnTo>
                  <a:close/>
                </a:path>
              </a:pathLst>
            </a:cu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t">
              <a:spAutoFit/>
            </a:bodyPr>
            <a:p>
              <a:pPr algn="ctr">
                <a:lnSpc>
                  <a:spcPct val="100000"/>
                </a:lnSpc>
                <a:spcBef>
                  <a:spcPts val="876"/>
                </a:spcBef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en-GB" sz="1400" spc="-1" strike="noStrike">
                  <a:solidFill>
                    <a:srgbClr val="000000"/>
                  </a:solidFill>
                  <a:latin typeface="Arial"/>
                </a:rPr>
                <a:t>Transmitter</a:t>
              </a:r>
              <a:endParaRPr b="0" lang="en-IN" sz="1400" spc="-1" strike="noStrike">
                <a:solidFill>
                  <a:srgbClr val="000000"/>
                </a:solidFill>
                <a:latin typeface="Times New Roman"/>
              </a:endParaRPr>
            </a:p>
          </p:txBody>
        </p:sp>
        <p:sp>
          <p:nvSpPr>
            <p:cNvPr id="118" name=""/>
            <p:cNvSpPr/>
            <p:nvPr/>
          </p:nvSpPr>
          <p:spPr>
            <a:xfrm flipH="1">
              <a:off x="4858920" y="3700800"/>
              <a:ext cx="792360" cy="12600"/>
            </a:xfrm>
            <a:prstGeom prst="line">
              <a:avLst/>
            </a:prstGeom>
            <a:ln w="25560">
              <a:solidFill>
                <a:srgbClr val="000000"/>
              </a:solidFill>
              <a:miter/>
              <a:headEnd len="lg" type="triangle" w="lg"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119" name=""/>
            <p:cNvSpPr/>
            <p:nvPr/>
          </p:nvSpPr>
          <p:spPr>
            <a:xfrm>
              <a:off x="5291280" y="3051360"/>
              <a:ext cx="1296720" cy="307080"/>
            </a:xfrm>
            <a:custGeom>
              <a:avLst/>
              <a:gdLst/>
              <a:ahLst/>
              <a:rect l="l" t="t" r="r" b="b"/>
              <a:pathLst>
                <a:path w="21600" h="21600">
                  <a:moveTo>
                    <a:pt x="0" y="0"/>
                  </a:moveTo>
                  <a:lnTo>
                    <a:pt x="21600" y="0"/>
                  </a:lnTo>
                  <a:lnTo>
                    <a:pt x="21600" y="21600"/>
                  </a:lnTo>
                  <a:lnTo>
                    <a:pt x="0" y="21600"/>
                  </a:lnTo>
                  <a:lnTo>
                    <a:pt x="0" y="0"/>
                  </a:lnTo>
                  <a:close/>
                </a:path>
              </a:pathLst>
            </a:cu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t">
              <a:spAutoFit/>
            </a:bodyPr>
            <a:p>
              <a:pPr algn="ctr">
                <a:lnSpc>
                  <a:spcPct val="100000"/>
                </a:lnSpc>
                <a:spcBef>
                  <a:spcPts val="876"/>
                </a:spcBef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en-GB" sz="1400" spc="-1" strike="noStrike">
                  <a:solidFill>
                    <a:srgbClr val="000000"/>
                  </a:solidFill>
                  <a:latin typeface="Arial"/>
                </a:rPr>
                <a:t>Infra Red</a:t>
              </a:r>
              <a:endParaRPr b="0" lang="en-IN" sz="1400" spc="-1" strike="noStrike">
                <a:solidFill>
                  <a:srgbClr val="000000"/>
                </a:solidFill>
                <a:latin typeface="Times New Roman"/>
              </a:endParaRPr>
            </a:p>
          </p:txBody>
        </p:sp>
        <p:sp>
          <p:nvSpPr>
            <p:cNvPr id="120" name=""/>
            <p:cNvSpPr/>
            <p:nvPr/>
          </p:nvSpPr>
          <p:spPr>
            <a:xfrm>
              <a:off x="2195640" y="4059360"/>
              <a:ext cx="1296720" cy="307080"/>
            </a:xfrm>
            <a:custGeom>
              <a:avLst/>
              <a:gdLst/>
              <a:ahLst/>
              <a:rect l="l" t="t" r="r" b="b"/>
              <a:pathLst>
                <a:path w="21600" h="21600">
                  <a:moveTo>
                    <a:pt x="0" y="0"/>
                  </a:moveTo>
                  <a:lnTo>
                    <a:pt x="21600" y="0"/>
                  </a:lnTo>
                  <a:lnTo>
                    <a:pt x="21600" y="21600"/>
                  </a:lnTo>
                  <a:lnTo>
                    <a:pt x="0" y="21600"/>
                  </a:lnTo>
                  <a:lnTo>
                    <a:pt x="0" y="0"/>
                  </a:lnTo>
                  <a:close/>
                </a:path>
              </a:pathLst>
            </a:cu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t">
              <a:spAutoFit/>
            </a:bodyPr>
            <a:p>
              <a:pPr algn="ctr">
                <a:lnSpc>
                  <a:spcPct val="100000"/>
                </a:lnSpc>
                <a:spcBef>
                  <a:spcPts val="876"/>
                </a:spcBef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en-GB" sz="1400" spc="-1" strike="noStrike">
                  <a:solidFill>
                    <a:srgbClr val="000000"/>
                  </a:solidFill>
                  <a:latin typeface="Arial"/>
                </a:rPr>
                <a:t>Logic</a:t>
              </a:r>
              <a:endParaRPr b="0" lang="en-IN" sz="1400" spc="-1" strike="noStrike">
                <a:solidFill>
                  <a:srgbClr val="000000"/>
                </a:solidFill>
                <a:latin typeface="Times New Roman"/>
              </a:endParaRPr>
            </a:p>
          </p:txBody>
        </p:sp>
        <p:sp>
          <p:nvSpPr>
            <p:cNvPr id="121" name=""/>
            <p:cNvSpPr/>
            <p:nvPr/>
          </p:nvSpPr>
          <p:spPr>
            <a:xfrm>
              <a:off x="684360" y="4059360"/>
              <a:ext cx="1296720" cy="307080"/>
            </a:xfrm>
            <a:custGeom>
              <a:avLst/>
              <a:gdLst/>
              <a:ahLst/>
              <a:rect l="l" t="t" r="r" b="b"/>
              <a:pathLst>
                <a:path w="21600" h="21600">
                  <a:moveTo>
                    <a:pt x="0" y="0"/>
                  </a:moveTo>
                  <a:lnTo>
                    <a:pt x="21600" y="0"/>
                  </a:lnTo>
                  <a:lnTo>
                    <a:pt x="21600" y="21600"/>
                  </a:lnTo>
                  <a:lnTo>
                    <a:pt x="0" y="21600"/>
                  </a:lnTo>
                  <a:lnTo>
                    <a:pt x="0" y="0"/>
                  </a:lnTo>
                  <a:close/>
                </a:path>
              </a:pathLst>
            </a:cu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t">
              <a:spAutoFit/>
            </a:bodyPr>
            <a:p>
              <a:pPr algn="ctr">
                <a:lnSpc>
                  <a:spcPct val="100000"/>
                </a:lnSpc>
                <a:spcBef>
                  <a:spcPts val="876"/>
                </a:spcBef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en-GB" sz="1400" spc="-1" strike="noStrike">
                  <a:solidFill>
                    <a:srgbClr val="000000"/>
                  </a:solidFill>
                  <a:latin typeface="Arial"/>
                </a:rPr>
                <a:t>Power</a:t>
              </a:r>
              <a:endParaRPr b="0" lang="en-IN" sz="1400" spc="-1" strike="noStrike">
                <a:solidFill>
                  <a:srgbClr val="000000"/>
                </a:solidFill>
                <a:latin typeface="Times New Roman"/>
              </a:endParaRPr>
            </a:p>
          </p:txBody>
        </p:sp>
      </p:grp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GB" sz="4400" spc="-1" strike="noStrike">
                <a:solidFill>
                  <a:srgbClr val="ffffff"/>
                </a:solidFill>
                <a:latin typeface="Tahoma"/>
              </a:rPr>
              <a:t>User Interface</a:t>
            </a: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123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GB" sz="3200" spc="-1" strike="noStrike">
                <a:solidFill>
                  <a:srgbClr val="ffffff"/>
                </a:solidFill>
                <a:latin typeface="Tahoma"/>
              </a:rPr>
              <a:t>Buttons: push and scroll wheel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GB" sz="3200" spc="-1" strike="noStrike">
                <a:solidFill>
                  <a:srgbClr val="ffffff"/>
                </a:solidFill>
                <a:latin typeface="Tahoma"/>
              </a:rPr>
              <a:t>Display: LCD Display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99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GB" sz="4400" spc="-1" strike="noStrike">
                <a:solidFill>
                  <a:srgbClr val="ffffff"/>
                </a:solidFill>
                <a:latin typeface="Tahoma"/>
              </a:rPr>
              <a:t>Look &amp; Feel</a:t>
            </a: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125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GB" sz="3200" spc="-1" strike="noStrike">
                <a:solidFill>
                  <a:srgbClr val="ffffff"/>
                </a:solidFill>
                <a:latin typeface="Tahoma"/>
              </a:rPr>
              <a:t>Cases: curved or flat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99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GB" sz="3200" spc="-1" strike="noStrike">
                <a:solidFill>
                  <a:srgbClr val="ffffff"/>
                </a:solidFill>
                <a:latin typeface="Tahoma"/>
              </a:rPr>
              <a:t>Materials: plastic, rubber, wood or titanium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GB" sz="4400" spc="-1" strike="noStrike">
                <a:solidFill>
                  <a:srgbClr val="ffffff"/>
                </a:solidFill>
                <a:latin typeface="Tahoma"/>
              </a:rPr>
              <a:t>Other Components</a:t>
            </a: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127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GB" sz="3200" spc="-1" strike="noStrike">
                <a:solidFill>
                  <a:srgbClr val="ffffff"/>
                </a:solidFill>
                <a:latin typeface="Tahoma"/>
              </a:rPr>
              <a:t>Logic – simple, regular, advanced (all have a built in transmitter)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GB" sz="3200" spc="-1" strike="noStrike">
                <a:solidFill>
                  <a:srgbClr val="ffffff"/>
                </a:solidFill>
                <a:latin typeface="Tahoma"/>
              </a:rPr>
              <a:t>Power – battery, hand dynamo, kinetic, solar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4400" spc="-1" strike="noStrike">
                <a:solidFill>
                  <a:srgbClr val="ffffff"/>
                </a:solidFill>
                <a:latin typeface="Tahoma"/>
              </a:rPr>
              <a:t>Personal Preferences</a:t>
            </a: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129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GB" sz="3200" spc="-1" strike="noStrike">
                <a:solidFill>
                  <a:srgbClr val="ffffff"/>
                </a:solidFill>
                <a:latin typeface="Tahoma"/>
              </a:rPr>
              <a:t>Small, slim compact handheld device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GB" sz="3200" spc="-1" strike="noStrike">
                <a:solidFill>
                  <a:srgbClr val="ffffff"/>
                </a:solidFill>
                <a:latin typeface="Tahoma"/>
              </a:rPr>
              <a:t>Use less and simple components </a:t>
            </a:r>
            <a:r>
              <a:rPr b="0" lang="en-GB" sz="3200" spc="-1" strike="noStrike">
                <a:solidFill>
                  <a:srgbClr val="ffffff"/>
                </a:solidFill>
                <a:latin typeface="Wingdings"/>
                <a:ea typeface="Wingdings"/>
              </a:rPr>
              <a:t></a:t>
            </a:r>
            <a:r>
              <a:rPr b="0" lang="en-GB" sz="3200" spc="-1" strike="noStrike">
                <a:solidFill>
                  <a:srgbClr val="ffffff"/>
                </a:solidFill>
                <a:latin typeface="Tahoma"/>
              </a:rPr>
              <a:t> impacts quantity of functions we want to fufill and production costs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99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30" name=""/>
          <p:cNvGraphicFramePr/>
          <p:nvPr/>
        </p:nvGraphicFramePr>
        <p:xfrm>
          <a:off x="446040" y="415800"/>
          <a:ext cx="8229600" cy="5091120"/>
        </p:xfrm>
        <a:graphic>
          <a:graphicData uri="http://schemas.openxmlformats.org/drawingml/2006/table">
            <a:tbl>
              <a:tblPr/>
              <a:tblGrid>
                <a:gridCol w="4114800"/>
                <a:gridCol w="4114800"/>
              </a:tblGrid>
              <a:tr h="565200">
                <a:tc>
                  <a:txBody>
                    <a:bodyPr lIns="90000" rIns="90000" tIns="46800" bIns="46800"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  <a:spcBef>
                          <a:spcPts val="700"/>
                        </a:spcBef>
                        <a:tabLst>
                          <a:tab algn="l" pos="0"/>
                          <a:tab algn="l" pos="914400"/>
                          <a:tab algn="l" pos="1828800"/>
                          <a:tab algn="l" pos="2743200"/>
                          <a:tab algn="l" pos="3657600"/>
                          <a:tab algn="l" pos="4572000"/>
                          <a:tab algn="l" pos="5486400"/>
                          <a:tab algn="l" pos="6400800"/>
                          <a:tab algn="l" pos="7315200"/>
                          <a:tab algn="l" pos="8229600"/>
                          <a:tab algn="l" pos="9144000"/>
                          <a:tab algn="l" pos="10058400"/>
                        </a:tabLst>
                      </a:pPr>
                      <a:r>
                        <a:rPr b="0" i="1" lang="en-GB" sz="2800" spc="-1" strike="noStrike" u="sng">
                          <a:solidFill>
                            <a:srgbClr val="ffffff"/>
                          </a:solidFill>
                          <a:uFillTx/>
                          <a:latin typeface="Tahoma"/>
                        </a:rPr>
                        <a:t>Function</a:t>
                      </a:r>
                      <a:endParaRPr b="0" lang="en-IN" sz="2800" spc="-1" strike="noStrike">
                        <a:solidFill>
                          <a:srgbClr val="000000"/>
                        </a:solidFill>
                        <a:latin typeface="Times New Roman"/>
                      </a:endParaRPr>
                    </a:p>
                  </a:txBody>
                  <a:tcPr anchor="t" marL="90000" marR="90000">
                    <a:lnL w="5760">
                      <a:solidFill>
                        <a:srgbClr val="ffffff"/>
                      </a:solidFill>
                    </a:lnL>
                    <a:lnR w="5760">
                      <a:solidFill>
                        <a:srgbClr val="ffffff"/>
                      </a:solidFill>
                    </a:lnR>
                    <a:lnT w="5760">
                      <a:solidFill>
                        <a:srgbClr val="ffffff"/>
                      </a:solidFill>
                    </a:lnT>
                    <a:lnB w="5760">
                      <a:solidFill>
                        <a:srgbClr val="ffffff"/>
                      </a:solidFill>
                    </a:lnB>
                    <a:noFill/>
                  </a:tcPr>
                </a:tc>
                <a:tc>
                  <a:txBody>
                    <a:bodyPr lIns="90000" rIns="90000" tIns="46800" bIns="46800"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  <a:spcBef>
                          <a:spcPts val="700"/>
                        </a:spcBef>
                        <a:tabLst>
                          <a:tab algn="l" pos="0"/>
                          <a:tab algn="l" pos="914400"/>
                          <a:tab algn="l" pos="1828800"/>
                          <a:tab algn="l" pos="2743200"/>
                          <a:tab algn="l" pos="3657600"/>
                          <a:tab algn="l" pos="4572000"/>
                          <a:tab algn="l" pos="5486400"/>
                          <a:tab algn="l" pos="6400800"/>
                          <a:tab algn="l" pos="7315200"/>
                          <a:tab algn="l" pos="8229600"/>
                          <a:tab algn="l" pos="9144000"/>
                          <a:tab algn="l" pos="10058400"/>
                        </a:tabLst>
                      </a:pPr>
                      <a:r>
                        <a:rPr b="0" i="1" lang="en-GB" sz="2800" spc="-1" strike="noStrike" u="sng">
                          <a:solidFill>
                            <a:srgbClr val="ffffff"/>
                          </a:solidFill>
                          <a:uFillTx/>
                          <a:latin typeface="Tahoma"/>
                        </a:rPr>
                        <a:t>Description</a:t>
                      </a:r>
                      <a:endParaRPr b="0" lang="en-IN" sz="2800" spc="-1" strike="noStrike">
                        <a:solidFill>
                          <a:srgbClr val="000000"/>
                        </a:solidFill>
                        <a:latin typeface="Times New Roman"/>
                      </a:endParaRPr>
                    </a:p>
                  </a:txBody>
                  <a:tcPr anchor="t" marL="90000" marR="90000">
                    <a:lnL w="5760">
                      <a:solidFill>
                        <a:srgbClr val="ffffff"/>
                      </a:solidFill>
                    </a:lnL>
                    <a:lnR w="5760">
                      <a:solidFill>
                        <a:srgbClr val="ffffff"/>
                      </a:solidFill>
                    </a:lnR>
                    <a:lnT w="5760">
                      <a:solidFill>
                        <a:srgbClr val="ffffff"/>
                      </a:solidFill>
                    </a:lnT>
                    <a:lnB w="5760">
                      <a:solidFill>
                        <a:srgbClr val="ffffff"/>
                      </a:solidFill>
                    </a:lnB>
                    <a:noFill/>
                  </a:tcPr>
                </a:tc>
              </a:tr>
              <a:tr h="905040">
                <a:tc>
                  <a:tcPr anchor="t" marL="90000" marR="90000">
                    <a:lnL w="5760">
                      <a:solidFill>
                        <a:srgbClr val="ffffff"/>
                      </a:solidFill>
                    </a:lnL>
                    <a:lnR w="5760">
                      <a:solidFill>
                        <a:srgbClr val="ffffff"/>
                      </a:solidFill>
                    </a:lnR>
                    <a:lnT w="5760">
                      <a:solidFill>
                        <a:srgbClr val="ffffff"/>
                      </a:solidFill>
                    </a:lnT>
                    <a:lnB w="5760">
                      <a:solidFill>
                        <a:srgbClr val="ffffff"/>
                      </a:solidFill>
                    </a:lnB>
                    <a:noFill/>
                  </a:tcPr>
                </a:tc>
                <a:tc>
                  <a:tcPr anchor="t" marL="90000" marR="90000">
                    <a:lnL w="5760">
                      <a:solidFill>
                        <a:srgbClr val="ffffff"/>
                      </a:solidFill>
                    </a:lnL>
                    <a:lnR w="5760">
                      <a:solidFill>
                        <a:srgbClr val="ffffff"/>
                      </a:solidFill>
                    </a:lnR>
                    <a:lnT w="5760">
                      <a:solidFill>
                        <a:srgbClr val="ffffff"/>
                      </a:solidFill>
                    </a:lnT>
                    <a:lnB w="5760">
                      <a:solidFill>
                        <a:srgbClr val="ffffff"/>
                      </a:solidFill>
                    </a:lnB>
                    <a:noFill/>
                  </a:tcPr>
                </a:tc>
              </a:tr>
              <a:tr h="906480">
                <a:tc>
                  <a:tcPr anchor="t" marL="90000" marR="90000">
                    <a:lnL w="5760">
                      <a:solidFill>
                        <a:srgbClr val="ffffff"/>
                      </a:solidFill>
                    </a:lnL>
                    <a:lnR w="5760">
                      <a:solidFill>
                        <a:srgbClr val="ffffff"/>
                      </a:solidFill>
                    </a:lnR>
                    <a:lnT w="5760">
                      <a:solidFill>
                        <a:srgbClr val="ffffff"/>
                      </a:solidFill>
                    </a:lnT>
                    <a:lnB w="5760">
                      <a:solidFill>
                        <a:srgbClr val="ffffff"/>
                      </a:solidFill>
                    </a:lnB>
                    <a:noFill/>
                  </a:tcPr>
                </a:tc>
                <a:tc>
                  <a:tcPr anchor="t" marL="90000" marR="90000">
                    <a:lnL w="5760">
                      <a:solidFill>
                        <a:srgbClr val="ffffff"/>
                      </a:solidFill>
                    </a:lnL>
                    <a:lnR w="5760">
                      <a:solidFill>
                        <a:srgbClr val="ffffff"/>
                      </a:solidFill>
                    </a:lnR>
                    <a:lnT w="5760">
                      <a:solidFill>
                        <a:srgbClr val="ffffff"/>
                      </a:solidFill>
                    </a:lnT>
                    <a:lnB w="5760">
                      <a:solidFill>
                        <a:srgbClr val="ffffff"/>
                      </a:solidFill>
                    </a:lnB>
                    <a:noFill/>
                  </a:tcPr>
                </a:tc>
              </a:tr>
              <a:tr h="904680">
                <a:tc>
                  <a:tcPr anchor="t" marL="90000" marR="90000">
                    <a:lnL w="5760">
                      <a:solidFill>
                        <a:srgbClr val="ffffff"/>
                      </a:solidFill>
                    </a:lnL>
                    <a:lnR w="5760">
                      <a:solidFill>
                        <a:srgbClr val="ffffff"/>
                      </a:solidFill>
                    </a:lnR>
                    <a:lnT w="5760">
                      <a:solidFill>
                        <a:srgbClr val="ffffff"/>
                      </a:solidFill>
                    </a:lnT>
                    <a:lnB w="5760">
                      <a:solidFill>
                        <a:srgbClr val="ffffff"/>
                      </a:solidFill>
                    </a:lnB>
                    <a:noFill/>
                  </a:tcPr>
                </a:tc>
                <a:tc>
                  <a:tcPr anchor="t" marL="90000" marR="90000">
                    <a:lnL w="5760">
                      <a:solidFill>
                        <a:srgbClr val="ffffff"/>
                      </a:solidFill>
                    </a:lnL>
                    <a:lnR w="5760">
                      <a:solidFill>
                        <a:srgbClr val="ffffff"/>
                      </a:solidFill>
                    </a:lnR>
                    <a:lnT w="5760">
                      <a:solidFill>
                        <a:srgbClr val="ffffff"/>
                      </a:solidFill>
                    </a:lnT>
                    <a:lnB w="5760">
                      <a:solidFill>
                        <a:srgbClr val="ffffff"/>
                      </a:solidFill>
                    </a:lnB>
                    <a:noFill/>
                  </a:tcPr>
                </a:tc>
              </a:tr>
              <a:tr h="905040">
                <a:tc>
                  <a:tcPr anchor="t" marL="90000" marR="90000">
                    <a:lnL w="5760">
                      <a:solidFill>
                        <a:srgbClr val="ffffff"/>
                      </a:solidFill>
                    </a:lnL>
                    <a:lnR w="5760">
                      <a:solidFill>
                        <a:srgbClr val="ffffff"/>
                      </a:solidFill>
                    </a:lnR>
                    <a:lnT w="5760">
                      <a:solidFill>
                        <a:srgbClr val="ffffff"/>
                      </a:solidFill>
                    </a:lnT>
                    <a:lnB w="5760">
                      <a:solidFill>
                        <a:srgbClr val="ffffff"/>
                      </a:solidFill>
                    </a:lnB>
                    <a:noFill/>
                  </a:tcPr>
                </a:tc>
                <a:tc>
                  <a:tcPr anchor="t" marL="90000" marR="90000">
                    <a:lnL w="5760">
                      <a:solidFill>
                        <a:srgbClr val="ffffff"/>
                      </a:solidFill>
                    </a:lnL>
                    <a:lnR w="5760">
                      <a:solidFill>
                        <a:srgbClr val="ffffff"/>
                      </a:solidFill>
                    </a:lnR>
                    <a:lnT w="5760">
                      <a:solidFill>
                        <a:srgbClr val="ffffff"/>
                      </a:solidFill>
                    </a:lnT>
                    <a:lnB w="5760">
                      <a:solidFill>
                        <a:srgbClr val="ffffff"/>
                      </a:solidFill>
                    </a:lnB>
                    <a:noFill/>
                  </a:tcPr>
                </a:tc>
              </a:tr>
              <a:tr h="904680">
                <a:tc>
                  <a:tcPr anchor="t" marL="90000" marR="90000">
                    <a:lnL w="5760">
                      <a:solidFill>
                        <a:srgbClr val="ffffff"/>
                      </a:solidFill>
                    </a:lnL>
                    <a:lnR w="5760">
                      <a:solidFill>
                        <a:srgbClr val="ffffff"/>
                      </a:solidFill>
                    </a:lnR>
                    <a:lnT w="5760">
                      <a:solidFill>
                        <a:srgbClr val="ffffff"/>
                      </a:solidFill>
                    </a:lnT>
                    <a:lnB w="5760">
                      <a:solidFill>
                        <a:srgbClr val="ffffff"/>
                      </a:solidFill>
                    </a:lnB>
                    <a:noFill/>
                  </a:tcPr>
                </a:tc>
                <a:tc>
                  <a:tcPr anchor="t" marL="90000" marR="90000">
                    <a:lnL w="5760">
                      <a:solidFill>
                        <a:srgbClr val="ffffff"/>
                      </a:solidFill>
                    </a:lnL>
                    <a:lnR w="5760">
                      <a:solidFill>
                        <a:srgbClr val="ffffff"/>
                      </a:solidFill>
                    </a:lnR>
                    <a:lnT w="5760">
                      <a:solidFill>
                        <a:srgbClr val="ffffff"/>
                      </a:solidFill>
                    </a:lnT>
                    <a:lnB w="5760">
                      <a:solidFill>
                        <a:srgbClr val="ffffff"/>
                      </a:solidFill>
                    </a:lnB>
                    <a:noFill/>
                  </a:tcPr>
                </a:tc>
              </a:tr>
            </a:tbl>
          </a:graphicData>
        </a:graphic>
      </p:graphicFrame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25400" cap="flat" cmpd="sng" algn="ctr">
          <a:solidFill>
            <a:schemeClr val="phClr"/>
          </a:solidFill>
          <a:prstDash val="solid"/>
          <a:miter/>
        </a:ln>
        <a:ln w="3810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25400" cap="flat" cmpd="sng" algn="ctr">
          <a:solidFill>
            <a:schemeClr val="phClr"/>
          </a:solidFill>
          <a:prstDash val="solid"/>
          <a:miter/>
        </a:ln>
        <a:ln w="3810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23</TotalTime>
  <Application>LibreOffice/7.3.7.2$Linux_X86_64 LibreOffice_project/30$Build-2</Application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/>
  <dc:description/>
  <dc:language>en-IN</dc:language>
  <cp:lastModifiedBy>AMI</cp:lastModifiedBy>
  <dcterms:modified xsi:type="dcterms:W3CDTF">2004-12-13T19:40:19Z</dcterms:modified>
  <cp:revision>13</cp:revision>
  <dc:subject/>
  <dc:title>PowerPoint Presentation</dc:title>
</cp:coreProperties>
</file>