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0AB850-1CE2-4783-AC13-58B812DBEB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DA4D28-768F-40EE-B688-60728678AA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02C15-98EE-4B3B-9AED-9DA80F4AED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9303A3-E57B-46AD-B8B9-A9875FD4CF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D2C5F1-3AC2-4C4F-9F5F-AB7C9C79C1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933FBB-DFC2-423B-9937-51CA1BA213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2C4949-A3C3-423F-97AB-6EB59C8637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8ABAF9-56C8-44C4-A205-49073E86F3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DCF7F6-3101-419A-B5D4-3C2871454C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DEF483-75FC-406F-B860-4D832BF822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2BF77E-B541-4D54-9163-A17EE2B1F8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9682E8-833A-4C83-981E-BA9694A99E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03F2BE-6F0D-47C6-97F1-FCF7A90EE4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E78C79-AD11-4D36-839D-3864FF165A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02E6DA-EE95-445A-A906-71526B393B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5FA06D-87A9-483B-A61D-FD8EA94905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6B3B7-F83D-4E83-8ADE-CF8171ABB7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650EE0-E51D-4CBC-9F29-68EA6FBF27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870B53-26FF-44DE-8B52-5F5F12A185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725589-FDD0-49CA-AFED-B280F30B21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DF91D6-9035-4FDE-9747-68890E8DF7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1F92FA-0FD0-43A7-80CC-8A0460AA91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954EA2-B8BE-4C4A-8E5D-4B3E0EF57F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981DFA-B14D-4BCB-B8F9-49DEA013F1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F9B79F-A6C6-47D8-BC19-538FC58575B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3C0D61-3195-4549-A12B-07FCFA0399B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David,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Specify a base “implementation” from which to kick start ideas and get the meeting talking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Collect feedback from the other team members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 into design or start from scratch if necessary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5280" y="1484280"/>
            <a:ext cx="8280360" cy="432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684360" y="1971720"/>
            <a:ext cx="7561080" cy="3041640"/>
            <a:chOff x="684360" y="1971720"/>
            <a:chExt cx="7561080" cy="3041640"/>
          </a:xfrm>
        </p:grpSpPr>
        <p:grpSp>
          <p:nvGrpSpPr>
            <p:cNvPr id="102" name=""/>
            <p:cNvGrpSpPr/>
            <p:nvPr/>
          </p:nvGrpSpPr>
          <p:grpSpPr>
            <a:xfrm>
              <a:off x="971640" y="4348440"/>
              <a:ext cx="672480" cy="664920"/>
              <a:chOff x="971640" y="4348440"/>
              <a:chExt cx="672480" cy="664920"/>
            </a:xfrm>
          </p:grpSpPr>
          <p:sp>
            <p:nvSpPr>
              <p:cNvPr id="103" name=""/>
              <p:cNvSpPr/>
              <p:nvPr/>
            </p:nvSpPr>
            <p:spPr>
              <a:xfrm>
                <a:off x="1222200" y="4348440"/>
                <a:ext cx="12240" cy="6649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>
                <a:off x="1411200" y="4498920"/>
                <a:ext cx="12240" cy="3744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"/>
              <p:cNvSpPr/>
              <p:nvPr/>
            </p:nvSpPr>
            <p:spPr>
              <a:xfrm>
                <a:off x="971640" y="4692600"/>
                <a:ext cx="234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>
                <a:off x="1409760" y="4678200"/>
                <a:ext cx="2343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07" name=""/>
            <p:cNvSpPr/>
            <p:nvPr/>
          </p:nvSpPr>
          <p:spPr>
            <a:xfrm>
              <a:off x="5651640" y="3411720"/>
              <a:ext cx="609480" cy="609480"/>
            </a:xfrm>
            <a:prstGeom prst="flowChartSummingJunction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411280" y="229896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95640" y="1971720"/>
              <a:ext cx="1296720" cy="52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User Interface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484360" y="3484800"/>
              <a:ext cx="679680" cy="565200"/>
            </a:xfrm>
            <a:prstGeom prst="flowChartPunchedCard">
              <a:avLst/>
            </a:prstGeom>
            <a:solidFill>
              <a:srgbClr val="99cc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 flipV="1">
              <a:off x="2843280" y="2908440"/>
              <a:ext cx="0" cy="5637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H="1">
              <a:off x="3203640" y="3759480"/>
              <a:ext cx="79200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7164360" y="3268800"/>
              <a:ext cx="84600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6948360" y="2980080"/>
              <a:ext cx="129708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Reciever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6948360" y="4043520"/>
              <a:ext cx="1297080" cy="94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TV, Stero, DVD, CD Player, Radio, etc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995640" y="344988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3780000" y="310680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Transmitter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>
              <a:off x="4858920" y="3700800"/>
              <a:ext cx="79236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5291280" y="3051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Infra Red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19564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Logic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68436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Power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Buttons: push and scroll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Display: LCD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Look &amp;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Cases: curved or flat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Materials: plastic, rubber, wood or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Other 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Logic – simple, regular, advanced (all have a built in transmitter)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– battery, hand dynamo, kinetic, solar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Small, slim compact handheld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 less and simple components </a:t>
            </a:r>
            <a:r>
              <a:rPr b="0" lang="en-GB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impacts quantity of functions we want to fufill and production costs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"/>
          <p:cNvGraphicFramePr/>
          <p:nvPr/>
        </p:nvGraphicFramePr>
        <p:xfrm>
          <a:off x="446040" y="415800"/>
          <a:ext cx="8229600" cy="50911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652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i="1" lang="en-GB" sz="2800" spc="-1" strike="noStrike" u="sng">
                          <a:solidFill>
                            <a:srgbClr val="ffffff"/>
                          </a:solidFill>
                          <a:uFillTx/>
                          <a:latin typeface="Tahoma"/>
                        </a:rPr>
                        <a:t>Function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i="1" lang="en-GB" sz="2800" spc="-1" strike="noStrike" u="sng">
                          <a:solidFill>
                            <a:srgbClr val="ffffff"/>
                          </a:solidFill>
                          <a:uFillTx/>
                          <a:latin typeface="Tahoma"/>
                        </a:rPr>
                        <a:t>Description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504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64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46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504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46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2004-12-13T19:40:19Z</dcterms:modified>
  <cp:revision>13</cp:revision>
  <dc:subject/>
  <dc:title>PowerPoint Presentation</dc:title>
</cp:coreProperties>
</file>