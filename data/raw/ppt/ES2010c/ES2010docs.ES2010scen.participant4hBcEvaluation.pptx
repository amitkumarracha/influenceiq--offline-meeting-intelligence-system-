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33C15E-E132-4DD5-8A53-D3BE8288DC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76A31F-672B-4C9B-A15B-0D1623F724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85CDA-456B-4791-BFD4-D92DF3104E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11D85-02B9-46EB-A8D7-74E9DDBCB1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C187C-1502-4BAC-99B5-3D1024E19C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A97171-A7A0-4456-B9A4-8DCFF8CF24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EEED93-9790-4726-B4FC-A0B03534E8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CD53F-04F9-470F-9259-A5008C2F04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C7468A-84BF-43A9-9B5B-A9E624E31F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0CA7F8-EA2D-45BB-B105-3F32D03492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47319-748C-4B09-B373-664E160737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85E32C-1112-4F40-8255-EDA3CCEFC4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A5032D-62A6-42BC-99DB-9EE1EEA490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9AF44-B574-481A-88F4-570CADBF1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DA2878-5F72-43AD-B43E-AE9465C8F6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952844-EF08-4266-8E6C-E92775E77E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14EE8C-7986-4308-AB1A-693ABC2C80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EAF3ED-C9A1-46D3-9464-7B9FC90F2A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140A56-D637-4820-8515-7CD28DC480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026CC-CEB0-4D33-A581-01966CBDAA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F371AF-EFC8-4DA0-8BF4-C476A7E6AA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E97FF-6700-4DE5-8429-47173235C4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58EC7-089B-4E53-A6DA-EDE1E45A4C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5953B3-045D-4482-ADFB-840915C364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E5A7A3-A405-40B2-B547-8512E8BFEFB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219238-A741-4F41-9DBC-4175E307E27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