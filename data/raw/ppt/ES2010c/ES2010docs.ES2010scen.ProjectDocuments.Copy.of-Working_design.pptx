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F4144-2E92-4CEC-93BD-99B39610F6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AE09F-55CE-490B-9394-A751683FEF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CF3EBE-B70A-4E81-A4D2-B1D9C7DD3B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81AC6-8F90-4FFF-BD8B-22906F1AAF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4AF40-6B03-433D-A8E6-4E864E32F7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847AE-9D89-42DB-A31C-7BBC8765F2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D05A8-17C5-457C-888B-0411ABE7ED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46596-C0C9-4539-874B-A51243D848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672A94-0F32-4092-A9D4-EBBC86EFC3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07D844-5356-4C4B-B8D4-448E97614A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F877C9-7746-41E7-8B91-61D1553109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D8489-5726-4588-8E13-243420BD72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410B98-4B47-44F3-A3E0-935DD9A76B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273A48-58BC-414B-B94E-B79E9D88D4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7BB5FE-E13B-47AE-B42A-5BAC81504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70DCB0-797B-4739-B080-3778BFABB1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36A344-2B4E-40F4-9DA4-44A048A3C6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E1B219-9180-49DF-BA65-F43345DB98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4C152C-59BC-4EBC-AAE3-8B02496758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C45AD8-9CC1-4AFC-BD1B-FD526BE914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B2BE3A-1F5C-457A-B89F-986FDD56A6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548F2B-D34B-4D00-872A-D17806AAD9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A01D3A-F7FB-4285-95D1-0D3DA006DC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162578-63A6-481C-86EC-4AEAD21640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4E266D-03C3-44F5-AF1E-383824626E5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74EA99-2EEB-48B4-A5E9-E46834C4E79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