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7702BD-3F72-42A1-9E1E-1DF04AEF5A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462DA-948E-465C-8E24-A21C0DE472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6F9B6-4C7F-448C-8103-91CEA0A7CE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2A14FF-1E20-4F87-B720-48ADA26B50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267E9E-BAC0-43E0-8D3F-CF196A4191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1D1B88-BC54-436C-8A2F-64FCB20E32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59B5B3-4B6C-4F1C-BD27-CC7B6F777C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0FDF73-7821-4736-854A-A402BD25CD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FD5364-1BFB-4D82-BE62-DFC52D2CD5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0B1879-EA4D-4DE3-9226-0494BBA24F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76C87-E011-49AB-B394-444B9D1D43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F4F738-C4F7-4623-B5E3-47170263DA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A9DEC8-0A40-483E-9026-79F6886DBC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1F8216-C04B-4797-9C61-49E3A29C19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5EA06F-B695-46B7-864E-A85F39BEE4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881C1C-B684-4CCE-B2B9-B52DB28917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042750-8CAB-45F8-8805-593F2F1E01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6742A4-BD24-4BB9-9084-E5905262DA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9B08EE-AD96-48BF-8CC8-6559D5C729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E58D49-C043-4547-B8F9-E919F60B77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1B9753-447A-4176-983B-2CEC8792CE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11CF90-8FB7-49F2-82E0-4BBAB89149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82E61C-0FCC-40DE-BF98-69F3D89B11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150854-CBD3-4CAE-9B4C-CC06142ED0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A9C0A7-7C2D-46A6-B724-D2E50A76469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3E972A-345A-43B6-93A3-39A01F1D549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Meeting Goal</a:t>
            </a: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Team will reach a decision on the concepts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2005-02-16T19:39:58Z</dcterms:modified>
  <cp:revision>22</cp:revision>
  <dc:subject/>
  <dc:title>PowerPoint Presentation</dc:title>
</cp:coreProperties>
</file>