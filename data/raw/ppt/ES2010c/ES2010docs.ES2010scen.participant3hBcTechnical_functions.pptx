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6C91E-AE59-4D17-9EB2-59944C66BB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BDE8F2-0961-4CEC-84FE-B72BD2C918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C5486-2A84-4C82-B2FD-E0D276001F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D2E745-DB37-4431-B3CB-650BFBDC34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CFF545-2C42-4977-9CAC-8A27FCEAAA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4CE5F9-88B2-4C03-8889-6D793237D0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58802-87EC-4A9D-A580-28507AB130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F6C8A5-E85E-4D9A-B5D9-6DBF849616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9D5895-01ED-442C-B4A4-BABC1988A0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9452BA-4460-4802-AD78-1C19D8CB7F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CB7534-E0BD-4B33-B367-E175DFF0DB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0D603-052D-456E-B97F-D0212FF424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BBBE79-6E34-4599-8BB4-49FE88C0B5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36D902-4D18-4FDC-8C28-9C74D006FD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158BA0-0FCC-4B6F-B32E-5E4E1E0B06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C9F6F4-6570-4032-AE20-B49B0A7AEA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741E04-2C2D-4D76-B7D9-118960F561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CF8CA1-479A-4412-BDEB-531A88757B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38896A-356A-4911-96EC-D0B63648CF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374A12-38C6-4AAF-8F07-F6EB5F1CC5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2D504E-5AC8-42AE-8E36-08AFB9A6BC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8DDAA8-8B24-45EB-9314-D83C364AD2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944E19-87AE-41ED-9B83-01E74B313C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7923BB-7232-43C9-93F9-9BE07DFC8F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E34726-8C86-4ADB-86C2-418893B1A87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113E33C-568F-4B31-B335-B8C379D2BC7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2005-02-16T17:27:52Z</dcterms:modified>
  <cp:revision>9</cp:revision>
  <dc:subject/>
  <dc:title>PowerPoint Presentation</dc:title>
</cp:coreProperties>
</file>