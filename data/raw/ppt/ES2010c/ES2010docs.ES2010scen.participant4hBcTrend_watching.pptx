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37181-1BEB-4F51-82A9-8066062552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DDAB2-609A-43FA-A4F9-5E95AE3038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56BA85-4EB3-479F-AA90-F5C49C3F6C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70BBD-07D0-42B5-B834-9D37863CA3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0FFEEA-309C-4DE6-AA76-F528445986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DA1CA8-2B1E-467C-BC9F-A70816B9CA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26F25-1B1C-4937-A80F-2BFC48F33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F7E8CD-2B40-46E6-82EF-A761FBE893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6783A-2754-44D7-8CFB-BB85FE2B53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9E0B6-4A19-4824-8041-2A2F322866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5498A-64B0-42EF-9C3C-4ADE4DCE0B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292651-CB1D-430E-A265-3E75899DF3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2E1E6-CA60-405F-9AB0-AAA55E6D6B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4C0E2-6ED3-4272-86B6-1ADF55689F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B9B78C-1338-430B-A496-6479A99ECE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83D846-7D20-4100-B85F-359A67F0C3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A1F40-873A-4CBD-93DE-B4AE5DDE35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EB7790-3E8C-4572-BC7E-23A8B08ED3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04F97-26A1-47D0-99E2-807374C261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C41D7F-B0EC-4D64-81E4-4DCF1FCE54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73F0C9-BB3A-498E-8144-EA5447F220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826BB1-93A1-48D4-8AD0-5DE48CD2EF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A0C8B0-61EF-46CA-8614-78911EBFFC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891E12-A743-4BFB-925D-55C9F8F482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FBD748-2E95-4739-9316-CCB756E7611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8D7999-2311-4235-A3D6-7160DC2C257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