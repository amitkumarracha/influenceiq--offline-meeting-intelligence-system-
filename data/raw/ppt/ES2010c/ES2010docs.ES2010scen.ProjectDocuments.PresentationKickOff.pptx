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E2E408-B3EB-493B-85CE-4261539A87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FC724A-122C-4496-9245-711C379104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9EABCB-A695-4270-B837-800607D6D5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33E448-260F-4E13-A4F4-323EF7CC1D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9DCE6A-742D-4366-A07F-3EEC748A8A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6BCADC-3D34-4FCA-8FEC-A208D499A8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EA8A34-DC3F-480F-A6A5-7D8D3FC2DF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CE74CB-C052-47A2-A15F-67D74C38D4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4A1656-B855-44E8-8309-9CE8C99AB7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1B306C-8A90-4CD9-A11F-DBC26923CE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7FD6C7-7DFF-4FB5-85F8-B7E1262B77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4C8E60-3D84-4CFE-B47D-85B8D8BC19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3C7DEB-C68D-4AAD-B75F-B1584C4BDA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87D96F-461E-4DEE-A07C-752F53F54D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57ED11-FE35-4FFA-BFBA-DE5536ADB2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013B51-C943-4AB6-9CD6-71258D55CE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8D9C28-18FD-4604-9492-6CC6F9749C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70BDAD-84BE-4D5F-8106-14881750BB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770EEF-8D95-4C54-8B14-7D44E750C0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20683F-43B5-4F68-8727-1018E0E868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6A5742-9E4C-48A5-BE53-C77029DDA5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422ABB-6E2C-417F-8618-3EFA70859A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C3E9A7-8BCA-4C09-B431-015DE5BA143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616504-B799-46C9-AA6B-1AA8841512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D32327E-E813-48E2-A2B3-D1F7EEF4DAF5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B67EEA7-823F-4B5E-96DF-73EBB3FAEB4A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2005-02-16T17:12:27Z</dcterms:modified>
  <cp:revision>32</cp:revision>
  <dc:subject/>
  <dc:title>PowerPoint Presentation</dc:title>
</cp:coreProperties>
</file>