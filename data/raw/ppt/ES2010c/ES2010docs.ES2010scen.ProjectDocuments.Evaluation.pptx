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8EDE3D-F6FE-4A3D-9F28-1070D138B1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870447-8E23-461C-813C-52DE7879E0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17E457-E460-41E8-938A-CD467AEE44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B16A64-57D2-4171-986F-0F312ABE911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175391-2254-482B-960B-A3E3ED5AB4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2F581F-5AE3-483C-9882-E1B14B85A2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7E3D35-BF32-4538-8FC6-519695399F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A506BF-7B0F-4BF4-AA1D-834C67D41A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614EA7-352A-45F1-BA2A-9AA97964BF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EC42C5-BC04-452C-934D-6262170440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CA6F2C-76F9-4474-84AC-DD24066C462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941F5F-5954-41CF-BD5C-3854F7285C4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8BA951-E035-4251-98FD-4CA44FF782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88951F-3152-46D9-9083-56B3AEB553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022015-2C8A-45D4-AD92-11140F00E1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A8A7C5-9315-412A-9C29-32DAA175DD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C1F741-F50E-4DDC-AE61-DF93611B44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CD0B00-5EC6-449C-B1FB-F43C1626BE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5F6D4A-78AF-425F-B2D5-52423728AF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1BF908-7926-46FD-9194-81405C1CA7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7899BA-E7BB-4605-AA21-C584DE2289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F2067D-D81D-49BA-9AA0-42A86C96E9D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F1FBD4-4FEB-41D5-85AA-52CCB189AC5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B420B2-770B-4296-B8E5-7FD48901F51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2CE3585-65E3-48A0-9E6E-13B50AC1162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37D4FCE-B987-4E6D-BC05-2E26DFD64F9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5400" spc="-1" strike="noStrike">
                <a:solidFill>
                  <a:srgbClr val="33cc33"/>
                </a:solidFill>
                <a:latin typeface="Georgia"/>
              </a:rPr>
              <a:t>Evaluation criteria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Courtney Jordan, Marketing Expert Extraordinare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Is Our Remote…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use?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Fashionable?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Feel-good?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Technologically Innovative?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Squishy or covered in vegetables/fruits?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Evaluation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6840" y="1557000"/>
            <a:ext cx="7715160" cy="456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0" name=""/>
          <p:cNvGraphicFramePr/>
          <p:nvPr/>
        </p:nvGraphicFramePr>
        <p:xfrm>
          <a:off x="1042920" y="2637000"/>
          <a:ext cx="6919560" cy="2364840"/>
        </p:xfrm>
        <a:graphic>
          <a:graphicData uri="http://schemas.openxmlformats.org/drawingml/2006/table">
            <a:tbl>
              <a:tblPr/>
              <a:tblGrid>
                <a:gridCol w="988200"/>
                <a:gridCol w="988920"/>
                <a:gridCol w="988200"/>
                <a:gridCol w="988920"/>
                <a:gridCol w="988200"/>
                <a:gridCol w="988920"/>
                <a:gridCol w="988200"/>
              </a:tblGrid>
              <a:tr h="1518840"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True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False 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846000"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1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2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3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4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5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6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7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Good Job, Team!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Our remote model, slightly resembling a giant and delicious cookie, appears to be a winner. 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will sell millions!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2005-02-16T21:01:30Z</dcterms:modified>
  <cp:revision>12</cp:revision>
  <dc:subject/>
  <dc:title>PowerPoint Presentation</dc:title>
</cp:coreProperties>
</file>