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41B2E1-A722-4957-AA1B-7DCF7F5D7B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95313-978A-48AD-B06B-6DA3A736FD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8604C2-FC8B-45C2-A87B-0375C59AEC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93C6F5-0A4D-4FFB-9E12-90AF6725EF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AC1DA-C5C1-436A-B0B0-2495C80642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26DBB7-D5D0-45BB-AF2C-364A311B0F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E32A2D-90F6-4D52-9CD1-0A03A0C863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A2C7A6-2459-4CF3-BEF2-8C8493E191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A2CDA3-7399-4CF6-9385-F5B21C0429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E2BCBD-EF2F-4C75-A028-E018CCEF9B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2C9199-4344-4F5A-B213-27DFB926EF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B566AB-DB68-42C6-B732-EBA9702444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32893D-99FB-4B0E-9B82-8407208293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915872-E62A-4C40-AE8A-D22F3A5546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660FB-2E54-4093-AAFA-269B2F6A17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47FFDB-1E01-42D2-865E-DC1DD7C549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E82321-2128-4D8D-B3C6-423F704D60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3CDBA3-23C9-4509-AD53-43865331B2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E764D4-4EF4-42FA-B9C5-13A0C3BAAA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E4AF9D-2507-4D99-A6CE-F840F5BC30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DCA32C-E017-4F7B-A3F3-8745E07FF3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A92E00-C906-4696-8DB9-613531F428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8A1C7F-C6C1-41DB-BB7F-C5A5F4BD34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180D9-1066-4D05-9374-C8811E19C9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1A5DAF-D667-4E4A-8EC8-D8D14478772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3FE88D-6E28-48F6-8348-CF8ACE0BAF2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