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E7755C-0DCF-48BA-8BF5-BB488455B8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3EE028-00B3-4BB7-9C4F-243DB8DA3E6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096128-356C-49F9-B7A2-9C54D39052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0CAD43-59E0-4D84-BC37-59ECC812F38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E91AF7-0EF9-4D89-B8FC-8FC9CCFE962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FE3C31-BECC-4C3A-9710-8122F0C0AF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124BCF-E5CD-4BC3-8A45-B4488E8E0D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763D7A-681C-4DC1-B87B-92E3E020005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E118B2-DBE0-4C1A-8871-BA9072709A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15E323-EA83-4EB8-A833-A6A49B5170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7934CF-4192-48BF-BE58-0F203E6F90E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48756F-3142-4CBD-ABEA-D71B2DFB535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5FD05B-4C69-44A3-8ED3-95041070EF2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EAC038-5502-4EB2-915E-F947AAD174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050CC6-B96A-4663-8FC1-57B5910192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30DCC8-A901-4A1B-9FD0-C4642455BC6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036041-4EC3-4737-8C4E-50073E1C9C0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1C04D8-D2E6-447D-93A4-72FDF1F6188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A6E88E-5E09-4FF5-8E42-570CC208C1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C848EC-7D60-453C-986D-BA2D3E799BA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922D01-A980-4827-B855-2637AD46367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D9C8F9-D266-4D73-9053-84AE114284B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3C3E49-BAAB-4E58-BDC7-42DABE25DE7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007E5C-82B2-4E6E-B70F-E5033EA03BE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03E2CB8-16B9-432D-B48A-03D7C33B303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2285FBA-13F4-4615-ACDC-9494C17A6CE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Amber MacAdam,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Basic Remote Operation: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Pressed button makes connection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Chip sense connection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Chip produces Morse-code infrared signal specific to that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Transistors amplify the signal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Sensor on TV interprets the signal and responds accordingly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pc="-1" strike="noStrike">
                <a:solidFill>
                  <a:srgbClr val="ffffff"/>
                </a:solidFill>
                <a:latin typeface="Tahoma"/>
              </a:rPr>
              <a:t>Findings-</a:t>
            </a:r>
            <a:r>
              <a:rPr b="0" lang="en-GB" sz="4000" spc="-1" strike="noStrike">
                <a:solidFill>
                  <a:srgbClr val="ffffff"/>
                </a:solidFill>
                <a:latin typeface="Tahoma"/>
              </a:rPr>
              <a:t>Required Materials for basic internal construction:</a:t>
            </a:r>
            <a:br>
              <a:rPr sz="4000"/>
            </a:b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197000"/>
            <a:ext cx="8229600" cy="492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Rubber for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Aluminium for battery contacts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Integrated circuit –diode, transistor, resonator, resistors, capacitor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Fiber glass and thin copper wire to create circuit board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LED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Contact disks for the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Plastic for casing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Power source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 save money the components of the remote should be mass produced and the basic materials should be bought on mass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If we find another company who can produce the required chips, casing, LED and additional materials at a less expensive rate then we, ourselves, can we should go for it.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Suggested Power Options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Solar cells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Hand dynamo?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Kinetic power – shake to create power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Suggested Casing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Offer Options for casing: straight, curved, double curved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Offer Options in materials: plastic, rubber, titanium, wood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Restrictions: Latex = no solar power, and double curved = no titanium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Scroll function instead of buttons as option?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2005-02-16T19:41:35Z</dcterms:modified>
  <cp:revision>12</cp:revision>
  <dc:subject/>
  <dc:title>PowerPoint Presentation</dc:title>
</cp:coreProperties>
</file>