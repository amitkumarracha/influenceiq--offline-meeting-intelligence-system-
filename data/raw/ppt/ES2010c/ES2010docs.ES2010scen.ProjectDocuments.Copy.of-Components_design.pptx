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12E600-6B50-454C-98F6-F8041F449C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696DD-BE33-464F-9E19-E855AEEE7F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24A29D-B085-444D-954F-8D03C60AA2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727D4-9759-4019-919A-BF7A77CD77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ED55A-834D-4F6B-A46F-35F5830457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CC46FF-61EF-467F-90FE-5DE941081F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33F1D3-F063-44DA-AD5D-E0827ECE07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B3C029-0D5E-424A-93D0-38B41556E4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E4A47C-31BF-40B7-8033-646E3B152F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63897A-876C-482B-9B30-BA56CBEA1D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49229F-547D-4F1F-8DDF-8FF20A93C16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E73BEA-A929-4A97-A34C-25E65D9421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771069-EA97-44EF-BF38-6A2D1CD440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6496E7-EBCE-4617-969C-2FBDF7992F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6506B9-0AA7-4B78-B93F-323EDDAFE2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5641A1-0F51-4874-A342-C68F37572C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7F7D7E-F122-4219-AE48-DF2197D033C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C0F675-E1BB-448E-AD26-60E9B66DCE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E63C2D-DC64-437A-BFD1-FD899FEFAA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8DB059-FF77-4845-882E-E598A69865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CB7A79-C113-49DA-8144-3B3D063779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AAC02B-0D3B-45CF-9A2C-9E6F20C06C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BBF377-5062-4B36-A032-7F556D99FE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DD8F46-DA33-4D30-B201-8CEF250C34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9BEC42-B8F7-45BD-BFF2-EB570AABEE5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6DAA39-5217-4B61-A4DA-ED49317391F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