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883C5C-05C4-48F5-BFF2-31C3975A3A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B4902D-BBB8-4DC2-AAEE-190775ED03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F6D7DC-1DC4-4702-BC0E-7B91A92473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A52FAB-92D0-43F9-9951-F763D73626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F45CD-FB32-49B4-875A-2CD50FC289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B28D4B-73FE-4863-94E2-7B5BFADB30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23D09E-2143-4F56-ADA0-7B5EEF128F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A6121C-7F88-4165-B062-ADEE820C0B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A2AB1F-E83E-490F-8D7C-1BA673C274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BAEC50-9BB0-4664-8907-E41A268D49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22B4A2-57FD-44A2-9D9D-A89943FF27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AD7460-4A18-4BBA-BCB8-DC2230F304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55ECF7-CEB5-4D89-93DB-5AD13F52F1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FC4087-2B91-46E4-A736-339B3242C1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85FE33-A1F7-4B69-B3BD-593F541F36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456F2D-7390-4D3A-B2A4-33D66DF42A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C42BC6-D13F-4FF6-BEFF-6831E1004E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F9A2FE-BAF7-42BE-B37C-B29A54D53F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01BD3E-4249-4F10-A3C3-DB01340B6F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254F77-DE4E-4B4D-A45C-6CB49C5513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745D94-7525-4551-A100-5C6D07C43D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BD270A-7EE8-4CF9-8351-59D79F27E5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25A039-BF10-4E4E-93B8-31F8DDCA88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F0B2C3-5E5A-489C-B8F8-A954AFD914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820FCE-4318-4762-92A1-A416EF4270C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2F00C78-61E7-4851-B2D8-3427A5E58D2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Fenella Watson,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Considerations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"/>
          <p:cNvSpPr/>
          <p:nvPr/>
        </p:nvSpPr>
        <p:spPr>
          <a:xfrm>
            <a:off x="611280" y="1341360"/>
            <a:ext cx="7056360" cy="39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Needs to include: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numbers 0 – 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on/off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channel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volume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mute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functions for VHS/DVD – play, rewind, fast forward, stop,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pause, Enter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Menus – for DVD as well as TV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395280" y="189000"/>
            <a:ext cx="1930320" cy="65246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948360" y="404640"/>
            <a:ext cx="1762200" cy="595008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635280" y="1773360"/>
            <a:ext cx="46087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Types of design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Questions to Consider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do we want to include?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simple/complex should it be?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are needed to complete the installation process?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2005-02-16T17:28:00Z</dcterms:modified>
  <cp:revision>9</cp:revision>
  <dc:subject/>
  <dc:title>PowerPoint Presentation</dc:title>
</cp:coreProperties>
</file>