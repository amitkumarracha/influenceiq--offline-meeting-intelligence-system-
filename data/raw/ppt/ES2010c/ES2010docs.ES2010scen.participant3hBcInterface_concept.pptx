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D6FF7E-8D2B-4FEA-A072-55893D03A4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77A866-DD0B-43D3-9231-854232C376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DB393-0DEC-48E9-ABB8-9ABC0F98DE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0D70E6-CD83-434D-8905-C736FFE0B9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5FAABA-5FB4-4226-B2AF-8CD675E012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20C840-BF7C-4643-A9F8-E008C23BFE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1D5EB5-38E1-4AC8-B8BB-D0C7C7ED8B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F40923-B174-49F8-948D-87C818F184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54740-4B40-4DF2-8699-706A5482EA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3188B8-3793-45BA-9580-1204FCB97A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B845AE-9C1D-4577-863E-5E6A9D6C84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15C933-BA84-4AD9-B07A-F698481727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8A2D27-579F-4A0E-A2C3-7810C9AF38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7EEFE1-E209-41F4-9B7D-42EA5C7ED1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7A9B64-2ECE-440F-A49E-B17315452C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44DD48-F3F0-4BCA-BAEA-3B4E693510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CEC4A1-ABEC-410A-A040-BBF376F5B4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266525-71EE-4826-A4A5-90A8E7E3E0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0B1CDB-6D64-40BD-B18C-9A4667440E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F35179-916A-4CC8-AEBF-23DBAC3F42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2AA13B-B9A9-4E2F-B2C6-B32F7B0CD8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CF4BAD-65BD-4215-8B5A-0F119306F9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7557E6-5FDA-4419-AAAC-48EC63583C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165B91-DB2C-4E23-95BC-BB267AEE1C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45E679-8FCA-4D5E-92BC-8683569CF27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C0627F-ACF4-482A-B986-0EBE14361D9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16720" y="620640"/>
            <a:ext cx="2190600" cy="37432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11280" y="620640"/>
            <a:ext cx="2957400" cy="37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95280" y="404640"/>
            <a:ext cx="3287880" cy="36975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211640" y="1197000"/>
            <a:ext cx="439272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600" spc="-1" strike="noStrike">
                <a:solidFill>
                  <a:srgbClr val="ffffff"/>
                </a:solidFill>
                <a:latin typeface="Arial"/>
              </a:rPr>
              <a:t>Buttons by feel. – shape and type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5280" y="836640"/>
            <a:ext cx="4097520" cy="45212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4859280" y="1341360"/>
            <a:ext cx="3457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Specific design for a certain demographic.</a:t>
            </a: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Photo of a set of remote controls"/>
          <p:cNvPicPr/>
          <p:nvPr/>
        </p:nvPicPr>
        <p:blipFill>
          <a:blip r:embed="rId1"/>
          <a:srcRect l="50997" t="28543" r="33054" b="0"/>
          <a:stretch/>
        </p:blipFill>
        <p:spPr>
          <a:xfrm>
            <a:off x="179280" y="0"/>
            <a:ext cx="3189240" cy="604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Photo of a set of remote controls"/>
          <p:cNvPicPr/>
          <p:nvPr/>
        </p:nvPicPr>
        <p:blipFill>
          <a:blip r:embed="rId2"/>
          <a:srcRect l="81926" t="0" r="0" b="0"/>
          <a:stretch/>
        </p:blipFill>
        <p:spPr>
          <a:xfrm>
            <a:off x="6516720" y="0"/>
            <a:ext cx="2373120" cy="587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hoto of a set of remote controls"/>
          <p:cNvPicPr/>
          <p:nvPr/>
        </p:nvPicPr>
        <p:blipFill>
          <a:blip r:embed="rId3"/>
          <a:srcRect l="16524" t="0" r="65132" b="0"/>
          <a:stretch/>
        </p:blipFill>
        <p:spPr>
          <a:xfrm>
            <a:off x="3635280" y="0"/>
            <a:ext cx="2492640" cy="60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Photo of a set of remote controls"/>
          <p:cNvPicPr/>
          <p:nvPr/>
        </p:nvPicPr>
        <p:blipFill>
          <a:blip r:embed="rId1"/>
          <a:stretch/>
        </p:blipFill>
        <p:spPr>
          <a:xfrm>
            <a:off x="611280" y="1052640"/>
            <a:ext cx="7848360" cy="464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2005-02-16T19:46:27Z</dcterms:modified>
  <cp:revision>9</cp:revision>
  <dc:subject/>
  <dc:title>PowerPoint Presentation</dc:title>
</cp:coreProperties>
</file>