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3C8B09-19B7-4F9C-AA7D-FE9612626C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ADD24F-722F-434F-839B-221A57FAE1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58528-C26F-4E93-9E42-3D32F63BC0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262615-B890-48C0-BEFB-D013129A6A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417BB-AC0D-4F2C-BAB1-2B73540063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C5BE56-3E51-483C-A10E-F5E9693B7E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584B94-419C-4E73-84AE-0BA93ECB01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5458C4-4818-4897-AD8F-379201DA05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8D813-D5EF-43B8-BA97-00A1589BEA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0EABD-8A2A-45D7-9EA5-AB7464F103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3704F0-71E5-45F6-B7D5-A3991085D3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950782-38DE-4928-B08A-B74C615991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99B46E-D625-44B2-B5D5-A1CCF337E3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F7154-797C-4FAF-940F-244DEE8CA1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AAD9AB-18EF-44F0-AF2A-603BD7CF80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6D6602-D90B-4705-84F6-B83D61EC63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E9FB78-EA85-42FA-8CE4-14D52C8A4D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087014-54DD-4D71-AC3C-8C96D8581E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4FB460-3BE2-4FB7-ADB9-C188DA8D8A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24563B-142C-438C-9893-B174B7BFB1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BC6580-1401-48BB-90D1-128F2C5C19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85CB3D-7CE7-4535-BCA0-2680B277B2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CD7D68-1EAD-4DD2-9200-A3CC1A2FFE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2165B9-8288-49C0-8C13-9D38F8853F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E8F42D-DCD1-45B8-88CC-FEB8A3A4E56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A568F1-563D-440E-8BBD-9CF143E9FB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