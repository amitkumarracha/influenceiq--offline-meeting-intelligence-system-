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2C8EEC-3C56-4DD3-B6BD-7F808433FC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73B9F5-0437-42E1-A6EA-09B487DAA7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A3A818-2980-4B65-9148-239A5BABBC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6F01E8-3D75-44BD-BA40-D9EF92AB93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EBF046-2108-41EE-B5C0-AF184AD4AE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5BB18B-B2CE-42C2-8A0F-8DD97306296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5084DC-E678-4A1F-A1B9-1459A42D70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8F5ED6-6123-4371-A2AA-AFD860567E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210C5C-DBBD-4A14-9905-92C351EFF5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8F3437-4C6B-432E-A56C-672FBB89457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426872-64C7-41FE-BBBA-095BDD0B561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2F2134-0B06-4420-98F8-17C868DDD74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BD5AC3-6545-48FB-AB15-4836B2341A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A8982D-ACC3-41C3-A7A3-CAFFB0BC18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16F377-2D0D-4851-A2C5-78C6E1EC9E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1A0608-BE8B-401D-BF31-6DBC992902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A13AE5-DEDE-4477-ACDF-CB9158BA16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337DE4-B831-48C0-BCDB-121B7061925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B881B5-9739-4EB8-B71A-53EF67FB82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FA2A3A-B349-44EA-B275-8E449B8FB5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CB60A6-B211-4593-ADDB-F458CA1ED9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7961FD-9F91-4025-AEC6-D622F6402B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7A9935-020A-4A99-9317-192CC815D6C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FC9A78-A0AD-4B9B-B01E-B37D3FE0BB3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B1D7C41-C8BB-4E08-A5EA-9B70DCB641B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F4EE992-F779-42E2-AB6B-27D56943C4E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Amber MacAdam,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Smart Chip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Extra functions to be completed through an additional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Power source- Batteries (2 AA or 4 AAA)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Large On/Off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Selection button for various entertainment devices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Smart chip that permits universal application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2400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3995640" y="765000"/>
            <a:ext cx="60984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5" name=""/>
          <p:cNvGrpSpPr/>
          <p:nvPr/>
        </p:nvGrpSpPr>
        <p:grpSpPr>
          <a:xfrm>
            <a:off x="2916360" y="765000"/>
            <a:ext cx="672480" cy="665280"/>
            <a:chOff x="2916360" y="765000"/>
            <a:chExt cx="672480" cy="665280"/>
          </a:xfrm>
        </p:grpSpPr>
        <p:sp>
          <p:nvSpPr>
            <p:cNvPr id="106" name=""/>
            <p:cNvSpPr/>
            <p:nvPr/>
          </p:nvSpPr>
          <p:spPr>
            <a:xfrm>
              <a:off x="3166920" y="76500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3355920" y="91584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916360" y="110952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3354480" y="109512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0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11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" name=""/>
          <p:cNvSpPr/>
          <p:nvPr/>
        </p:nvSpPr>
        <p:spPr>
          <a:xfrm>
            <a:off x="5076720" y="836640"/>
            <a:ext cx="60984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25" name=""/>
          <p:cNvGrpSpPr/>
          <p:nvPr/>
        </p:nvGrpSpPr>
        <p:grpSpPr>
          <a:xfrm>
            <a:off x="900000" y="3500280"/>
            <a:ext cx="673200" cy="665280"/>
            <a:chOff x="900000" y="3500280"/>
            <a:chExt cx="673200" cy="665280"/>
          </a:xfrm>
        </p:grpSpPr>
        <p:sp>
          <p:nvSpPr>
            <p:cNvPr id="126" name=""/>
            <p:cNvSpPr/>
            <p:nvPr/>
          </p:nvSpPr>
          <p:spPr>
            <a:xfrm>
              <a:off x="1150920" y="35002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339920" y="36511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"/>
            <p:cNvSpPr/>
            <p:nvPr/>
          </p:nvSpPr>
          <p:spPr>
            <a:xfrm>
              <a:off x="900000" y="38448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"/>
            <p:cNvSpPr/>
            <p:nvPr/>
          </p:nvSpPr>
          <p:spPr>
            <a:xfrm>
              <a:off x="1338480" y="38304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0" name=""/>
          <p:cNvGrpSpPr/>
          <p:nvPr/>
        </p:nvGrpSpPr>
        <p:grpSpPr>
          <a:xfrm>
            <a:off x="1619280" y="3645000"/>
            <a:ext cx="954000" cy="174600"/>
            <a:chOff x="1619280" y="3645000"/>
            <a:chExt cx="954000" cy="174600"/>
          </a:xfrm>
        </p:grpSpPr>
        <p:sp>
          <p:nvSpPr>
            <p:cNvPr id="131" name=""/>
            <p:cNvSpPr/>
            <p:nvPr/>
          </p:nvSpPr>
          <p:spPr>
            <a:xfrm>
              <a:off x="1619280" y="381780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"/>
            <p:cNvSpPr/>
            <p:nvPr/>
          </p:nvSpPr>
          <p:spPr>
            <a:xfrm>
              <a:off x="1996920" y="364500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"/>
            <p:cNvSpPr/>
            <p:nvPr/>
          </p:nvSpPr>
          <p:spPr>
            <a:xfrm>
              <a:off x="2243160" y="381960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4" name=""/>
          <p:cNvSpPr/>
          <p:nvPr/>
        </p:nvSpPr>
        <p:spPr>
          <a:xfrm>
            <a:off x="2627280" y="3500280"/>
            <a:ext cx="84600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3564000" y="350028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4356000" y="3500280"/>
            <a:ext cx="609840" cy="60984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"/>
          <p:cNvSpPr/>
          <p:nvPr/>
        </p:nvSpPr>
        <p:spPr>
          <a:xfrm flipV="1">
            <a:off x="2987640" y="278136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>
            <a:off x="2700360" y="220500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2005-02-16T17:31:25Z</dcterms:modified>
  <cp:revision>15</cp:revision>
  <dc:subject/>
  <dc:title>PowerPoint Presentation</dc:title>
</cp:coreProperties>
</file>