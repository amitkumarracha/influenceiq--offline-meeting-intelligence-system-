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95E34C-F51A-420C-856B-ACA8526927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D70D43-EF8D-47EE-843E-573A413F67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67CF9C-802D-4FB5-BAB7-CF3B2AB711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B4757E-E8B4-48FB-B046-4A42D93CBB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87D6E8-65F8-4768-9DCF-AA94999075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388915-44C9-48D1-AC2B-800388BCBC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7FFD68-E894-4B5C-A38B-1CCE591F07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73B0B3-9C03-4E73-9150-6B4F011A5F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C6C9D0-7065-4D5B-9E02-808F0B8930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81E519-CE2E-42E0-93D6-F2B44720E5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5A7BE3-D7D4-469A-B601-1D6BACE4AA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718F0E-D646-4664-A062-6FB4E6DBC7F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D4DDC0-F8C7-4E9A-8636-4BF9447876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2EF5FA-E8EE-4E77-B3B2-29311E5AEE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BFE706-729C-4270-9FB6-90BCB01EE8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57C923-D534-45CC-ADD2-1D3F1B2B05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5E3F1F-3F1F-42FD-8E99-A1C2D60769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A1CDB8-7411-4782-A43D-693A852A24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CDA919-22F7-4DD9-BB51-9DC7C91FE9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C18A0B-4781-4E85-A4DA-A5CEF2EF26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4EC4C5-9B50-4D44-B6F8-B956144CB5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191A2B-244A-4C9B-B57D-CD769F8FDE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61443D-1220-4A01-876F-42D0CB47FC3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076820-0683-4D6D-8973-F383ACD8B7F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5DB824-3344-43DA-994C-5527D593B2C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B5DF92-EAE5-449F-B712-5D4C34F825D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Basic Remote Operation: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Pressed button makes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sense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produces Morse-code infrared signal specific to that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Transistors amplify the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Sensor on TV interprets the signal and responds accordingly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Tahoma"/>
              </a:rPr>
              <a:t>Findings-</a:t>
            </a: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Required Materials for basic internal construction: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Rubber for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Aluminium for battery contacts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–diode, transistor, resonator, resistors, capacitor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Fiber glass and thin copper wire to create circuit board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Contact disks for the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Plastic for casing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save money the components of the remote should be mass produced and the basic materials should be bought on mass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If we find another company who can produce the required chips, casing, LED and additional materials at a less expensive rate then we, ourselves, can we should go for it.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Power Options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Hand dynamo?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Kinetic power – shake to create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Casing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for casing: straight, curved, double curved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in materials: plastic, rubber, titanium,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Restrictions: Latex = no solar power, and double curved = no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Scroll function instead of buttons as option?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2005-02-16T19:41:35Z</dcterms:modified>
  <cp:revision>12</cp:revision>
  <dc:subject/>
  <dc:title>PowerPoint Presentation</dc:title>
</cp:coreProperties>
</file>