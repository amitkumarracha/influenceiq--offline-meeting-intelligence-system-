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A8598E-579D-4CE0-9FB2-DA5AD99B21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8CC5D1-5F71-4723-B115-0541CD1E32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C2DA7F-90DA-444C-9351-748CB5B8AB8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698C1C-9F1F-4DD2-B7CA-9D011AFBB0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877728-B934-4C41-A6DE-9B566FE0E7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1C0D12-EE7D-48CB-9732-720C7F85A2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6EE31F-67A3-469C-B571-E3AD624926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0C9B3B-6821-4D50-BE8F-3C548B2330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B5A856-6EB5-4389-90B3-BC1B0D612F2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6B40CF-4B4A-44F1-AE88-FB4675E947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76473-C2A6-4A2A-91BA-3B70E7C992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2058D4-C995-4DD4-845B-94D7BBE2D3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B8FA83-BAC4-4B66-86AE-2402ED2F5F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688A99-BE84-441E-8469-44F8516D1C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2CC349-8270-4A3F-9F63-34EF83F9418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4B2CB38-9A34-4D9A-AF44-00AA1807AF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066146-5082-405A-93EF-FEF8BF75386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6FE2CE-472D-45EF-A3BC-87AB645841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3B6A90-2D95-43F2-9D98-A59512B61C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C0019E1-FDD0-4399-896A-28E298514D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5C8B9C6-EF30-4AFC-8477-9228A9E942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4FC52D-4E37-4B4B-9085-AEF7B971DF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CA2B7F-0CE7-4754-91F3-12DE5C463BA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B1466E8-BCA6-4BA8-A832-9174E3D5378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5889A58-6102-4F61-B886-8973255E5A2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83B3BA-C450-4BDD-B8B9-479471BF528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7600" spc="-1" strike="noStrike">
                <a:solidFill>
                  <a:srgbClr val="ff6600"/>
                </a:solidFill>
                <a:latin typeface="Monotype Corsiva"/>
              </a:rPr>
              <a:t>Trend Watching</a:t>
            </a:r>
            <a:endParaRPr b="0" lang="en-IN" sz="7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Marketing Expert Courtney “CoJo”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What They Want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RIGHT NOW customers desire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fancy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vs </a:t>
            </a:r>
            <a:r>
              <a:rPr b="0" i="1" lang="en-GB" sz="3200" spc="-1" strike="noStrike">
                <a:solidFill>
                  <a:srgbClr val="ff6600"/>
                </a:solidFill>
                <a:latin typeface="Tahoma"/>
              </a:rPr>
              <a:t>functional 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(58%)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Must be technologically innovative (27%)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Yet easy to use (15%)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95280" y="691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5600" spc="-1" strike="noStrike">
                <a:solidFill>
                  <a:srgbClr val="ff6600"/>
                </a:solidFill>
                <a:latin typeface="Tahoma"/>
              </a:rPr>
              <a:t>Fashion Forward</a:t>
            </a:r>
            <a:br>
              <a:rPr sz="5600"/>
            </a:br>
            <a:endParaRPr b="0" lang="en-IN" sz="56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Fashion-forward crowds in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 Milan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Paris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say clothing, shoes, and furniture designs will be bombarded with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fruit &amp; vegetable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patterns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66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Spongy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feel is in!  Contrast to last year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5400" spc="-1" strike="noStrike">
                <a:solidFill>
                  <a:srgbClr val="ff6600"/>
                </a:solidFill>
                <a:latin typeface="Monotype Corsiva"/>
              </a:rPr>
              <a:t>Design Preferences</a:t>
            </a:r>
            <a:endParaRPr b="0" lang="en-IN" sz="5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Easy to read,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large buttons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, clearly labelled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illuminate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upon touch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Old-fashioned telephone design or something similar to attract all generations: 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classically retro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Real Reaction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logo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and </a:t>
            </a:r>
            <a:r>
              <a:rPr b="0" lang="en-GB" sz="3200" spc="-1" strike="noStrike">
                <a:solidFill>
                  <a:srgbClr val="ff6600"/>
                </a:solidFill>
                <a:latin typeface="Tahoma"/>
              </a:rPr>
              <a:t>colour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scheme applied to product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2005-02-16T19:42:21Z</dcterms:modified>
  <cp:revision>8</cp:revision>
  <dc:subject/>
  <dc:title>PowerPoint Presentation</dc:title>
</cp:coreProperties>
</file>