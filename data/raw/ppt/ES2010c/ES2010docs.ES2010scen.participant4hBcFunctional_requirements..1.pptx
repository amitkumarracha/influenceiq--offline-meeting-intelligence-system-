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EB1711-D92D-4A48-AA4A-CC96C0DBFE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BAAD28-0C96-4F1A-93FD-89A96736F6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175041-C950-45B0-BE5E-DD947D6D1B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EED8D-D68D-43CC-851E-71260CFA747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6F7EB2-E30E-42DB-9632-C292C4C056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9C02F9-5F60-4AFE-A668-A85FFB5937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3A838C-129C-4FB9-B1CB-C8E2A7F2C2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CF7AEA-FD37-4DAA-99AE-B20B9C9ED5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23EFD3-20A8-4661-ADAF-EF20EF4F94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C8464A-0CF9-42E2-81DD-69E5069EAE1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3D5058-FA66-4DED-85F3-950232AE8B3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46A979-B361-4F12-B47D-0EF38796BE5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3D851E-8367-4E13-899F-F2D397788C2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6EE119-908D-4C2F-A9FA-0374100C72D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E20790-4770-40B4-AE83-381EF38D14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DFC0EA-9B85-4F60-B4DA-327A940CEB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3F387C-E5AE-4F34-9D8D-D42B526A197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29921A-DBE8-49C9-851E-2D0EF6335B9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A01F2B-0E9B-4777-9C76-F950883F61B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D03509-7C4B-4B77-B93E-8F9FFAC76B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9DED34-768F-49EE-A3BA-93C8ACD3A77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9AC0DF-4C6A-4C18-A7B2-74F7822B91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C4B470-A482-446B-9650-425AF9FC2B7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44AB37E-1504-4C87-92D7-EA5B24A5A57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84AEC4C-B776-42D4-961A-CBEA6E9978C0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AF33637-723B-4969-BCE3-3B16B8C1BFC6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Courtney Jordan,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What the User Thinks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 the lab, we observed the remote control use among subjects (N = 100) who also filled in a questionnaire.  We found: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  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68360" y="148428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Channel, volume, power buttons most important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  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39640" y="1628280"/>
            <a:ext cx="7561440" cy="4597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Modern, eye-catching design…yet simple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 of product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Open to wide range of consumers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Hip, but not corny, marketing scheme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Speech recognition is a highly advanced property for remotes that consumers are interested in, and should be considered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7308720" y="2276640"/>
            <a:ext cx="1835280" cy="1834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2005-02-16T17:37:12Z</dcterms:modified>
  <cp:revision>13</cp:revision>
  <dc:subject/>
  <dc:title>PowerPoint Presentation</dc:title>
</cp:coreProperties>
</file>