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6E8577-1BE7-4038-9A96-177ECF4D2A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D6A532-11FB-457A-93A8-3D8B52A94D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B1308F-58BD-46AD-B4A0-BCA08D3FE3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980A8F-F30D-4825-AED4-83FC24CF6F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C046F1-A100-4A6E-AC19-8D4CBC9BE9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5D8BEA-96BA-42CD-81E9-77A458A7C5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62A5E-152D-46DF-B276-72E9CAC76C5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B308BC-8337-4966-936F-8FD9572E5F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9FC750-33ED-48D6-845D-00693CA9DF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682C4-163B-4CF9-8325-9FFABC1F29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1AFAD5-E697-490F-973C-31E9D0F43A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473CF2-6471-4EA9-AA42-37ABBF07080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D72F21A-524A-4379-B058-3DA2076855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D55BDC-44D7-4A7C-8DED-6BD4EAFB08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1BA60D-2148-40DA-97DD-9525ED15BF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71E3EA-C31C-4B17-B3B8-251BCF89D3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47AA5D-719C-4B96-A693-EDBF928960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A9CA71-E639-492B-B534-808122F6CE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E08325-EB4D-4713-83A6-A62AEDA970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9BEFB5-BAD8-475F-8498-71C4783367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3C09EA-2BD9-4025-9E7E-851812E863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ED17D0-1C1F-4E0B-B7B1-DAFED5F505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04E7D1-B7C0-4575-9354-5F0240AFA9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39E7C9-8EB2-4C2B-AFA1-34B908F378C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8C21D3-778E-4D07-946E-07744123CE1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6E95FA-2FE1-42F6-9003-B1F4725FC69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Mandy Olson,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2005-02-16T20:44:19Z</dcterms:modified>
  <cp:revision>21</cp:revision>
  <dc:subject/>
  <dc:title>PowerPoint Presentation</dc:title>
</cp:coreProperties>
</file>