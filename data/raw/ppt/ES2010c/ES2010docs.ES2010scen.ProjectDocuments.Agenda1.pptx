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29603E-2C61-4D9B-8961-DC0B93E626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6B4E89-0705-4274-A4A5-077D331E8F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92F180-BCE8-4D8C-A50C-2ACA93F081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ACF942-3DE4-4EEB-9419-1AF78DF1CA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680CC6-2674-4A65-90DD-D6B7CD6ACC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9CE1F8-0784-4B9C-BDEC-687B684345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E95EF6-3BAA-46D4-B8B4-64F588B4A3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D02AA5-D8AF-483A-94D2-85FC65DA1F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AB8A4D-9866-4523-A0E0-DC7628B0EB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D704DE-A3E6-47BB-87F9-1499FB6EDE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D7FF04-F1AB-4AD2-99E1-C0824045BB7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CF290E-2F69-4124-B155-F098FB715CF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FA1D1A-3C2B-4077-80F9-964DB53008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8E174A-1DEB-4ADB-B633-C1867A4E7E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2604C3-1255-4140-B7A4-2246EAC684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6C7D4E-381D-468F-8657-C0C40F2F21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5C6905-0240-464B-BB75-FBB919BE15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0B3023-0A63-4667-8629-ECA1CC1F92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166298-F270-4B17-AE0B-E963464E9B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0ED354-355C-410C-AD75-0AA27BCB1F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033B4F-054C-43F0-83CC-D9BD24BAE3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A596FF-2199-4545-AA04-C0192B48E7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E2420F-CE19-4A5A-A9E2-B23261CF541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5C7E8B-C46B-4539-96D0-DD49902399C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593F55E-B457-494F-9116-0AC43219EB6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FF6460B-8635-406B-B147-6252BEF0A3A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Mandy Olson,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Goals of this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Determine user req. – what needs and desires are to be fulfilled?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Determine tech. functions – what is the effect of the apparatus?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Determine working design – how will it perform its functions?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"/>
          <p:cNvSpPr/>
          <p:nvPr/>
        </p:nvSpPr>
        <p:spPr>
          <a:xfrm>
            <a:off x="3499200" y="3245760"/>
            <a:ext cx="2145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selling price – 25 €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New Product Req.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For TV only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Color and slogan on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No teletext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2005-02-16T17:30:53Z</dcterms:modified>
  <cp:revision>21</cp:revision>
  <dc:subject/>
  <dc:title>PowerPoint Presentation</dc:title>
</cp:coreProperties>
</file>