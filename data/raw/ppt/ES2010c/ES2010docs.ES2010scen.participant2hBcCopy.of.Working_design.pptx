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895748-A0BB-4C48-8588-31893A5433C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CA29E6-A677-4DF8-AAEB-7C1744F8BA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96BE71-2A95-4BEB-B132-3F4CA71635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ADC488-9D9C-4A6B-BF4F-3C0EFB80063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04919D-F021-467C-8E09-291A7DAE9E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66CC1F-A02D-49F6-9FA4-1778D2771C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67B3E9-7747-4FAF-BE7B-53075E5918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1968FB-F661-4C99-977B-6758C12EF7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27B61D-1381-4DC3-93B9-6332BF26684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9A0F92-4DD3-4F9D-953D-57B7E464B5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95677B-0C9D-444B-89B4-61EFA53C1C5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39B103-767D-4ED1-82D4-01E2A0975A5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D64B82-8B58-40E9-8C95-C5DF680C4A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ABFE43-A782-4157-B8F4-863BBAC4DE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C75B9A-AB90-4997-A4C1-FCE18F075C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495DE4-5C98-4E1E-8D55-0C678AA66A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F90230-0A3A-437F-A259-67B3FB8C68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FEA6EC-518A-4D82-A8F7-60B80035D3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D5CDFB-9350-49C1-985B-0AFD3F2EA2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82E42B-5FA3-4521-AC0F-9E60EBA20A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042ABB-6955-418A-A40D-655FD41304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7C2050-761E-43CE-A54D-B945D6511D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23F0A4-F4A1-4CDF-A139-007E3B47A84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8633E2-55B1-45D7-9C59-570B89F684D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5A384E8-509C-4BEA-8F55-D5ECE8DCE06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6422E7C-A2F2-4677-A8AD-22D08D303BF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Extra functions to be completed through an additional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Power source- Batteries (2 AA or 4 AAA)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Large On/Off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Selection button for various entertainment devices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that permits universal application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2400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765000"/>
            <a:ext cx="60984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16360" y="765000"/>
            <a:ext cx="672480" cy="665280"/>
            <a:chOff x="2916360" y="76500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66920" y="76500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55920" y="91584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16360" y="110952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54480" y="109512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076720" y="83664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900000" y="3500280"/>
            <a:ext cx="673200" cy="665280"/>
            <a:chOff x="900000" y="3500280"/>
            <a:chExt cx="673200" cy="665280"/>
          </a:xfrm>
        </p:grpSpPr>
        <p:sp>
          <p:nvSpPr>
            <p:cNvPr id="126" name=""/>
            <p:cNvSpPr/>
            <p:nvPr/>
          </p:nvSpPr>
          <p:spPr>
            <a:xfrm>
              <a:off x="1150920" y="3500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339920" y="3651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"/>
            <p:cNvSpPr/>
            <p:nvPr/>
          </p:nvSpPr>
          <p:spPr>
            <a:xfrm>
              <a:off x="900000" y="3844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"/>
            <p:cNvSpPr/>
            <p:nvPr/>
          </p:nvSpPr>
          <p:spPr>
            <a:xfrm>
              <a:off x="1338480" y="3830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0" name=""/>
          <p:cNvGrpSpPr/>
          <p:nvPr/>
        </p:nvGrpSpPr>
        <p:grpSpPr>
          <a:xfrm>
            <a:off x="1619280" y="3645000"/>
            <a:ext cx="954000" cy="174600"/>
            <a:chOff x="1619280" y="3645000"/>
            <a:chExt cx="954000" cy="174600"/>
          </a:xfrm>
        </p:grpSpPr>
        <p:sp>
          <p:nvSpPr>
            <p:cNvPr id="131" name=""/>
            <p:cNvSpPr/>
            <p:nvPr/>
          </p:nvSpPr>
          <p:spPr>
            <a:xfrm>
              <a:off x="1619280" y="3817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"/>
            <p:cNvSpPr/>
            <p:nvPr/>
          </p:nvSpPr>
          <p:spPr>
            <a:xfrm>
              <a:off x="1996920" y="3645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"/>
            <p:cNvSpPr/>
            <p:nvPr/>
          </p:nvSpPr>
          <p:spPr>
            <a:xfrm>
              <a:off x="2243160" y="3819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4" name=""/>
          <p:cNvSpPr/>
          <p:nvPr/>
        </p:nvSpPr>
        <p:spPr>
          <a:xfrm>
            <a:off x="2627280" y="350028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3564000" y="350028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4356000" y="3500280"/>
            <a:ext cx="60984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 flipV="1">
            <a:off x="2987640" y="278136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2700360" y="220500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2005-02-16T17:31:25Z</dcterms:modified>
  <cp:revision>15</cp:revision>
  <dc:subject/>
  <dc:title>PowerPoint Presentation</dc:title>
</cp:coreProperties>
</file>