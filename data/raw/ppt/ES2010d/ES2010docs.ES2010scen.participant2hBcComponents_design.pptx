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1E7563-26A0-4AEC-828E-14900376A6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54B8A4-D7CF-473B-BA70-8B71065510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B140BC-D119-4A5C-9D3F-A8030E8ED09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056E2F-8BA8-4A0C-B95A-19ADA5CA92C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B107C6-0500-41B6-91DD-5C028E10B6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2D7A5C-09FE-4324-9B88-BF153CD305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B6C3C6-ED81-47E3-8AAB-00048D685F2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4AA191-A82C-4445-9F3A-2DA8E07442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1AD1F8-998B-4214-BD55-A6BD4E3864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5BA82C-50E9-476A-AE61-D2421241151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BFD4FD-FC5C-4DB5-A863-EB7C230FE44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F2750A-97E2-4873-A121-13B468E47B5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F624F6-A1C6-4D52-987D-A1240507DC5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BA9635-026D-4FC2-AAD4-26143CC41B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182380-0FCB-4D18-9004-9F68B0DB34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D25ADA-1BF7-4478-9B46-11B9AB06CE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6FBDE9-7806-4584-96BB-8195464E05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427695-6622-46DB-AFD3-760A749A035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FA6B3D-2BF2-43A2-AE35-5EAC901090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B06827-0007-4E08-8BDD-BEE7688626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9E5F00-0127-47CA-9C20-C93EC1EE6C7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CAA098-7C6D-4D9E-998F-3CCBD582A75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1B7085-B71F-4ED6-A9D0-6D58E821323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063C68-7BD4-4F17-A791-DEB3D4AD14D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B24C283-2F9E-4229-B19D-756C73994E7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90C1186-83AB-4C13-A1EA-0E28C2EE1B5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Amber MacAdam,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Basic Remote Operation: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Pressed button makes connection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Chip sense connection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Chip produces Morse-code infrared signal specific to that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Transistors amplify the signal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Sensor on TV interprets the signal and responds accordingly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ffffff"/>
                </a:solidFill>
                <a:latin typeface="Tahoma"/>
              </a:rPr>
              <a:t>Findings-</a:t>
            </a:r>
            <a:r>
              <a:rPr b="0" lang="en-GB" sz="4000" spc="-1" strike="noStrike">
                <a:solidFill>
                  <a:srgbClr val="ffffff"/>
                </a:solidFill>
                <a:latin typeface="Tahoma"/>
              </a:rPr>
              <a:t>Required Materials for basic internal construction:</a:t>
            </a:r>
            <a:br>
              <a:rPr sz="4000"/>
            </a:b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197000"/>
            <a:ext cx="8229600" cy="492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Rubber for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Aluminium for battery contacts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Integrated circuit –diode, transistor, resonator, resistors, capacitor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Fiber glass and thin copper wire to create circuit board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LED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Contact disks for the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Plastic for casing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Power source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 save money the components of the remote should be mass produced and the basic materials should be bought on mass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If we find another company who can produce the required chips, casing, LED and additional materials at a less expensive rate then we, ourselves, can we should go for it.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Suggested Power Options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Solar cells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Hand dynamo?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Kinetic power – shake to create power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Suggested Casing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Offer Options for casing: straight, curved, double curved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Offer Options in materials: plastic, rubber, titanium, wood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Restrictions: Latex = no solar power, and double curved = no titanium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Scroll function instead of buttons as option?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2005-02-16T19:41:35Z</dcterms:modified>
  <cp:revision>12</cp:revision>
  <dc:subject/>
  <dc:title>PowerPoint Presentation</dc:title>
</cp:coreProperties>
</file>