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8032C68-7203-413D-B830-6C03D3EE5D7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F05BBCF-D0F8-4D2D-8860-15A285C8F47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7148B29-6FAD-41C3-83EC-196B2FC1587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9A1919A-EC19-4352-A822-575A65D0D65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B97DDC8-D625-45B9-B76B-5C64C28231E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5F4631D-E8F4-4A05-8CAB-8431B4CE2AA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C52166C-36B7-4E96-85E1-49C800C14CD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B1EF5E8-C72E-46D7-B9CA-68B338E62BD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22A7A5E-9828-44E4-BBDF-32F061CE7DF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8B43702-0077-4B05-B814-38486213EE6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7373F64-1979-4527-A8C6-5067CA8C301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DF6A847-7864-4257-90D0-95826768CBC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A0DE3A9-B6B5-49D8-9118-789B56A4A98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35AA2F7-B703-46E4-83DE-2B6FE44F5F0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A089CA6-1105-4081-859C-6BC14A2BD26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7F25195-ABA0-422F-B359-F3DF4F491B5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609C648-A57C-4E7A-ABE4-68E812BD668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5E68EF6-DE76-4AEC-9A76-41A3040F8AE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60E17C0-2EC9-4BF8-9D0F-63E6C610EEC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85AF8A3-8871-44A7-ADF3-41C7D30BE13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54DEC24-088E-424B-A3A3-EA7A8F59E8C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84E8468-1114-4834-B17A-B9C73994B57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9488CE8-0FD6-452C-A744-CBA3CE225F6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7147508-C658-45D6-ADFE-14EA0260F14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71771EF-5F80-4DAB-91A7-C3BCA487A50D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3AB89486-C5EB-4855-A440-B26DB8A604C1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Amber MacAdam,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Basic Remote Operation: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Pressed button makes connection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Chip sense connection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Chip produces Morse-code infrared signal specific to that button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Transistors amplify the signal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Sensor on TV interprets the signal and responds accordingly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4000" spc="-1" strike="noStrike">
                <a:solidFill>
                  <a:srgbClr val="ffffff"/>
                </a:solidFill>
                <a:latin typeface="Tahoma"/>
              </a:rPr>
              <a:t>Findings-</a:t>
            </a:r>
            <a:r>
              <a:rPr b="0" lang="en-GB" sz="4000" spc="-1" strike="noStrike">
                <a:solidFill>
                  <a:srgbClr val="ffffff"/>
                </a:solidFill>
                <a:latin typeface="Tahoma"/>
              </a:rPr>
              <a:t>Required Materials for basic internal construction:</a:t>
            </a:r>
            <a:br>
              <a:rPr sz="4000"/>
            </a:br>
            <a:endParaRPr b="0" lang="en-IN" sz="40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197000"/>
            <a:ext cx="8229600" cy="4929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Rubber for buttons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Aluminium for battery contacts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Integrated circuit –diode, transistor, resonator, resistors, capacitor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Fiber glass and thin copper wire to create circuit board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LED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Contact disks for the buttons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Plastic for casing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Power source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609480" indent="-6094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AutoNum type="arabicPeriod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To save money the components of the remote should be mass produced and the basic materials should be bought on mass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If we find another company who can produce the required chips, casing, LED and additional materials at a less expensive rate then we, ourselves, can we should go for it.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Suggested Power Options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Solar cells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Hand dynamo?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Kinetic power – shake to create power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Suggested Casing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Offer Options for casing: straight, curved, double curved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Offer Options in materials: plastic, rubber, titanium, wood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Restrictions: Latex = no solar power, and double curved = no titanium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Scroll function instead of buttons as option?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2005-02-16T19:41:35Z</dcterms:modified>
  <cp:revision>12</cp:revision>
  <dc:subject/>
  <dc:title>PowerPoint Presentation</dc:title>
</cp:coreProperties>
</file>