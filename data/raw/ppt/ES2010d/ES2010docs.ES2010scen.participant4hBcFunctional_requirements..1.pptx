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560016-D573-443F-88D8-081DD037DE3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C53C61-6DE0-4B65-BA92-162965DEFF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6CB77A-FE85-4B1E-99D5-F7A015A25F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41C50C-2B65-48F2-AA86-F491511C8C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62D51F-3F05-4381-B85C-512EEFF55D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1CB3AF-BEF2-49E8-A993-52472ED4DA2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6ADB2F-C949-4FB7-A255-60D6139645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403521-89A2-4D48-96F6-7D7817AA8E5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6DF604-873D-4174-8218-42845D63C6F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B2D84D-6946-49A3-9C1E-E26E4BAAE21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A653FB-6D97-4804-8ED2-A7F0F175E17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FD75E5-6740-4023-B543-67B5B12D515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5F6860-0F5F-4D6C-A258-15AF9F69C3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A9CBAE-6CA4-4A2A-B6F7-4ADA8C8852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D2A459-58BB-44E9-894F-B6ADC1DE0EB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856522-8E30-4B9C-B4BB-70C1A2FBE6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C1AAE5-A6CB-4B1B-8A35-E46DCDDE90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692ED2-1A65-4DB1-A82B-C8A83791D4A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A315C8-CD8D-4432-849C-1C8CED0C42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BDA91B-EA88-4E69-A629-AAAD993428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973E2-71A7-45AF-B8F9-875D5F8462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204729-920D-4AA6-99C4-3E11550F1F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01997D-B23A-46E1-BD4F-53CA356EA07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447150-A9D3-45BC-9746-E1F22C3103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984FDE8-D0D7-4D1A-AE36-04FC7B3B9F0F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64DCE01-8A9A-4AF8-9422-82958703188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