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_rels/presentation.xml.rels" ContentType="application/vnd.openxmlformats-package.relationships+xml"/>
  <Override PartName="/ppt/slideLayouts/slideLayout13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_rels/slideLayout2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20.xml.rels" ContentType="application/vnd.openxmlformats-package.relationships+xml"/>
  <Override PartName="/ppt/slideLayouts/slideLayout6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22.xml" ContentType="application/vnd.openxmlformats-officedocument.presentationml.slideLayout+xml"/>
  <Override PartName="/ppt/presProps.xml" ContentType="application/vnd.openxmlformats-officedocument.presentationml.presProps+xml"/>
  <Override PartName="/ppt/slides/slide1.xml" ContentType="application/vnd.openxmlformats-officedocument.presentationml.slide+xml"/>
  <Override PartName="/ppt/slides/_rels/slide6.xml.rels" ContentType="application/vnd.openxmlformats-package.relationships+xml"/>
  <Override PartName="/ppt/slides/_rels/slide3.xml.rels" ContentType="application/vnd.openxmlformats-package.relationships+xml"/>
  <Override PartName="/ppt/slides/_rels/slide5.xml.rels" ContentType="application/vnd.openxmlformats-package.relationships+xml"/>
  <Override PartName="/ppt/slides/_rels/slide2.xml.rels" ContentType="application/vnd.openxmlformats-package.relationships+xml"/>
  <Override PartName="/ppt/slides/_rels/slide4.xml.rels" ContentType="application/vnd.openxmlformats-package.relationships+xml"/>
  <Override PartName="/ppt/slides/_rels/slide1.xml.rels" ContentType="application/vnd.openxmlformats-package.relationships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</p:sldMasterIdLst>
  <p:sldIdLst>
    <p:sldId id="256" r:id="rId4"/>
    <p:sldId id="257" r:id="rId5"/>
    <p:sldId id="258" r:id="rId6"/>
    <p:sldId id="259" r:id="rId7"/>
    <p:sldId id="260" r:id="rId8"/>
    <p:sldId id="261" r:id="rId9"/>
  </p:sldIdLst>
  <p:sldSz cx="9144000" cy="68580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BC04091-1ACD-479C-8F88-19D7F368F9C5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61B37E10-17F9-43AB-A41D-96184D2F3B2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3584EC8-B63D-40EE-A693-A18724CF7E5B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B458AD6-1BBD-4F27-9900-657EBD093186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F193CE5-8C1D-45A3-9F0D-D914CAC48C8B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9A656DD-0439-4BCE-A7FA-B5124B469F2C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00F89D-C3B8-409D-A915-798D4A1FA116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5AAA322-B565-4A9A-89C5-EA2979CA3D2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492C838-A4DD-4902-9685-66AE4D04BD7D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9BA2337-4564-42BA-8EAF-E95F626EA5F4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667BEB4-74D3-4006-B0A5-0F0188DE1EB0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1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2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3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4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5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0029B66-F802-4540-A733-67B13233433E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4E5F99E-B958-4801-974D-3FA57A4A7E88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9" name="PlaceHolder 2"/>
          <p:cNvSpPr>
            <a:spLocks noGrp="1"/>
          </p:cNvSpPr>
          <p:nvPr>
            <p:ph type="subTitle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2D14A2-D2EF-4C35-ACD0-4510FD057AC0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CD5C017-152B-41B6-9EA6-657004D155A2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6AE1F7D-73E5-4324-BFB5-D919526C4F37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378768A2-AE99-4CDE-90F9-F9EC6563ED5D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PlaceHolder 1"/>
          <p:cNvSpPr>
            <a:spLocks noGrp="1"/>
          </p:cNvSpPr>
          <p:nvPr>
            <p:ph type="subTitle"/>
          </p:nvPr>
        </p:nvSpPr>
        <p:spPr>
          <a:xfrm>
            <a:off x="457200" y="274320"/>
            <a:ext cx="8229600" cy="5299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spcBef>
                <a:spcPts val="799"/>
              </a:spcBef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CC8D1DA5-890C-4CA5-9DA0-24967764B0F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9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0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A3611227-D8ED-43B1-9D08-B5761A3A1E74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110FEAD8-7F01-4D01-8FE7-C942C216B021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6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7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8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28773472-1B9E-4609-8C58-67688CF2BCF3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1" name="PlaceHolder 3"/>
          <p:cNvSpPr>
            <a:spLocks noGrp="1"/>
          </p:cNvSpPr>
          <p:nvPr>
            <p:ph/>
          </p:nvPr>
        </p:nvSpPr>
        <p:spPr>
          <a:xfrm>
            <a:off x="457200" y="3964320"/>
            <a:ext cx="822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C01A6D5-5630-45DA-9422-F34974789D43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3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4" name="PlaceHolder 3"/>
          <p:cNvSpPr>
            <a:spLocks noGrp="1"/>
          </p:cNvSpPr>
          <p:nvPr>
            <p:ph/>
          </p:nvPr>
        </p:nvSpPr>
        <p:spPr>
          <a:xfrm>
            <a:off x="4674240" y="160020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5" name="PlaceHolder 4"/>
          <p:cNvSpPr>
            <a:spLocks noGrp="1"/>
          </p:cNvSpPr>
          <p:nvPr>
            <p:ph/>
          </p:nvPr>
        </p:nvSpPr>
        <p:spPr>
          <a:xfrm>
            <a:off x="45720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6" name="PlaceHolder 5"/>
          <p:cNvSpPr>
            <a:spLocks noGrp="1"/>
          </p:cNvSpPr>
          <p:nvPr>
            <p:ph/>
          </p:nvPr>
        </p:nvSpPr>
        <p:spPr>
          <a:xfrm>
            <a:off x="4674240" y="3964320"/>
            <a:ext cx="40158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D9F245C8-4959-417F-ABCA-918F1C0BE56C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8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89" name="PlaceHolder 3"/>
          <p:cNvSpPr>
            <a:spLocks noGrp="1"/>
          </p:cNvSpPr>
          <p:nvPr>
            <p:ph/>
          </p:nvPr>
        </p:nvSpPr>
        <p:spPr>
          <a:xfrm>
            <a:off x="323964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0" name="PlaceHolder 4"/>
          <p:cNvSpPr>
            <a:spLocks noGrp="1"/>
          </p:cNvSpPr>
          <p:nvPr>
            <p:ph/>
          </p:nvPr>
        </p:nvSpPr>
        <p:spPr>
          <a:xfrm>
            <a:off x="6022080" y="160020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1" name="PlaceHolder 5"/>
          <p:cNvSpPr>
            <a:spLocks noGrp="1"/>
          </p:cNvSpPr>
          <p:nvPr>
            <p:ph/>
          </p:nvPr>
        </p:nvSpPr>
        <p:spPr>
          <a:xfrm>
            <a:off x="45720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2" name="PlaceHolder 6"/>
          <p:cNvSpPr>
            <a:spLocks noGrp="1"/>
          </p:cNvSpPr>
          <p:nvPr>
            <p:ph/>
          </p:nvPr>
        </p:nvSpPr>
        <p:spPr>
          <a:xfrm>
            <a:off x="323964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3" name="PlaceHolder 7"/>
          <p:cNvSpPr>
            <a:spLocks noGrp="1"/>
          </p:cNvSpPr>
          <p:nvPr>
            <p:ph/>
          </p:nvPr>
        </p:nvSpPr>
        <p:spPr>
          <a:xfrm>
            <a:off x="6022080" y="3964320"/>
            <a:ext cx="2649600" cy="215856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5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6"/>
          </p:nvPr>
        </p:nvSpPr>
        <p:spPr/>
        <p:txBody>
          <a:bodyPr/>
          <a:p>
            <a:fld id="{6D4C9218-1719-4488-B1E4-06C8AF36F540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4"/>
          </p:nvPr>
        </p:nvSpPr>
        <p:spPr/>
        <p:txBody>
          <a:bodyPr/>
          <a:p>
            <a:r>
              <a:rPr lang="en-I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743040" indent="-28584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2" marL="1143000" indent="-22860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3" marL="1600200" indent="-228600">
              <a:spcBef>
                <a:spcPts val="799"/>
              </a:spcBef>
              <a:buClr>
                <a:srgbClr val="ffffff"/>
              </a:buClr>
              <a:buFont typeface="Tahoma"/>
              <a:buChar char="–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4" marL="2057400" indent="-228600">
              <a:spcBef>
                <a:spcPts val="799"/>
              </a:spcBef>
              <a:buClr>
                <a:srgbClr val="ffffff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5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6" marL="2057400" indent="-228600">
              <a:spcBef>
                <a:spcPts val="7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ffffff"/>
                </a:solidFill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solidFill>
                  <a:srgbClr val="ffffff"/>
                </a:solidFill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02DD5CE6-D877-4D8B-952C-EC577B352346}" type="slidenum">
              <a:rPr b="0" lang="en-IN" sz="1400" spc="-1" strike="noStrike">
                <a:solidFill>
                  <a:srgbClr val="ffffff"/>
                </a:solidFill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sp>
        <p:nvSpPr>
          <p:cNvPr id="6" name=""/>
          <p:cNvSpPr/>
          <p:nvPr/>
        </p:nvSpPr>
        <p:spPr>
          <a:xfrm>
            <a:off x="4572000" y="6165720"/>
            <a:ext cx="4464000" cy="58140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001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3200" spc="-1" strike="noStrike">
                <a:solidFill>
                  <a:srgbClr val="000000"/>
                </a:solidFill>
                <a:latin typeface="Tahoma"/>
              </a:rPr>
              <a:t>Real Reaction</a:t>
            </a:r>
            <a:endParaRPr b="0" lang="en-IN" sz="32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7" name=""/>
          <p:cNvGrpSpPr/>
          <p:nvPr/>
        </p:nvGrpSpPr>
        <p:grpSpPr>
          <a:xfrm>
            <a:off x="34920" y="5973840"/>
            <a:ext cx="1332000" cy="986760"/>
            <a:chOff x="34920" y="5973840"/>
            <a:chExt cx="1332000" cy="986760"/>
          </a:xfrm>
        </p:grpSpPr>
        <p:sp>
          <p:nvSpPr>
            <p:cNvPr id="8" name=""/>
            <p:cNvSpPr/>
            <p:nvPr/>
          </p:nvSpPr>
          <p:spPr>
            <a:xfrm>
              <a:off x="34920" y="604368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9" name=""/>
            <p:cNvSpPr/>
            <p:nvPr/>
          </p:nvSpPr>
          <p:spPr>
            <a:xfrm>
              <a:off x="358920" y="5973840"/>
              <a:ext cx="1008000" cy="91692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3376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54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54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"/>
          <p:cNvSpPr/>
          <p:nvPr/>
        </p:nvSpPr>
        <p:spPr>
          <a:xfrm>
            <a:off x="0" y="6135840"/>
            <a:ext cx="9140760" cy="718920"/>
          </a:xfrm>
          <a:prstGeom prst="rect">
            <a:avLst/>
          </a:prstGeom>
          <a:solidFill>
            <a:srgbClr val="ffff00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buNone/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Click to edit the title text format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dt" idx="4"/>
          </p:nvPr>
        </p:nvSpPr>
        <p:spPr>
          <a:xfrm>
            <a:off x="45684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&lt;date/time&gt;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49" name="PlaceHolder 3"/>
          <p:cNvSpPr>
            <a:spLocks noGrp="1"/>
          </p:cNvSpPr>
          <p:nvPr>
            <p:ph type="ftr" idx="5"/>
          </p:nvPr>
        </p:nvSpPr>
        <p:spPr>
          <a:xfrm>
            <a:off x="3124080" y="6244920"/>
            <a:ext cx="289584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ct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latin typeface="Tahoma"/>
              </a:rPr>
              <a:t>&lt;footer&gt;</a:t>
            </a:r>
            <a:endParaRPr b="0" lang="en-IN" sz="1400" spc="-1" strike="noStrike">
              <a:latin typeface="Times New Roman"/>
            </a:endParaRPr>
          </a:p>
        </p:txBody>
      </p:sp>
      <p:sp>
        <p:nvSpPr>
          <p:cNvPr id="50" name="PlaceHolder 4"/>
          <p:cNvSpPr>
            <a:spLocks noGrp="1"/>
          </p:cNvSpPr>
          <p:nvPr>
            <p:ph type="sldNum" idx="6"/>
          </p:nvPr>
        </p:nvSpPr>
        <p:spPr>
          <a:xfrm>
            <a:off x="6552720" y="6244920"/>
            <a:ext cx="2133720" cy="4762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lstStyle>
            <a:lvl1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  <a:defRPr b="0" lang="en-IN" sz="1400" spc="-1" strike="noStrike">
                <a:latin typeface="Tahoma"/>
              </a:defRPr>
            </a:lvl1pPr>
          </a:lstStyle>
          <a:p>
            <a:pPr algn="r"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fld id="{F64E1071-4D5F-4722-AD8E-C0A7C80D7C69}" type="slidenum">
              <a:rPr b="0" lang="en-IN" sz="1400" spc="-1" strike="noStrike">
                <a:latin typeface="Tahoma"/>
              </a:rPr>
              <a:t>&lt;number&gt;</a:t>
            </a:fld>
            <a:endParaRPr b="0" lang="en-IN" sz="1400" spc="-1" strike="noStrike">
              <a:latin typeface="Times New Roman"/>
            </a:endParaRPr>
          </a:p>
        </p:txBody>
      </p:sp>
      <p:grpSp>
        <p:nvGrpSpPr>
          <p:cNvPr id="51" name=""/>
          <p:cNvGrpSpPr/>
          <p:nvPr/>
        </p:nvGrpSpPr>
        <p:grpSpPr>
          <a:xfrm>
            <a:off x="34920" y="-287280"/>
            <a:ext cx="1584360" cy="1701720"/>
            <a:chOff x="34920" y="-287280"/>
            <a:chExt cx="1584360" cy="1701720"/>
          </a:xfrm>
        </p:grpSpPr>
        <p:sp>
          <p:nvSpPr>
            <p:cNvPr id="52" name=""/>
            <p:cNvSpPr/>
            <p:nvPr/>
          </p:nvSpPr>
          <p:spPr>
            <a:xfrm>
              <a:off x="34920" y="-14256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  <p:sp>
          <p:nvSpPr>
            <p:cNvPr id="53" name=""/>
            <p:cNvSpPr/>
            <p:nvPr/>
          </p:nvSpPr>
          <p:spPr>
            <a:xfrm>
              <a:off x="611280" y="-287280"/>
              <a:ext cx="1008000" cy="1557000"/>
            </a:xfrm>
            <a:custGeom>
              <a:avLst/>
              <a:gdLst/>
              <a:ahLst/>
              <a:rect l="l" t="t" r="r" b="b"/>
              <a:pathLst>
                <a:path w="21600" h="21600">
                  <a:moveTo>
                    <a:pt x="0" y="0"/>
                  </a:moveTo>
                  <a:lnTo>
                    <a:pt x="21600" y="0"/>
                  </a:lnTo>
                  <a:lnTo>
                    <a:pt x="21600" y="21600"/>
                  </a:lnTo>
                  <a:lnTo>
                    <a:pt x="0" y="21600"/>
                  </a:lnTo>
                  <a:lnTo>
                    <a:pt x="0" y="0"/>
                  </a:lnTo>
                  <a:close/>
                </a:path>
              </a:pathLst>
            </a:cu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90000" rIns="90000" tIns="46800" bIns="46800" anchor="t">
              <a:spAutoFit/>
            </a:bodyPr>
            <a:p>
              <a:pPr>
                <a:lnSpc>
                  <a:spcPct val="100000"/>
                </a:lnSpc>
                <a:spcBef>
                  <a:spcPts val="6001"/>
                </a:spcBef>
                <a:tabLst>
                  <a:tab algn="l" pos="0"/>
                  <a:tab algn="l" pos="914400"/>
                  <a:tab algn="l" pos="1828800"/>
                  <a:tab algn="l" pos="2743200"/>
                  <a:tab algn="l" pos="3657600"/>
                  <a:tab algn="l" pos="4572000"/>
                  <a:tab algn="l" pos="5486400"/>
                  <a:tab algn="l" pos="6400800"/>
                  <a:tab algn="l" pos="7315200"/>
                  <a:tab algn="l" pos="8229600"/>
                  <a:tab algn="l" pos="9144000"/>
                  <a:tab algn="l" pos="10058400"/>
                </a:tabLst>
              </a:pPr>
              <a:r>
                <a:rPr b="0" lang="en-IN" sz="9600" spc="-1" strike="noStrike">
                  <a:solidFill>
                    <a:srgbClr val="808080"/>
                  </a:solidFill>
                  <a:latin typeface="Arial"/>
                </a:rPr>
                <a:t>R</a:t>
              </a:r>
              <a:endParaRPr b="0" lang="en-IN" sz="9600" spc="-1" strike="noStrike">
                <a:solidFill>
                  <a:srgbClr val="000000"/>
                </a:solidFill>
                <a:latin typeface="Times New Roman"/>
              </a:endParaRPr>
            </a:p>
          </p:txBody>
        </p:sp>
      </p:grpSp>
      <p:sp>
        <p:nvSpPr>
          <p:cNvPr id="54" name=""/>
          <p:cNvSpPr/>
          <p:nvPr/>
        </p:nvSpPr>
        <p:spPr>
          <a:xfrm>
            <a:off x="2771640" y="444600"/>
            <a:ext cx="6193080" cy="70344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2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1" lang="en-IN" sz="4000" spc="-1" strike="noStrike">
                <a:solidFill>
                  <a:srgbClr val="ffffff"/>
                </a:solidFill>
                <a:latin typeface="Tahoma"/>
              </a:rPr>
              <a:t>Real Reaction</a:t>
            </a:r>
            <a:endParaRPr b="0" lang="en-IN" sz="4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5" name=""/>
          <p:cNvSpPr/>
          <p:nvPr/>
        </p:nvSpPr>
        <p:spPr>
          <a:xfrm>
            <a:off x="2700360" y="1171440"/>
            <a:ext cx="6192720" cy="45972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6800" bIns="46800" anchor="t">
            <a:spAutoFit/>
          </a:bodyPr>
          <a:p>
            <a:pPr algn="r">
              <a:lnSpc>
                <a:spcPct val="100000"/>
              </a:lnSpc>
              <a:spcBef>
                <a:spcPts val="15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i="1" lang="en-IN" sz="2400" spc="-1" strike="noStrike">
                <a:solidFill>
                  <a:srgbClr val="ffff66"/>
                </a:solidFill>
                <a:latin typeface="Tahoma"/>
              </a:rPr>
              <a:t>We put fashion in electronics</a:t>
            </a:r>
            <a:endParaRPr b="0" lang="en-IN" sz="2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6" name=""/>
          <p:cNvSpPr/>
          <p:nvPr/>
        </p:nvSpPr>
        <p:spPr>
          <a:xfrm flipH="1">
            <a:off x="107640" y="1197000"/>
            <a:ext cx="8785080" cy="0"/>
          </a:xfrm>
          <a:prstGeom prst="line">
            <a:avLst/>
          </a:prstGeom>
          <a:ln w="38160">
            <a:solidFill>
              <a:srgbClr val="ffffff"/>
            </a:solidFill>
            <a:prstDash val="sysDot"/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57" name="PlaceHolder 5"/>
          <p:cNvSpPr>
            <a:spLocks noGrp="1"/>
          </p:cNvSpPr>
          <p:nvPr>
            <p:ph type="body"/>
          </p:nvPr>
        </p:nvSpPr>
        <p:spPr>
          <a:xfrm>
            <a:off x="457200" y="1604520"/>
            <a:ext cx="82292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3200" spc="-1" strike="noStrike">
                <a:solidFill>
                  <a:srgbClr val="ffffff"/>
                </a:solidFill>
                <a:latin typeface="Tahoma"/>
              </a:rPr>
              <a:t>Click to edit the outline text format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lvl="1" marL="457200" algn="ctr">
              <a:spcBef>
                <a:spcPts val="700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800" spc="-1" strike="noStrike">
                <a:solidFill>
                  <a:srgbClr val="ffffff"/>
                </a:solidFill>
                <a:latin typeface="Tahoma"/>
              </a:rPr>
              <a:t>Second Outline Level</a:t>
            </a:r>
            <a:endParaRPr b="0" lang="en-IN" sz="2800" spc="-1" strike="noStrike">
              <a:solidFill>
                <a:srgbClr val="ffffff"/>
              </a:solidFill>
              <a:latin typeface="Tahoma"/>
            </a:endParaRPr>
          </a:p>
          <a:p>
            <a:pPr lvl="2" marL="914400" algn="ctr">
              <a:spcBef>
                <a:spcPts val="601"/>
              </a:spcBef>
              <a:buClr>
                <a:srgbClr val="ffffff"/>
              </a:buClr>
              <a:buFont typeface="Tahoma"/>
              <a:buChar char="•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400" spc="-1" strike="noStrike">
                <a:solidFill>
                  <a:srgbClr val="ffffff"/>
                </a:solidFill>
                <a:latin typeface="Tahoma"/>
              </a:rPr>
              <a:t>Third Outline Level</a:t>
            </a:r>
            <a:endParaRPr b="0" lang="en-IN" sz="2400" spc="-1" strike="noStrike">
              <a:solidFill>
                <a:srgbClr val="ffffff"/>
              </a:solidFill>
              <a:latin typeface="Tahoma"/>
            </a:endParaRPr>
          </a:p>
          <a:p>
            <a:pPr lvl="3" marL="1371600" algn="ctr">
              <a:spcBef>
                <a:spcPts val="499"/>
              </a:spcBef>
              <a:buClr>
                <a:srgbClr val="ffffff"/>
              </a:buClr>
              <a:buFont typeface="Tahoma"/>
              <a:buChar char="–"/>
              <a:tabLst>
                <a:tab algn="l" pos="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Fourth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4" marL="1828800" algn="ctr">
              <a:spcBef>
                <a:spcPts val="499"/>
              </a:spcBef>
              <a:buClr>
                <a:srgbClr val="ffffff"/>
              </a:buClr>
              <a:buFont typeface="Tahoma"/>
              <a:buChar char="»"/>
              <a:tabLst>
                <a:tab algn="l" pos="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Fifth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5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Sixth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  <a:p>
            <a:pPr lvl="6" marL="1828800">
              <a:spcBef>
                <a:spcPts val="499"/>
              </a:spcBef>
              <a:buClr>
                <a:srgbClr val="000000"/>
              </a:buClr>
              <a:buFont typeface="Tahoma"/>
              <a:buChar char="»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2000" spc="-1" strike="noStrike">
                <a:solidFill>
                  <a:srgbClr val="ffffff"/>
                </a:solidFill>
                <a:latin typeface="Tahoma"/>
              </a:rPr>
              <a:t>Seventh Outline Level</a:t>
            </a:r>
            <a:endParaRPr b="0" lang="en-IN" sz="20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4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85800" y="2130120"/>
            <a:ext cx="7772400" cy="14698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Working Design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subTitle"/>
          </p:nvPr>
        </p:nvSpPr>
        <p:spPr>
          <a:xfrm>
            <a:off x="1371600" y="3886200"/>
            <a:ext cx="6400800" cy="175248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Autofit/>
          </a:bodyPr>
          <a:p>
            <a:pPr algn="ctr">
              <a:spcBef>
                <a:spcPts val="799"/>
              </a:spcBef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Presented by: Amber MacAdam, Industrial Designer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Method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7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Power source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Extra functions to be completed through an additional chip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Findings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Components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01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US" sz="3200" spc="-1" strike="noStrike">
                <a:solidFill>
                  <a:srgbClr val="ffffff"/>
                </a:solidFill>
                <a:latin typeface="Tahoma"/>
              </a:rPr>
              <a:t>Power source- Batteries (2 AA or 4 AAA)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Large On/Off button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Selection button for various entertainment devices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GB" sz="3200" spc="-1" strike="noStrike">
                <a:solidFill>
                  <a:srgbClr val="ffffff"/>
                </a:solidFill>
                <a:latin typeface="Tahoma"/>
              </a:rPr>
              <a:t>Smart chip that permits universal application</a:t>
            </a: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  <a:p>
            <a:pPr marL="343080" indent="-343080">
              <a:spcBef>
                <a:spcPts val="799"/>
              </a:spcBef>
              <a:buClr>
                <a:srgbClr val="ffffff"/>
              </a:buClr>
              <a:buFont typeface="Tahoma"/>
              <a:buChar char="•"/>
              <a:tabLst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"/>
          <p:cNvSpPr/>
          <p:nvPr/>
        </p:nvSpPr>
        <p:spPr>
          <a:xfrm>
            <a:off x="539640" y="2205000"/>
            <a:ext cx="8280360" cy="36720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03" name=""/>
          <p:cNvSpPr/>
          <p:nvPr/>
        </p:nvSpPr>
        <p:spPr>
          <a:xfrm>
            <a:off x="324000" y="260280"/>
            <a:ext cx="8248680" cy="1801800"/>
          </a:xfrm>
          <a:prstGeom prst="rect">
            <a:avLst/>
          </a:prstGeom>
          <a:solidFill>
            <a:srgbClr val="ffffff"/>
          </a:solidFill>
          <a:ln w="9360">
            <a:solidFill>
              <a:srgbClr val="000000"/>
            </a:solidFill>
            <a:miter/>
          </a:ln>
          <a:effectLst>
            <a:outerShdw dist="107932" dir="2700000" blurRad="0" rotWithShape="0">
              <a:srgbClr val="808080">
                <a:alpha val="50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04" name=""/>
          <p:cNvSpPr/>
          <p:nvPr/>
        </p:nvSpPr>
        <p:spPr>
          <a:xfrm>
            <a:off x="3995640" y="765000"/>
            <a:ext cx="609840" cy="60984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5" name=""/>
          <p:cNvGrpSpPr/>
          <p:nvPr/>
        </p:nvGrpSpPr>
        <p:grpSpPr>
          <a:xfrm>
            <a:off x="2916360" y="765000"/>
            <a:ext cx="672480" cy="665280"/>
            <a:chOff x="2916360" y="765000"/>
            <a:chExt cx="672480" cy="665280"/>
          </a:xfrm>
        </p:grpSpPr>
        <p:sp>
          <p:nvSpPr>
            <p:cNvPr id="106" name=""/>
            <p:cNvSpPr/>
            <p:nvPr/>
          </p:nvSpPr>
          <p:spPr>
            <a:xfrm>
              <a:off x="3166920" y="765000"/>
              <a:ext cx="1224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" name=""/>
            <p:cNvSpPr/>
            <p:nvPr/>
          </p:nvSpPr>
          <p:spPr>
            <a:xfrm>
              <a:off x="3355920" y="915840"/>
              <a:ext cx="1224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8" name=""/>
            <p:cNvSpPr/>
            <p:nvPr/>
          </p:nvSpPr>
          <p:spPr>
            <a:xfrm>
              <a:off x="2916360" y="110952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" name=""/>
            <p:cNvSpPr/>
            <p:nvPr/>
          </p:nvSpPr>
          <p:spPr>
            <a:xfrm>
              <a:off x="3354480" y="1095120"/>
              <a:ext cx="23436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" name=""/>
          <p:cNvGrpSpPr/>
          <p:nvPr/>
        </p:nvGrpSpPr>
        <p:grpSpPr>
          <a:xfrm>
            <a:off x="1549440" y="998640"/>
            <a:ext cx="954000" cy="174600"/>
            <a:chOff x="1549440" y="998640"/>
            <a:chExt cx="954000" cy="174600"/>
          </a:xfrm>
        </p:grpSpPr>
        <p:sp>
          <p:nvSpPr>
            <p:cNvPr id="111" name=""/>
            <p:cNvSpPr/>
            <p:nvPr/>
          </p:nvSpPr>
          <p:spPr>
            <a:xfrm>
              <a:off x="1549440" y="117144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" name=""/>
            <p:cNvSpPr/>
            <p:nvPr/>
          </p:nvSpPr>
          <p:spPr>
            <a:xfrm>
              <a:off x="1927080" y="99864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" name=""/>
            <p:cNvSpPr/>
            <p:nvPr/>
          </p:nvSpPr>
          <p:spPr>
            <a:xfrm>
              <a:off x="2173320" y="117324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4" name=""/>
          <p:cNvSpPr/>
          <p:nvPr/>
        </p:nvSpPr>
        <p:spPr>
          <a:xfrm>
            <a:off x="5076720" y="836640"/>
            <a:ext cx="609840" cy="60948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"/>
          <p:cNvSpPr/>
          <p:nvPr/>
        </p:nvSpPr>
        <p:spPr>
          <a:xfrm flipV="1">
            <a:off x="1074600" y="77328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"/>
          <p:cNvSpPr/>
          <p:nvPr/>
        </p:nvSpPr>
        <p:spPr>
          <a:xfrm>
            <a:off x="6308640" y="828720"/>
            <a:ext cx="67968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7" name=""/>
          <p:cNvSpPr/>
          <p:nvPr/>
        </p:nvSpPr>
        <p:spPr>
          <a:xfrm>
            <a:off x="7407360" y="808200"/>
            <a:ext cx="846000" cy="60948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18" name=""/>
          <p:cNvSpPr/>
          <p:nvPr/>
        </p:nvSpPr>
        <p:spPr>
          <a:xfrm>
            <a:off x="4798440" y="1528920"/>
            <a:ext cx="133272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Infrared bulb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19" name=""/>
          <p:cNvSpPr/>
          <p:nvPr/>
        </p:nvSpPr>
        <p:spPr>
          <a:xfrm>
            <a:off x="4016880" y="1527120"/>
            <a:ext cx="6912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Bulb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0" name=""/>
          <p:cNvSpPr/>
          <p:nvPr/>
        </p:nvSpPr>
        <p:spPr>
          <a:xfrm>
            <a:off x="1609200" y="1514520"/>
            <a:ext cx="883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Switch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1" name=""/>
          <p:cNvSpPr/>
          <p:nvPr/>
        </p:nvSpPr>
        <p:spPr>
          <a:xfrm>
            <a:off x="2510640" y="1498680"/>
            <a:ext cx="151560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Energy source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2" name=""/>
          <p:cNvSpPr/>
          <p:nvPr/>
        </p:nvSpPr>
        <p:spPr>
          <a:xfrm>
            <a:off x="779040" y="1511280"/>
            <a:ext cx="59076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Wire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3" name=""/>
          <p:cNvSpPr/>
          <p:nvPr/>
        </p:nvSpPr>
        <p:spPr>
          <a:xfrm>
            <a:off x="6289920" y="1539720"/>
            <a:ext cx="69444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Chip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24" name=""/>
          <p:cNvSpPr/>
          <p:nvPr/>
        </p:nvSpPr>
        <p:spPr>
          <a:xfrm>
            <a:off x="7121880" y="1533600"/>
            <a:ext cx="1640880" cy="307080"/>
          </a:xfrm>
          <a:custGeom>
            <a:avLst/>
            <a:gdLst/>
            <a:ahLst/>
            <a:rect l="l" t="t" r="r" b="b"/>
            <a:pathLst>
              <a:path w="21600" h="21600">
                <a:moveTo>
                  <a:pt x="0" y="0"/>
                </a:moveTo>
                <a:lnTo>
                  <a:pt x="21600" y="0"/>
                </a:lnTo>
                <a:lnTo>
                  <a:pt x="21600" y="21600"/>
                </a:lnTo>
                <a:lnTo>
                  <a:pt x="0" y="21600"/>
                </a:lnTo>
                <a:lnTo>
                  <a:pt x="0" y="0"/>
                </a:lnTo>
                <a:close/>
              </a:path>
            </a:pathLst>
          </a:cu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wrap="none" lIns="90000" rIns="90000" tIns="46800" bIns="46800" anchor="t">
            <a:spAutoFit/>
          </a:bodyPr>
          <a:p>
            <a:pPr>
              <a:lnSpc>
                <a:spcPct val="100000"/>
              </a:lnSpc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1400" spc="-1" strike="noStrike">
                <a:solidFill>
                  <a:srgbClr val="000000"/>
                </a:solidFill>
                <a:latin typeface="Arial Black"/>
              </a:rPr>
              <a:t>Subcomponent  </a:t>
            </a:r>
            <a:endParaRPr b="0" lang="en-IN" sz="1400" spc="-1" strike="noStrike">
              <a:solidFill>
                <a:srgbClr val="000000"/>
              </a:solidFill>
              <a:latin typeface="Times New Roman"/>
            </a:endParaRPr>
          </a:p>
        </p:txBody>
      </p:sp>
      <p:grpSp>
        <p:nvGrpSpPr>
          <p:cNvPr id="125" name=""/>
          <p:cNvGrpSpPr/>
          <p:nvPr/>
        </p:nvGrpSpPr>
        <p:grpSpPr>
          <a:xfrm>
            <a:off x="900000" y="3500280"/>
            <a:ext cx="673200" cy="665280"/>
            <a:chOff x="900000" y="3500280"/>
            <a:chExt cx="673200" cy="665280"/>
          </a:xfrm>
        </p:grpSpPr>
        <p:sp>
          <p:nvSpPr>
            <p:cNvPr id="126" name=""/>
            <p:cNvSpPr/>
            <p:nvPr/>
          </p:nvSpPr>
          <p:spPr>
            <a:xfrm>
              <a:off x="1150920" y="3500280"/>
              <a:ext cx="12600" cy="66528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" name=""/>
            <p:cNvSpPr/>
            <p:nvPr/>
          </p:nvSpPr>
          <p:spPr>
            <a:xfrm>
              <a:off x="1339920" y="3651120"/>
              <a:ext cx="12600" cy="37476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"/>
            <p:cNvSpPr/>
            <p:nvPr/>
          </p:nvSpPr>
          <p:spPr>
            <a:xfrm>
              <a:off x="900000" y="3844800"/>
              <a:ext cx="23508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" name=""/>
            <p:cNvSpPr/>
            <p:nvPr/>
          </p:nvSpPr>
          <p:spPr>
            <a:xfrm>
              <a:off x="1338480" y="3830400"/>
              <a:ext cx="2347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" name=""/>
          <p:cNvGrpSpPr/>
          <p:nvPr/>
        </p:nvGrpSpPr>
        <p:grpSpPr>
          <a:xfrm>
            <a:off x="1619280" y="3645000"/>
            <a:ext cx="954000" cy="174600"/>
            <a:chOff x="1619280" y="3645000"/>
            <a:chExt cx="954000" cy="174600"/>
          </a:xfrm>
        </p:grpSpPr>
        <p:sp>
          <p:nvSpPr>
            <p:cNvPr id="131" name=""/>
            <p:cNvSpPr/>
            <p:nvPr/>
          </p:nvSpPr>
          <p:spPr>
            <a:xfrm>
              <a:off x="1619280" y="3817800"/>
              <a:ext cx="3175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" name=""/>
            <p:cNvSpPr/>
            <p:nvPr/>
          </p:nvSpPr>
          <p:spPr>
            <a:xfrm>
              <a:off x="1996920" y="3645000"/>
              <a:ext cx="233640" cy="16632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" name=""/>
            <p:cNvSpPr/>
            <p:nvPr/>
          </p:nvSpPr>
          <p:spPr>
            <a:xfrm>
              <a:off x="2243160" y="3819600"/>
              <a:ext cx="330120" cy="0"/>
            </a:xfrm>
            <a:prstGeom prst="line">
              <a:avLst/>
            </a:prstGeom>
            <a:ln w="9360">
              <a:solidFill>
                <a:srgbClr val="0000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34" name=""/>
          <p:cNvSpPr/>
          <p:nvPr/>
        </p:nvSpPr>
        <p:spPr>
          <a:xfrm>
            <a:off x="2627280" y="3500280"/>
            <a:ext cx="846000" cy="609840"/>
          </a:xfrm>
          <a:prstGeom prst="flowChartAlternateProcess">
            <a:avLst/>
          </a:prstGeom>
          <a:solidFill>
            <a:srgbClr val="ffff99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"/>
          <p:cNvSpPr/>
          <p:nvPr/>
        </p:nvSpPr>
        <p:spPr>
          <a:xfrm>
            <a:off x="3564000" y="3500280"/>
            <a:ext cx="679320" cy="565200"/>
          </a:xfrm>
          <a:prstGeom prst="flowChartPunchedCard">
            <a:avLst/>
          </a:prstGeom>
          <a:solidFill>
            <a:srgbClr val="99cc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"/>
          <p:cNvSpPr/>
          <p:nvPr/>
        </p:nvSpPr>
        <p:spPr>
          <a:xfrm>
            <a:off x="4356000" y="3500280"/>
            <a:ext cx="609840" cy="609840"/>
          </a:xfrm>
          <a:prstGeom prst="flowChartSummingJunction">
            <a:avLst/>
          </a:prstGeom>
          <a:solidFill>
            <a:srgbClr val="ff0000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7" name=""/>
          <p:cNvSpPr/>
          <p:nvPr/>
        </p:nvSpPr>
        <p:spPr>
          <a:xfrm flipV="1">
            <a:off x="2987640" y="2781360"/>
            <a:ext cx="1800" cy="636480"/>
          </a:xfrm>
          <a:prstGeom prst="line">
            <a:avLst/>
          </a:prstGeom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  <p:sp>
        <p:nvSpPr>
          <p:cNvPr id="138" name=""/>
          <p:cNvSpPr/>
          <p:nvPr/>
        </p:nvSpPr>
        <p:spPr>
          <a:xfrm>
            <a:off x="2700360" y="2205000"/>
            <a:ext cx="609480" cy="609480"/>
          </a:xfrm>
          <a:prstGeom prst="flowChartSummingJunction">
            <a:avLst/>
          </a:prstGeom>
          <a:solidFill>
            <a:srgbClr val="bbe0e3"/>
          </a:solidFill>
          <a:ln w="9360">
            <a:solidFill>
              <a:srgbClr val="000000"/>
            </a:solidFill>
            <a:miter/>
          </a:ln>
        </p:spPr>
        <p:style>
          <a:lnRef idx="0"/>
          <a:fillRef idx="0"/>
          <a:effectRef idx="0"/>
          <a:fontRef idx="minor"/>
        </p:style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8229600" cy="114300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ctr">
            <a:noAutofit/>
          </a:bodyPr>
          <a:p>
            <a:pPr algn="ctr">
              <a:tabLst>
                <a:tab algn="l" pos="0"/>
                <a:tab algn="l" pos="914400"/>
                <a:tab algn="l" pos="1828800"/>
                <a:tab algn="l" pos="2743200"/>
                <a:tab algn="l" pos="3657600"/>
                <a:tab algn="l" pos="4572000"/>
                <a:tab algn="l" pos="5486400"/>
                <a:tab algn="l" pos="6400800"/>
                <a:tab algn="l" pos="7315200"/>
                <a:tab algn="l" pos="8229600"/>
                <a:tab algn="l" pos="9144000"/>
                <a:tab algn="l" pos="10058400"/>
              </a:tabLst>
            </a:pPr>
            <a:r>
              <a:rPr b="0" lang="en-IN" sz="4400" spc="-1" strike="noStrike">
                <a:solidFill>
                  <a:srgbClr val="ffffff"/>
                </a:solidFill>
                <a:latin typeface="Tahoma"/>
              </a:rPr>
              <a:t>Personal Preferences</a:t>
            </a:r>
            <a:endParaRPr b="0" lang="en-IN" sz="4400" spc="-1" strike="noStrike">
              <a:solidFill>
                <a:srgbClr val="ffffff"/>
              </a:solidFill>
              <a:latin typeface="Tahoma"/>
            </a:endParaRPr>
          </a:p>
        </p:txBody>
      </p:sp>
      <p:sp>
        <p:nvSpPr>
          <p:cNvPr id="140" name="PlaceHolder 2"/>
          <p:cNvSpPr>
            <a:spLocks noGrp="1"/>
          </p:cNvSpPr>
          <p:nvPr>
            <p:ph/>
          </p:nvPr>
        </p:nvSpPr>
        <p:spPr>
          <a:xfrm>
            <a:off x="457200" y="1600200"/>
            <a:ext cx="8229600" cy="4525920"/>
          </a:xfrm>
          <a:prstGeom prst="rect">
            <a:avLst/>
          </a:prstGeom>
          <a:noFill/>
          <a:ln w="0">
            <a:noFill/>
          </a:ln>
        </p:spPr>
        <p:txBody>
          <a:bodyPr lIns="90000" rIns="90000" tIns="46800" bIns="46800" anchor="t">
            <a:normAutofit/>
          </a:bodyPr>
          <a:p>
            <a:endParaRPr b="0" lang="en-IN" sz="3200" spc="-1" strike="noStrike">
              <a:solidFill>
                <a:srgbClr val="ffffff"/>
              </a:solidFill>
              <a:latin typeface="Tahoma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12</TotalTime>
  <Application>LibreOffice/7.3.7.2$Linux_X86_64 LibreOffice_project/30$Build-2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en-IN</dc:language>
  <cp:lastModifiedBy>AMI</cp:lastModifiedBy>
  <dcterms:modified xsi:type="dcterms:W3CDTF">2005-02-16T17:31:25Z</dcterms:modified>
  <cp:revision>15</cp:revision>
  <dc:subject/>
  <dc:title>PowerPoint Presentation</dc:title>
</cp:coreProperties>
</file>