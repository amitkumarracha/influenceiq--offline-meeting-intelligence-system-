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CC54739-F4EF-4586-8A07-28348EAE30A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3079DE0-1FCF-48B7-B6D4-B3504AFC842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D430AC-9B18-40EA-A492-1ED424A72EE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B02E06-8581-4A1F-8BAF-F818DA02844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626F87-777B-4459-AA7B-1C0E6E0B1EF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BCA267-2AF3-4072-9EC9-9136D2092F1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917A040-0459-4023-B5CD-DB243D0CFDB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0BD416-C508-42E1-A4D0-78A48D1F06A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A2FF74E-3D07-4CDD-B523-ED964027EDF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C416727-1888-4377-A076-98A7F629A10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1991E55-2348-4CE4-8C7E-D409CA90A39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E1B5F61-4142-454E-A023-E66DDFD3CF9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EF12C06-D720-41C5-8C5E-F346ABF27B4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AFF6E08-7D6A-40E8-B100-A00325AE729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2716C99-0438-4965-AA07-59DF9B9887A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E6BA0FD-1826-4E13-9A6A-E05E60296BD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FBEABB0-C632-4200-8919-C7830B1406A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4F0002A-8B46-4400-A351-E2F94A7B6D7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9A3AB1F-EC26-4797-AB6F-C40F34707ED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F494F02-7F9A-4CB2-B8FE-CBE395139AA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FC1DF39-F475-4920-B0EF-D5243150D6B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37CF1F4-4E18-4818-9FCC-C8EB7D52DBE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2DC4DD7-AC15-4941-B0FC-9798737FF6C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74B7B79-00E7-4FF7-ABA9-E33141B1930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20117A8-333B-4CDA-B95E-B5B8D16C8DE2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FAC1E8A-6BEC-44E3-AAFF-E910B6BC0DC9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Amber MacAdam,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Power source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Smart Chip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Extra functions to be completed through an additional chip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Power source- Batteries (2 AA or 4 AAA)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Large On/Off button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Selection button for various entertainment devices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Smart chip that permits universal application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"/>
          <p:cNvSpPr/>
          <p:nvPr/>
        </p:nvSpPr>
        <p:spPr>
          <a:xfrm>
            <a:off x="539640" y="2205000"/>
            <a:ext cx="8280360" cy="3672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"/>
          <p:cNvSpPr/>
          <p:nvPr/>
        </p:nvSpPr>
        <p:spPr>
          <a:xfrm>
            <a:off x="324000" y="260280"/>
            <a:ext cx="8248680" cy="1801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  <a:effectLst>
            <a:outerShdw dist="107932" dir="2700000" blurRad="0" rotWithShape="0">
              <a:srgbClr val="80808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4" name=""/>
          <p:cNvSpPr/>
          <p:nvPr/>
        </p:nvSpPr>
        <p:spPr>
          <a:xfrm>
            <a:off x="3995640" y="765000"/>
            <a:ext cx="609840" cy="60984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05" name=""/>
          <p:cNvGrpSpPr/>
          <p:nvPr/>
        </p:nvGrpSpPr>
        <p:grpSpPr>
          <a:xfrm>
            <a:off x="2916360" y="765000"/>
            <a:ext cx="672480" cy="665280"/>
            <a:chOff x="2916360" y="765000"/>
            <a:chExt cx="672480" cy="665280"/>
          </a:xfrm>
        </p:grpSpPr>
        <p:sp>
          <p:nvSpPr>
            <p:cNvPr id="106" name=""/>
            <p:cNvSpPr/>
            <p:nvPr/>
          </p:nvSpPr>
          <p:spPr>
            <a:xfrm>
              <a:off x="3166920" y="765000"/>
              <a:ext cx="1224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7" name=""/>
            <p:cNvSpPr/>
            <p:nvPr/>
          </p:nvSpPr>
          <p:spPr>
            <a:xfrm>
              <a:off x="3355920" y="915840"/>
              <a:ext cx="1224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8" name=""/>
            <p:cNvSpPr/>
            <p:nvPr/>
          </p:nvSpPr>
          <p:spPr>
            <a:xfrm>
              <a:off x="2916360" y="110952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9" name=""/>
            <p:cNvSpPr/>
            <p:nvPr/>
          </p:nvSpPr>
          <p:spPr>
            <a:xfrm>
              <a:off x="3354480" y="1095120"/>
              <a:ext cx="2343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10" name=""/>
          <p:cNvGrpSpPr/>
          <p:nvPr/>
        </p:nvGrpSpPr>
        <p:grpSpPr>
          <a:xfrm>
            <a:off x="1549440" y="998640"/>
            <a:ext cx="954000" cy="174600"/>
            <a:chOff x="1549440" y="998640"/>
            <a:chExt cx="954000" cy="174600"/>
          </a:xfrm>
        </p:grpSpPr>
        <p:sp>
          <p:nvSpPr>
            <p:cNvPr id="111" name=""/>
            <p:cNvSpPr/>
            <p:nvPr/>
          </p:nvSpPr>
          <p:spPr>
            <a:xfrm>
              <a:off x="1549440" y="1171440"/>
              <a:ext cx="317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2" name=""/>
            <p:cNvSpPr/>
            <p:nvPr/>
          </p:nvSpPr>
          <p:spPr>
            <a:xfrm>
              <a:off x="1927080" y="998640"/>
              <a:ext cx="233640" cy="16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3" name=""/>
            <p:cNvSpPr/>
            <p:nvPr/>
          </p:nvSpPr>
          <p:spPr>
            <a:xfrm>
              <a:off x="2173320" y="1173240"/>
              <a:ext cx="330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14" name=""/>
          <p:cNvSpPr/>
          <p:nvPr/>
        </p:nvSpPr>
        <p:spPr>
          <a:xfrm>
            <a:off x="5076720" y="836640"/>
            <a:ext cx="609840" cy="60948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"/>
          <p:cNvSpPr/>
          <p:nvPr/>
        </p:nvSpPr>
        <p:spPr>
          <a:xfrm flipV="1">
            <a:off x="1074600" y="773280"/>
            <a:ext cx="1800" cy="63648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"/>
          <p:cNvSpPr/>
          <p:nvPr/>
        </p:nvSpPr>
        <p:spPr>
          <a:xfrm>
            <a:off x="6308640" y="828720"/>
            <a:ext cx="67968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"/>
          <p:cNvSpPr/>
          <p:nvPr/>
        </p:nvSpPr>
        <p:spPr>
          <a:xfrm>
            <a:off x="7407360" y="808200"/>
            <a:ext cx="846000" cy="60948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8" name=""/>
          <p:cNvSpPr/>
          <p:nvPr/>
        </p:nvSpPr>
        <p:spPr>
          <a:xfrm>
            <a:off x="4798440" y="1528920"/>
            <a:ext cx="133272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Infrared bulb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4016880" y="1527120"/>
            <a:ext cx="6912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Bulb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1609200" y="1514520"/>
            <a:ext cx="883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Switch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2510640" y="1498680"/>
            <a:ext cx="15156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Energy source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779040" y="1511280"/>
            <a:ext cx="59076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Wire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6289920" y="1539720"/>
            <a:ext cx="694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Chip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7121880" y="1533600"/>
            <a:ext cx="164088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Subcomponent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125" name=""/>
          <p:cNvGrpSpPr/>
          <p:nvPr/>
        </p:nvGrpSpPr>
        <p:grpSpPr>
          <a:xfrm>
            <a:off x="900000" y="3500280"/>
            <a:ext cx="673200" cy="665280"/>
            <a:chOff x="900000" y="3500280"/>
            <a:chExt cx="673200" cy="665280"/>
          </a:xfrm>
        </p:grpSpPr>
        <p:sp>
          <p:nvSpPr>
            <p:cNvPr id="126" name=""/>
            <p:cNvSpPr/>
            <p:nvPr/>
          </p:nvSpPr>
          <p:spPr>
            <a:xfrm>
              <a:off x="1150920" y="3500280"/>
              <a:ext cx="1260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7" name=""/>
            <p:cNvSpPr/>
            <p:nvPr/>
          </p:nvSpPr>
          <p:spPr>
            <a:xfrm>
              <a:off x="1339920" y="3651120"/>
              <a:ext cx="1260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8" name=""/>
            <p:cNvSpPr/>
            <p:nvPr/>
          </p:nvSpPr>
          <p:spPr>
            <a:xfrm>
              <a:off x="900000" y="3844800"/>
              <a:ext cx="2350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9" name=""/>
            <p:cNvSpPr/>
            <p:nvPr/>
          </p:nvSpPr>
          <p:spPr>
            <a:xfrm>
              <a:off x="1338480" y="383040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30" name=""/>
          <p:cNvGrpSpPr/>
          <p:nvPr/>
        </p:nvGrpSpPr>
        <p:grpSpPr>
          <a:xfrm>
            <a:off x="1619280" y="3645000"/>
            <a:ext cx="954000" cy="174600"/>
            <a:chOff x="1619280" y="3645000"/>
            <a:chExt cx="954000" cy="174600"/>
          </a:xfrm>
        </p:grpSpPr>
        <p:sp>
          <p:nvSpPr>
            <p:cNvPr id="131" name=""/>
            <p:cNvSpPr/>
            <p:nvPr/>
          </p:nvSpPr>
          <p:spPr>
            <a:xfrm>
              <a:off x="1619280" y="3817800"/>
              <a:ext cx="317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2" name=""/>
            <p:cNvSpPr/>
            <p:nvPr/>
          </p:nvSpPr>
          <p:spPr>
            <a:xfrm>
              <a:off x="1996920" y="3645000"/>
              <a:ext cx="233640" cy="16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3" name=""/>
            <p:cNvSpPr/>
            <p:nvPr/>
          </p:nvSpPr>
          <p:spPr>
            <a:xfrm>
              <a:off x="2243160" y="3819600"/>
              <a:ext cx="330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34" name=""/>
          <p:cNvSpPr/>
          <p:nvPr/>
        </p:nvSpPr>
        <p:spPr>
          <a:xfrm>
            <a:off x="2627280" y="3500280"/>
            <a:ext cx="846000" cy="60984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"/>
          <p:cNvSpPr/>
          <p:nvPr/>
        </p:nvSpPr>
        <p:spPr>
          <a:xfrm>
            <a:off x="3564000" y="3500280"/>
            <a:ext cx="67932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"/>
          <p:cNvSpPr/>
          <p:nvPr/>
        </p:nvSpPr>
        <p:spPr>
          <a:xfrm>
            <a:off x="4356000" y="3500280"/>
            <a:ext cx="609840" cy="60984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7" name=""/>
          <p:cNvSpPr/>
          <p:nvPr/>
        </p:nvSpPr>
        <p:spPr>
          <a:xfrm flipV="1">
            <a:off x="2987640" y="2781360"/>
            <a:ext cx="1800" cy="63648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"/>
          <p:cNvSpPr/>
          <p:nvPr/>
        </p:nvSpPr>
        <p:spPr>
          <a:xfrm>
            <a:off x="2700360" y="2205000"/>
            <a:ext cx="609480" cy="60948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2005-02-16T17:31:25Z</dcterms:modified>
  <cp:revision>15</cp:revision>
  <dc:subject/>
  <dc:title>PowerPoint Presentation</dc:title>
</cp:coreProperties>
</file>