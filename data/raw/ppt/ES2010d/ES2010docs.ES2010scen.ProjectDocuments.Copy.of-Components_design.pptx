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D051D-182A-43A0-A6FE-364CD78D5D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3EF4B9-72EE-4516-B831-6C2561E0C2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B6696C-020C-4FE9-A14E-B8B3BC970E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722522-6DAF-4D84-BA58-3BD22FCFD0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17BAFD-6726-4B68-909E-0F2FB53DEC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9537D1-1793-4526-9762-5D8C67340B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5A0B34-682D-4656-AA67-9ADA3EDB00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3CCB1-8D0A-4444-972F-49FE3F642C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36275-1594-47ED-A503-87444364F2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D79B4-A1BB-4659-9D47-1D7DDAC8AB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2B623E-DE47-4892-84D1-7D5CD0C7AC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95E7C5-E74E-4CAD-B3CE-0F829C1517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313AB6-9725-4810-A028-9972CFC543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317584-B9FA-4F5B-882D-7822B19789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5EBD9-E95D-485A-952B-1057768978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67E305-F8DD-487D-8CF5-3371991F15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5F4AF3-569D-4DD6-AF6D-2638031966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F908C3-2A94-4FAB-8069-6DCCA4E78F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FA2569-92E5-4862-A037-EC739313A8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DB6DFC-3195-4710-BFD6-859F4A0A94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3CD037-EA52-416F-8441-A6D751F488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B3DC32-6725-4D75-8E11-8F99E901E2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7F4B14-D74A-482D-801E-19FA5DA966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BDB642-936C-4D32-9098-1AAC339BE8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813436-3415-4E6D-ACCD-4D47F37995C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7CE6BC-3EA5-4EB4-8C40-6C9CF5D9326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