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9F3736-EF60-4DA9-9481-E137B1BE0A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DF53D1-42F8-4430-8F73-3E44EBBD7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DBEF9-199B-449A-ABB0-B3D8F5ED4B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1346F-5AB5-4C00-BD5E-F78B26D79F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C2BCE-058E-4E78-9111-07DEAC493A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0F193E-CA73-4ABA-9151-E7049FC227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95065-18AD-466D-9C27-3C91AD011F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D80B6-4EBD-4557-B16B-603D54144D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3AC98-C03B-4232-9473-F01236C974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414B1C-4981-469D-9D60-D7215F9BE7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F8CEC5-3E2F-4E82-AC23-28567374F6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F3B9F5-FCDE-4730-84E9-7837BD844C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DCFB59-E98D-420C-B9F7-5E170B5EFF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7EC4FE-B5D8-495A-BA7A-61AC36455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2C2543-0862-4CD2-99F7-E6CCEBE3F3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C7938D-AD59-47CF-9BED-E0F7B579DD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65F5D0-483D-4BAB-A9BA-EBAA0AB244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1E7A62-703E-47E8-A31D-7D0EB74E5F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859F88-0A8E-4C1F-971A-1F3195B45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7BDAE1-649B-488D-8551-DCEEBE2D11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90CE7-2697-415C-9EFC-1467686C78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627B9-5EBC-4241-B7CA-1010662B44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408B62-FB09-400A-BD05-0CAFF9E6C7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67323-F4DE-47A1-A460-7616ABD855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232433-F3BF-4852-96FC-E67A04B7FD6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581535-DEC5-4C42-9C81-BBFBF1E570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