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EBF88C-90D1-4C33-800E-B8ABC790BAD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076E06-1981-4AAB-A6B0-C74D9D59B4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3870E2-541A-4243-B387-7C3FBCE015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A950FC-8A1C-4027-BD45-1E5F6741C82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004AD3-8F05-4739-A3C1-E24F5CC967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317772-A654-42A7-972D-C9762476933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99C79E-D53F-4552-973D-CD85CDA252E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D7C3B5-656D-46D2-A533-905EE078E5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939AD2-EE59-4271-9FB6-2980D00E87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9B97EA-DF6C-43F5-A6A2-F9BCC34C6B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202A8E-91E0-4F81-B30C-2C405D36059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DA8CA3-7E82-407C-898A-B4789081ABF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E0061B-DE63-499E-9221-BE3A83982F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598BFD-955C-4829-8080-77A0D1D0C5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0BCCD1-BD85-4219-9601-7A65F240FB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885D12-4D66-4A1C-8AF9-2BDC59C2DB7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BBDE78-42B6-4F53-B9E3-97077EEEF98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EBA67C-2064-43C7-83CF-C8FE94FC22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34BDE4-67B9-41FB-B1F7-70F8CE76C43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51CE8B-73DF-4594-AB7C-3BCE08D52D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F06304-FB54-4567-A7E1-480684ACCF6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F0F4EF-D9FC-43A3-BCA3-2235E131B63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E4E5A8-4CA6-469D-8B7B-18427F3D703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6BB023-9FDC-44AF-8A91-D27DD9A3ADB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B5784DD-76A4-427F-BBA6-FFAD44B3C5D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D0F2F4B-E92B-4F56-BAE7-ABCEF5CDC52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Courtney Jordan,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What the User Thinks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 the lab, we observed the remote control use among subjects (N = 100) who also filled in a questionnaire.  We found: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       </a:t>
            </a: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68360" y="148428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Channel, volume, power buttons most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  </a:t>
            </a: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39640" y="1628280"/>
            <a:ext cx="7561440" cy="4597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6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Modern, eye-catching design…yet simple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Functionality of product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Open to wide range of consumers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Hip, but not corny, marketing scheme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Speech recognition is a highly advanced property for remotes that consumers are interested in, and should be considered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7308720" y="2276640"/>
            <a:ext cx="1835280" cy="1834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2005-02-16T17:37:12Z</dcterms:modified>
  <cp:revision>13</cp:revision>
  <dc:subject/>
  <dc:title>PowerPoint Presentation</dc:title>
</cp:coreProperties>
</file>