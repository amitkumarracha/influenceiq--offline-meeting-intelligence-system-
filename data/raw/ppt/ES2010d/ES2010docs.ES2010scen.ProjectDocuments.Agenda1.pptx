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B0E211-B0A3-4ADD-A37B-1DA5A3C678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4E11B3-A2D4-445B-97AF-F0EAD2F34E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B97C9C-84F1-44DF-A6E2-234A196A5B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270E6C-672C-4ED9-B14E-4851405F3B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4FF1BF-1F6E-4402-AF1B-6DF3AA9339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00C256-150C-4D6F-BEF6-7C19D29C9A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CC2E42-C015-4606-BF03-E0F9468EDA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9C91C7-2E0A-45AC-B891-F8F1660197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7F43A3-06E5-4404-B594-645346F6FD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189285-F084-4CC0-B794-75E7A8F1D4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F33F5-C966-4CC1-ADF1-DA61F15881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0EE8D9-E59F-46BB-8B43-7CBA815D09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A45C8A-EC0B-4F64-915A-ADE7F03185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4DAB1C-C255-4067-BD25-0F2432DF09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665B34-C5F5-4B2B-803A-E7049D13EC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0C71E8-C06A-4304-A739-57B9B56412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A7E371-1C7E-4237-9FF2-2AADCD1B5C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6079A4-0771-4863-BD54-B5D4F161B8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6AFABB-8209-476A-9F62-01FD7CAFA3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872615-C76D-473F-942D-A88A477897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597B8B-CE6E-41E0-A47A-1B0543D00B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D85B27-61C3-46EE-8191-AA57257ABC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A8A29F-06D7-43CB-83AF-FC2BBCAC02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9A9651-D28B-4917-BC31-5827031787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E89C77-1802-450F-8808-D3E1ED5B7DC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9AFAFC-A51F-43C4-BEE8-5FBF344904D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Goals of this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user req. – what needs and desires are to be fulfilled?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tech. functions – what is the effect of the apparatus?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working design – how will it perform its functions?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499200" y="3245760"/>
            <a:ext cx="2145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selling price – 25 €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New Product Req.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For TV only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Color and slogan on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teletext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2005-02-16T17:30:53Z</dcterms:modified>
  <cp:revision>21</cp:revision>
  <dc:subject/>
  <dc:title>PowerPoint Presentation</dc:title>
</cp:coreProperties>
</file>