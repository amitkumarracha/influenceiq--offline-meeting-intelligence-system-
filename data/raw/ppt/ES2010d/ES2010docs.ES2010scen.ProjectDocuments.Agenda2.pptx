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55C7C-47C4-40B3-B634-DD7D6855CF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318C64-9A55-4480-95AA-47D71F413B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C97466-DD7D-4129-988C-C46A9A0812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33CC1D-59CE-4DF8-A1C1-24DE81728A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AEA9D7-288C-4809-8519-E9D67FA563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EF3E1A-F150-4B87-872F-DA72D435B9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0543E-4603-4990-BE84-BE02314FE0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0C9C01-43F8-467C-925A-FD1194CF40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042B7A-0D8C-4756-B4E5-D79F9C2F1E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CAA113-0DB5-4BCF-A37A-9D02E7F4FD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255D2B-1291-4B2F-8A1A-EEADA835AB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AE869-675D-4E7D-956D-1A5E72E70F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734946-E813-42CE-BA93-E88E953614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575F10-D7EC-4799-B51B-18DEA5C8F8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B0F492-83AB-4CC8-B0CE-A915C1D114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6AAAEE-A7B0-458F-A560-7CF251BD59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70C5CA-9049-4772-B009-1FBD132869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3FA6F7-970D-4447-B9E1-F06000E75F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0A84FC-0946-43E9-9F1F-19F58636EC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81EC9E-D4A9-4F6F-AE29-CD5BC8F3A8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5270FF-5F2E-47FE-A314-1BF3371A9E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D44443-A501-41BB-A3F0-14DB400EB2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21298A-BD42-493E-A704-0EB2EA75D2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794443-767C-4BA0-ACAE-DFD820D04C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AFCF7E-28D2-45E4-A023-7E3F1ED0F9D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E479A7-AC94-4A42-ADC2-154465D8090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Meeting Goal</a:t>
            </a: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Team will reach a decision on the concepts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2005-02-16T19:39:58Z</dcterms:modified>
  <cp:revision>22</cp:revision>
  <dc:subject/>
  <dc:title>PowerPoint Presentation</dc:title>
</cp:coreProperties>
</file>