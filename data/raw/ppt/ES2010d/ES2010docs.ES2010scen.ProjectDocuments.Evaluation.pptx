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47A4E-E881-4EA7-8468-268EF065E0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E5A53D-C324-4E19-8F7A-019AA93165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B9C98E-EA1A-4E3A-BC48-DD1EBA00C1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BA720-8C91-48C3-9DA9-DD47BA5A96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DFBC4-E25D-41DF-99B5-2C47B5D931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BDEEA-8E0D-405D-8B90-FBB186F4FF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E821C-E785-4822-937C-09116CB004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7B00B-0C1E-4A96-B65D-24EAB315A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11FAB5-F82C-4DA2-B763-AC03810563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52A4F5-0901-40B7-A2A1-81CCFCF1A5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2261AD-70C3-4D1A-9956-64DC66FAF1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69D781-A29F-4BBF-B0D2-EE45341139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AC8B02-FEAF-4C95-827C-023F22CC1D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C2AFCB-EDE0-4645-96C9-8649289D5E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9F247B-3D0E-40B6-A62F-5DF1EA496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21152-6446-442C-B10B-FA77704983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BD8A68-9C9C-40BC-8033-3FAFF75B76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1A9B58-EC50-4E6F-A9B0-5F26D65F39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8A802-F4C2-4A9C-9CD1-C18A5067F1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6F7835-BFE3-4E65-A4FD-14AA815D1F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967F21-EF60-4C54-9958-69CE6F51D7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55E4D-5B19-423C-951E-DD584A636D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F05255-8012-497F-93F6-103A76EEF2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9B5E1C-1673-4A42-B9AD-D9BEBFA0D3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7E6635-A073-435A-BEEC-4A3D5A1C808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E5B4ED-25D9-462F-B120-0586492ABC0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