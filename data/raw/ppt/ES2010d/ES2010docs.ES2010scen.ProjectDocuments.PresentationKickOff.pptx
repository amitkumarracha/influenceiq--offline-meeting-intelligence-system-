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6068D5-D3ED-4645-9431-9C3876CFA9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CA5F55-5D03-4AFA-BB45-1CFB709355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EF1037-EDF6-471D-82F8-5A83A55465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96AD2A-6E6C-42FD-81FD-126F7136BF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34CA7E-1528-4725-8E5A-5B9504CB11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4C94D3-A61B-4FEC-A8CB-DD0119F356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5BD55F-1FD7-4C5D-9F7F-21CC40FB2A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6819AB-2E1D-458B-A198-ED5C214D98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7E7D2E-E5A7-419A-81F1-9FB0D2C0DF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114262-E81A-4C8D-80B6-11BA2EC2F4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F4CE11-530D-4249-A8F9-8D3E8AC0663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602F1E-1E20-4AAF-A47E-4F315308DBF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CA4586-033D-4C1F-9A78-E72FF915EE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00787F-3A05-4D7E-9BC6-F46952154C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864D1D-152D-4F96-A4A6-7D351D758E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6831A5-BE0B-4EDA-8A7A-21FC8DC58E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216345-AAB8-47A7-8D45-441CFBE075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B8F978-78A1-422E-ABFC-9ADD24180F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BC0B2F-0737-464B-A247-CE1305B425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34AC4C-6B70-4942-A5BD-0E22A72463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F650C9-2719-44AE-A695-921B861882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266F02-B0A6-4D80-A90F-26463CB84B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0C90B0-2373-4E90-8C4D-FA7316B0472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7541D7-EAD4-4483-9D93-8FC7B056BC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8DA82AA-3957-458E-81C1-7EE252E7C130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10284E-595C-4762-9ECE-5E5A110D9DCB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2005-02-16T17:12:27Z</dcterms:modified>
  <cp:revision>32</cp:revision>
  <dc:subject/>
  <dc:title>PowerPoint Presentation</dc:title>
</cp:coreProperties>
</file>