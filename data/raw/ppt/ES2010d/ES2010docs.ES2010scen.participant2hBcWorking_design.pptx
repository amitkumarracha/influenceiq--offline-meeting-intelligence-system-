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CB7E4E-E8CA-40C3-833F-8B836419B4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E19329-B464-42A6-8ED5-CF4A62BC9E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3D18DC-93A2-4C88-9150-C4C749F119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6B658E-89CD-4736-94B6-FA389BC53E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FA982-8075-4155-803B-B793F64AA7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64E101-911A-408D-B3E9-83A7C6436B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D3F3F4-7CFF-4B50-8E4A-E3B31F38DE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E0B997-EB57-4625-B890-B6FA9E804C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572D32-9E52-4054-B056-65A684BDAC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7EDDD5-C46E-4764-9B39-4D2A41478F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F57CDB-5EE9-4D6D-B825-70D47E427A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B118E-609C-44B4-AF9E-A0618E3182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D197DF-93BF-405A-AB5C-D83C77AAEA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875630-A7F0-4D32-B3FB-32BBFE1418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FA5986-B5CD-4593-830E-6D44FD3B26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4F72B8-4CF8-4D5B-A80C-5B51C81372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865500-5BE0-48DE-8FE2-96F0212F89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69063F-ECD6-458C-8C7B-1879202CEC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2313D2-DCC6-4F31-906D-D6D286850C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8435F3-A5C1-45FC-A6F6-075ED72EDF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620769-5ED8-4763-A731-1173C35506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62B954-C4C3-4A50-B45D-F675408546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E6BCC2-56D8-47CA-878C-CE2CCA11DA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E71373-BB2A-4CFF-97E9-7CE1805B7F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F8AE8B-B9A7-4350-B9A5-90103B12D24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1A7D70-A83A-4BDD-8F9D-DD0D750296C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