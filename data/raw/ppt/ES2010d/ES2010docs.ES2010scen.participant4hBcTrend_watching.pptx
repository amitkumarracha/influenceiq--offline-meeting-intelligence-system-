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90A9E-507A-4100-9368-B31AC51815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66D62-57AC-4F05-B1D2-6C8CAC11D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6F553-5AE9-4706-8DF2-B94415688B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B81890-4596-4FBC-B4F4-B0364D9F01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C7721-F52C-498D-BCBA-A0D5D738CB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59F4A2-57C9-494A-B13C-4C89B91C07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61B8A-EEC9-41F9-B3D2-A447F979C7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D5E53A-199E-4F71-BEE1-1296132B6D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75DA57-7D0D-4F5F-B49B-5EE8A58588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21F07-F2E7-4281-AC2F-184E76DD2B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6B190-7977-4593-9C65-FFBA07672E1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FACA1-A99C-4EC3-A1ED-6A38653A8C6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C81154-CC1F-4CC5-B3ED-9AFE01D653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CA251D-7F14-4449-906C-30560F82DE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0E0378-0F84-4895-97D0-1F66E14B29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ECCAFB-FFF3-437E-A637-04E6DDF9EB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56EE6-A144-4CFF-9E82-0AEB5652FD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029E8F-A825-41B6-94C6-ED18FBF4D6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568C5E-7B2E-4F3C-B8DE-958DDA861C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5B977D-56AE-44F4-82A9-6544F41E805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C2C48-B172-4C89-AD21-CECB80D173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B48367-41E8-4FDD-9C46-EBC7F6D62E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D609E3-BFF0-4647-ACB2-AE8DF490C4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88F760-BBFA-4637-8D6C-8C2D2912F7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663020-271D-4145-AA19-240F283BB8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2144D1-1082-42A7-91E8-52A601800E1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