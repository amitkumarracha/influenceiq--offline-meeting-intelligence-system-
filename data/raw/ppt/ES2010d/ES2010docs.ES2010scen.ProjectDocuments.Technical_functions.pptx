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5F32C4-6739-459F-819E-876F59CE99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554A09-719A-40B3-B9F2-820FD4BBC9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1E6E56-D960-45F8-B3EC-0408EC21BB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E9E6A-62E7-43E5-94D5-D5CABE5C0BE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60111-4D28-4932-8857-291BB66417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9A122E-127F-4EDB-AD2D-4368943610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0BEE84-0547-4489-BDCD-F69628A3AB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B2B2ED-1FF4-4E32-BBCD-593EE85D21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AC834B-3116-44E3-954D-91BBF1A587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EDE23-A526-4169-8DEE-485E2AFC7D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CD869-FBE7-4E1F-AC14-F66232DB85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043AC4-25ED-4447-8F8B-25E9F5B447F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697A73-4C76-4649-A5B6-45D752E8A9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D8372D-22C7-4722-BF78-601817866F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3C11EA-A2BF-4165-A419-F38A2CC408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FFAF14-005D-4BFE-824B-7C66FB65DB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863D9EE-B426-4AF6-93AF-89AC3CC292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DA1703-F166-4F76-A0FC-FDD04CBC9D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6B5515-39BD-4FE9-A522-B28E989DC9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C6941A-C2B4-4DA6-AE79-1D5B9E2083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3742EB-75BF-4E66-AB80-55CC36A36C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4A9BA6-5861-4061-AB01-1AC03BF555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67182A-FFFD-4040-A2C7-31B7C9DC3F3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A7FC81-E0CF-42A5-8840-BF290C075B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D40E17-AFC5-4A1C-B338-038DE18D4E1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250CD7-3AF1-4721-A7B0-D2FD574314B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Fenella Watson,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function of a remote control is basically to send messages to the television set. Example messages are: "switch on", "switch off", "switch to next channel", "switch to channel 9", "turn volume up", etc.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Considerations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"/>
          <p:cNvSpPr/>
          <p:nvPr/>
        </p:nvSpPr>
        <p:spPr>
          <a:xfrm>
            <a:off x="611280" y="1341360"/>
            <a:ext cx="7056360" cy="3949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Needs to include: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numbers 0 – 9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on/off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channel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volume up/down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mute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functions for VHS/DVD – play, rewind, fast forward, stop,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	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pause, Enter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GB" sz="2000" spc="-1" strike="noStrike">
                <a:solidFill>
                  <a:srgbClr val="ffffff"/>
                </a:solidFill>
                <a:latin typeface="Arial"/>
              </a:rPr>
              <a:t>Menus – for DVD as well as TV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Examples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395280" y="189000"/>
            <a:ext cx="1930320" cy="652464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6948360" y="404640"/>
            <a:ext cx="1762200" cy="595008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635280" y="1773360"/>
            <a:ext cx="46087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Types of design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Questions to Consider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do we want to include?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simple/complex should it be?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What functions are needed to complete the installation process?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2005-02-16T17:28:00Z</dcterms:modified>
  <cp:revision>9</cp:revision>
  <dc:subject/>
  <dc:title>PowerPoint Presentation</dc:title>
</cp:coreProperties>
</file>