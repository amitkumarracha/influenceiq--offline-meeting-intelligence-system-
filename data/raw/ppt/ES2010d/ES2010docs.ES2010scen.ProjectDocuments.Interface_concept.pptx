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png" ContentType="image/pn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media/image8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0C35A5-5C0B-47F7-A189-D43DDA5ECEF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19150A-FC69-4C11-A082-9BE1BA856EF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F4F719-8164-4E6E-A304-8C6376A15A4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94BFC9-2E87-4B0B-8D82-98C9C0E5696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980DE4-45E2-40A4-86D2-7C924366B5D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1F537E-AEF6-4116-B398-68DD73A1803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A4C7C1-9871-4644-9420-BD1555DDA49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58E3D4-B4A0-4D56-8671-C7D795F2D97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FCBA0A-64F8-4A99-992E-FB4A5A5C943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669E7D-2921-4643-883F-8606BF66D7F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D5E932-2FE7-4406-A677-6973B75E0B9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99E71B-3C10-455A-9980-57C96C9C2F1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C5F51FA-DAD3-4B41-9B3C-E9052E37820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00F14A-0207-4932-8BE9-4F988DE7163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B16F1A-A160-4FB5-AEC4-AC6FB46D424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4C642F-E4AE-4960-A91F-C2362FCD865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4A177DC-C5B7-4391-B082-EF73CE4CBFC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F4A914-495B-4598-95DD-F8F7C418CDB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B25C89-D2F6-4D01-AC03-220E8D53882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1AEB546-0D41-4EE9-853F-5B6170C8ADC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06DF54B-A7BE-4B98-A7C9-8625C71C057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45F5E5-5B57-4899-9CBA-82F7106B3B1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58A95C0-86C1-41FC-9FF5-8611AAD8DEA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46503D4-F261-4B02-95AD-9CBFB2C9CCB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5A00479-A9E0-4719-AD58-AB0EE2A84E36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E67644A-437A-4CF3-A40C-F9CF929B9651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://www.apple.com/ipod/specs.html" TargetMode="Externa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jpeg"/><Relationship Id="rId3" Type="http://schemas.openxmlformats.org/officeDocument/2006/relationships/image" Target="../media/image7.jpeg"/><Relationship Id="rId4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" descr="iPod 40G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6516720" y="620640"/>
            <a:ext cx="2190600" cy="3743280"/>
          </a:xfrm>
          <a:prstGeom prst="rect">
            <a:avLst/>
          </a:prstGeom>
          <a:ln w="0">
            <a:noFill/>
          </a:ln>
        </p:spPr>
      </p:pic>
      <p:pic>
        <p:nvPicPr>
          <p:cNvPr id="97" name="" descr=""/>
          <p:cNvPicPr/>
          <p:nvPr/>
        </p:nvPicPr>
        <p:blipFill>
          <a:blip r:embed="rId3"/>
          <a:stretch/>
        </p:blipFill>
        <p:spPr>
          <a:xfrm>
            <a:off x="611280" y="620640"/>
            <a:ext cx="2957400" cy="3705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395280" y="404640"/>
            <a:ext cx="3287880" cy="3697560"/>
          </a:xfrm>
          <a:prstGeom prst="rect">
            <a:avLst/>
          </a:prstGeom>
          <a:ln w="0">
            <a:noFill/>
          </a:ln>
        </p:spPr>
      </p:pic>
      <p:sp>
        <p:nvSpPr>
          <p:cNvPr id="99" name=""/>
          <p:cNvSpPr/>
          <p:nvPr/>
        </p:nvSpPr>
        <p:spPr>
          <a:xfrm>
            <a:off x="4211640" y="1197000"/>
            <a:ext cx="4392720" cy="1191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22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600" spc="-1" strike="noStrike">
                <a:solidFill>
                  <a:srgbClr val="ffffff"/>
                </a:solidFill>
                <a:latin typeface="Arial"/>
              </a:rPr>
              <a:t>Buttons by feel. – shape and type</a:t>
            </a:r>
            <a:endParaRPr b="0" lang="en-IN" sz="3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395280" y="836640"/>
            <a:ext cx="4097520" cy="4521240"/>
          </a:xfrm>
          <a:prstGeom prst="rect">
            <a:avLst/>
          </a:prstGeom>
          <a:ln w="0">
            <a:noFill/>
          </a:ln>
        </p:spPr>
      </p:pic>
      <p:sp>
        <p:nvSpPr>
          <p:cNvPr id="101" name=""/>
          <p:cNvSpPr/>
          <p:nvPr/>
        </p:nvSpPr>
        <p:spPr>
          <a:xfrm>
            <a:off x="4859280" y="1341360"/>
            <a:ext cx="3457800" cy="825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Arial"/>
              </a:rPr>
              <a:t>Specific design for a certain demographic.</a:t>
            </a:r>
            <a:r>
              <a:rPr b="0" lang="en-GB" sz="1800" spc="-1" strike="noStrike">
                <a:solidFill>
                  <a:srgbClr val="ffffff"/>
                </a:solidFill>
                <a:latin typeface="Arial"/>
              </a:rPr>
              <a:t> 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" descr="Photo of a set of remote controls"/>
          <p:cNvPicPr/>
          <p:nvPr/>
        </p:nvPicPr>
        <p:blipFill>
          <a:blip r:embed="rId1"/>
          <a:srcRect l="50997" t="28543" r="33054" b="0"/>
          <a:stretch/>
        </p:blipFill>
        <p:spPr>
          <a:xfrm>
            <a:off x="179280" y="0"/>
            <a:ext cx="3189240" cy="6048360"/>
          </a:xfrm>
          <a:prstGeom prst="rect">
            <a:avLst/>
          </a:prstGeom>
          <a:ln w="0">
            <a:noFill/>
          </a:ln>
        </p:spPr>
      </p:pic>
      <p:pic>
        <p:nvPicPr>
          <p:cNvPr id="103" name="" descr="Photo of a set of remote controls"/>
          <p:cNvPicPr/>
          <p:nvPr/>
        </p:nvPicPr>
        <p:blipFill>
          <a:blip r:embed="rId2"/>
          <a:srcRect l="81926" t="0" r="0" b="0"/>
          <a:stretch/>
        </p:blipFill>
        <p:spPr>
          <a:xfrm>
            <a:off x="6516720" y="0"/>
            <a:ext cx="2373120" cy="5877000"/>
          </a:xfrm>
          <a:prstGeom prst="rect">
            <a:avLst/>
          </a:prstGeom>
          <a:ln w="0">
            <a:noFill/>
          </a:ln>
        </p:spPr>
      </p:pic>
      <p:pic>
        <p:nvPicPr>
          <p:cNvPr id="104" name="" descr="Photo of a set of remote controls"/>
          <p:cNvPicPr/>
          <p:nvPr/>
        </p:nvPicPr>
        <p:blipFill>
          <a:blip r:embed="rId3"/>
          <a:srcRect l="16524" t="0" r="65132" b="0"/>
          <a:stretch/>
        </p:blipFill>
        <p:spPr>
          <a:xfrm>
            <a:off x="3635280" y="0"/>
            <a:ext cx="2492640" cy="6093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" descr="Photo of a set of remote controls"/>
          <p:cNvPicPr/>
          <p:nvPr/>
        </p:nvPicPr>
        <p:blipFill>
          <a:blip r:embed="rId1"/>
          <a:stretch/>
        </p:blipFill>
        <p:spPr>
          <a:xfrm>
            <a:off x="611280" y="1052640"/>
            <a:ext cx="7848360" cy="4646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2005-02-16T19:46:27Z</dcterms:modified>
  <cp:revision>9</cp:revision>
  <dc:subject/>
  <dc:title>PowerPoint Presentation</dc:title>
</cp:coreProperties>
</file>