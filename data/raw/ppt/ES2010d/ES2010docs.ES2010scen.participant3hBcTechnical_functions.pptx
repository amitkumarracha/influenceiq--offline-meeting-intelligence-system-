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EAB7F7-E2B7-4F43-AE5A-552C6EEBEB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C146B1-1028-4A12-8C2D-DE1D44B637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9855C9-DAC6-414E-A9C2-B8B9411EAB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D14EB4-E372-423A-8B3B-D31CB5F3F8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A2C2BD-01CD-444E-8CB7-FFE62ACF25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3C2C66-C4AF-409A-AC9C-971B13AD1D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B85737-AAE3-4728-9E3B-46CC9320BB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E1D72-0413-43E8-8424-9A935766C5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DB5BCD-E874-490E-8B1A-71F4180F38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23E979-ACFD-4498-BC2F-2AC101F23B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8E0D0B-54CA-4FB1-9638-702C8650E7A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1914D-4DE9-4451-8F38-0F47F3FBC5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F63D7D-1254-45FA-A34F-5F44685972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B37C79-F16E-41F9-BE2B-6350F4A6E1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B045EB-B213-42D6-A283-48B1D54663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0D1FE2-126A-42B5-BA48-6C81C29970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732F56-5B41-4A6B-9A7A-3A9D48274F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D59CE9-BCC2-400D-AE8E-972EB6FA25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30377E-6FD5-4611-A006-3A44F49C2F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04ACA7-1678-4ED5-A45A-FCB35D6CA1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C4ABD5-884D-402A-A4E5-16A3B091B7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816CAA-ABA5-43EC-AA04-0B6BA83FDD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7D7213-8309-434E-AEB1-D826030DF6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D79C8D-FDED-4E65-9FF9-E67BE3B0D80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B699CF-645C-4A42-87A3-04CD9D5ADC1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6F323F0-6B9C-4437-B1B0-3B1F719E233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Fenella Watson,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Considerations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"/>
          <p:cNvSpPr/>
          <p:nvPr/>
        </p:nvSpPr>
        <p:spPr>
          <a:xfrm>
            <a:off x="611280" y="1341360"/>
            <a:ext cx="7056360" cy="39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Needs to include: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numbers 0 – 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on/off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channel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volume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mute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functions for VHS/DVD – play, rewind, fast forward, stop,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pause, Enter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Menus – for DVD as well as TV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95280" y="189000"/>
            <a:ext cx="1930320" cy="65246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948360" y="404640"/>
            <a:ext cx="1762200" cy="59500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635280" y="1773360"/>
            <a:ext cx="46087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Types of design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Questions to Consider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do we want to include?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simple/complex should it be?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are needed to complete the installation process?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2005-02-16T17:27:52Z</dcterms:modified>
  <cp:revision>9</cp:revision>
  <dc:subject/>
  <dc:title>PowerPoint Presentation</dc:title>
</cp:coreProperties>
</file>