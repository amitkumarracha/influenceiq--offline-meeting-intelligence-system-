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91DB27-45EB-4827-A235-AF0D224876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562043-D6E7-4B63-955D-A09B752A0B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D1063-2E3A-4A23-B087-00FCA8170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07C642-AAC6-41DC-A41F-322AD06A54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28A8EB-0414-44D5-B7CD-DD6FDDDAA2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43F608-90C9-4D20-AC38-CCE497367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1B5CC-6A3B-44D4-832E-EBAF2FCB21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D7388-F5FB-4B01-83EA-0610C7F898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2D09A3-ED14-4460-9774-9C4D325086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2998B-074E-4D3D-8DA0-BE74B0CD46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1A9B9-BF14-41FB-AD8E-AE60B1413C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0E468-6418-4E90-AD4D-8181987255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D94B1E-3401-44DF-939B-2BEC2B2482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F21A3-EEE9-408F-B2C6-AF0621D979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F5798-308B-44B3-A823-748CA87E4E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AE0F1-BF0B-4DD1-9231-F8E84AA94D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196AD4-EB12-4644-90BB-91CAC8FDF3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46F35-4EE9-40F2-BABE-900423B561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BAFE86-472A-4841-A200-4AE97FE412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B8A75F-F9E1-433D-A49D-2EA8FD9123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2B4565-09C7-43A2-A2E5-32D34FD522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0A9BDA-21BB-4920-824B-6B68E3F4E1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FA87AB-55C8-4719-BF67-295024FEF2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9529F-2963-4924-BACF-B2010DFD127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79D00B-EA91-41F2-B038-47181F7C0DE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CB3E22-8F6F-4982-8E71-5B5C01880A2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2005-02-16T20:44:19Z</dcterms:modified>
  <cp:revision>21</cp:revision>
  <dc:subject/>
  <dc:title>PowerPoint Presentation</dc:title>
</cp:coreProperties>
</file>