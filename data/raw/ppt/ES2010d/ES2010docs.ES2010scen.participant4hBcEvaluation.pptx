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5B66E7-6E15-4640-A2B4-EE66696092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92853-BF7F-4FBE-88C1-4D8E385369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9C2DC0-B7DB-451C-B42D-EB8430795D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D9D63-AADF-4B6E-BFAD-473392B32E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565EA-BAF3-44AE-869A-F5416AE19F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88D7EE-2A92-444F-88EF-B3026AE21D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9C69D0-3E4E-4A1D-A4B4-D8A09DDEBA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FD7D1B-DBF8-4EE3-B5E2-3E6BC2A939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5A09CB-A4AC-4BD2-97AC-FF73365CC8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40EB9-1B0B-421B-9F22-DB0344B8D0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832421-2364-46A3-B7B0-5FC762EED8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6087DA-2110-4E5E-B298-ABBA8837D3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7A0A3-55C7-4A4D-8AD0-EB178C8FEB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C6769B-C404-4887-A72B-6BF160E849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092C9B-8309-4E98-8A40-149E342C95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44E470-7A44-4975-8F74-0319CFDED4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7EF744-FBB2-4498-B324-2CE2C20F1F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084121-2E06-4D86-B733-B8D421A555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CA7E2B-EEB0-456A-AE3F-85892BEB13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72AC4-1CDB-4EF5-A7AB-1C1999E8FE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76BFD5-E857-44C5-A5EB-75C8344EBE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B1D61C-3E45-44AE-8577-CEC0C1266C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97A277-7CFB-4FC2-8B02-60A1A08CBF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8BDF79-0EE5-4542-AC87-CB313E6D79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F57FF6-B896-492F-AD5F-47662AD29F4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704004-F16E-4C26-9ABE-CC8CC027FB7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