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685473-F812-43C8-8B5B-22966E7659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257F1-3978-4A55-9A55-82C500768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2FB11-3FFE-4CD4-9ECE-C1D14C4522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16ADDF-4C12-4133-A301-E855531E80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498653-662A-4D9F-9489-342646505E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DD9AB9-0193-4F8B-9714-C86588B8BD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F908D-01BE-4858-9857-21D1A17F84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6E9F81-F3DB-49F9-9833-65C6979BC6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373FE-BE3D-4417-800E-7BEAA61FE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B83C5-A91A-4933-8EDC-2F06EA4838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BD649B-40C5-4C88-BE9A-92F14142A6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8D5A6-6437-43C5-8112-C5D8383A28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2B612A-1C6C-4F52-B961-AEE9579115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11C619-56C7-4503-8366-9C95340D38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0C4C63-E547-45BB-9957-CA94053D5A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FCC30-C828-42E0-B037-A4EBFA35BB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C8F452-B04E-4468-9B4B-FADE927497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E1C175-0554-421C-8162-4F9AC7439E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318101-EFB7-4FB0-B170-35F04B034A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6301E-2881-422A-AAAC-2624B54F65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0B57A-EDF7-4D8D-87B8-649BC18228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69D599-5478-4155-8609-B76791E070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0026E-FED9-46F6-B752-89DA94B885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5038E-9D7B-4E3F-ADB5-AE2E689C35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5EB8E1-44F7-401A-A78F-ACCA63C9BAC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33CE0A-21A5-4BB9-BDBE-47E637CB75B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