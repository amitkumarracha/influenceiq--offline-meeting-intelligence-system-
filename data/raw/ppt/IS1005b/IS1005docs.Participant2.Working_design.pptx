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C244F7-DE97-4AA8-B5CB-0CC3EAF1E7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E0716C-9F7E-44C3-872F-26E0FFE510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DED27F-144E-4E15-8BFB-BE8D186CF5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60B72-FB3E-4220-A072-87B0C81A0C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596D86-3883-4303-9AAE-709C1C60F5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5EC0F-F7C9-4B8D-8BC4-16B9258CBC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02A5E7-5042-4599-AD87-AF5BF8A5DD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B2E613-2499-44FA-B718-2D92789D96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D65242-33D7-4397-BD62-D0E504A138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D5D4FC-96F1-4B00-A6D0-E892DDFD15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25B02-4AF1-4B69-8B45-BFD2BE6995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8660AE-7451-43BA-8559-89D75AA32E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52CE85-D3F9-4301-9924-BC53C778DD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007739-A781-450E-811D-B9DB92E6E9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3AD6E1-F8F4-4AAC-9F91-53A2E8C8B1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E05E7C-C759-47DF-ADCF-E7F3AFE6A7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356047-5160-4463-84B2-511C6BCB99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48673A-C5B6-4E1E-AEC7-59E1A99B06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E2A2B2-D284-4E90-B707-FBDE8497D4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9E4A00-A626-45C6-A519-9B95A3D8DD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03590C-8C7A-4418-B14A-74A329352F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C836B8-856E-4644-BF54-1864A7952E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D4AE1C-EE8A-4F92-BFFA-51B8A21086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9A335C-886F-4716-BB4A-5844B1A8DF1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B8217F-09BD-4183-B04C-575B7A1E95F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ABD9B8-B33A-455B-B962-24EEA37D30F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Petr,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Look at what the other companies use (any contacts?)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Search the internet for the possible solutions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progress… </a:t>
            </a:r>
            <a:br>
              <a:rPr sz="3200"/>
            </a:b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(RW circuit price, volume slider)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RadioWave send/receive circuit</a:t>
            </a:r>
            <a:br>
              <a:rPr sz="3200"/>
            </a:b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(look for available devices..)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Mentioned in discussion (summarize)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IR/RW circuit!!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2004-11-29T16:54:59Z</dcterms:modified>
  <cp:revision>15</cp:revision>
  <dc:subject/>
  <dc:title>PowerPoint Presentation</dc:title>
</cp:coreProperties>
</file>