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8B0DB5-4102-45F5-AB01-A82626DE42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F0DE2F-1DAE-44BA-9175-BE1C80E542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AE8807-699E-4880-BDA1-76917D835E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D9F631-1138-4A86-8EA8-FEB744341F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69F979-BAC2-48D3-B455-645BC9195D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7084CF-A467-4D3B-B6F5-3805D18F84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FA89B1-1653-46D2-9FEC-C145F90CC3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C15E27-1FBC-41BE-8526-0B6D129A52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35D056-2919-4EC9-ABF9-8738DD02D5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DCC8D3-F963-4ADD-8A57-16193067FB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B8736-9673-4BF1-B508-BCBC88D6A0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3D250A-264C-4211-8AC9-7570227787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08656E-9C7F-474D-9D6E-57D8F5F8F0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036129-04A0-476B-A4F8-3B672EE05D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7B0570-55A6-4744-9A68-22CC09A8B7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4DF931-75BD-49D8-A3A5-CD884638EC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BA9DE6-0C0B-440C-AEDA-CB7121396D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0ACEAD-89C9-422E-AF20-AAEFE69BF8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892FFB-C376-4852-92BC-8CDCBAAA0C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5454C7-9809-484C-B4E6-22EC2791CF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9CCFAB-9263-4DFB-8149-9877FD456F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CA6E23-2228-444C-B37C-AB77C58C97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C11D08-6F68-41B2-916C-106001F21E6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F17E12-EB8C-4EDC-ADC4-506A9105F9B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AC45B1-5F1E-4A0C-B2BD-9742FD50866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6646BC-30F5-49FE-B507-B0D90CCC9E2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Fabien,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2004-11-29T20:15:40Z</dcterms:modified>
  <cp:revision>19</cp:revision>
  <dc:subject/>
  <dc:title>PowerPoint Presentation</dc:title>
</cp:coreProperties>
</file>