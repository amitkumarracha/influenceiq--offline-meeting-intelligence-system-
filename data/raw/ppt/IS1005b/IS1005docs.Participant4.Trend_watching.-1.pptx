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6D7362-5093-4531-BA5D-AFF28682CE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839D12-AD43-48D3-B771-4037112C45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A02B3D-B572-4CD5-A1E8-C9DBAEDAFC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59ECA-5E07-413B-894C-52F8D635D5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F51E1-57E4-4C95-9926-A9D86A9D00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5F5005-2AB8-4CF3-BF87-5C18831161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8464C-914A-4C94-B7BA-497404222F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8A069C-74AE-4AD9-AD65-892F18839A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060090-0960-47C6-8375-2F5C269277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8C1A0-7537-40C5-BC4F-F339274B18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082746-05A0-43E6-8C00-ADB5811053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410A6D-CFE4-4670-B674-1035A2A26D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B3B448-F847-4E2A-B792-25E7D7B73C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3FE8DE-DA7F-447F-8ECA-B00477DC44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35950E-8F5C-423A-8DFD-F8B50B2269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8243F5-4A64-4D11-93E7-1378699292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D7A272-ACBE-4D0B-A0FB-E3E356B84B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79320A-E7FD-4FD5-BBF7-66F5E3825E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A8CC65-5953-4F71-901A-E79DF1AD8E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864E97-FEFE-422B-95F9-E176FD2BCC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309DE0-4F12-4C93-8D1B-1E6B06C724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E04EF9-0041-4144-860C-3152E07EE5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0C6A28-1CBF-4FF4-926E-4E7E166B5D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C6549D-6AA9-44AE-91C7-5D30F95434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B99E4E-18A5-4C68-9993-EAB5EE2B5DF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03FAFE-EF08-4FB9-BAAF-CC30746B970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Bob ‘the marketing expert’ Morris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 market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Interviews with Paris/Milan based fashion watchers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– Market Research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‘</a:t>
            </a:r>
            <a:r>
              <a:rPr b="0" lang="fr-CH" sz="3200" spc="-1" strike="noStrike">
                <a:solidFill>
                  <a:srgbClr val="ffff00"/>
                </a:solidFill>
                <a:latin typeface="Tahoma"/>
              </a:rPr>
              <a:t>fancy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’ look-and-feel is </a:t>
            </a:r>
            <a:r>
              <a:rPr b="0" lang="fr-CH" sz="3200" spc="-1" strike="noStrike">
                <a:solidFill>
                  <a:srgbClr val="ffff00"/>
                </a:solidFill>
                <a:latin typeface="Tahoma"/>
              </a:rPr>
              <a:t>HIGHEST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‘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functional’ no longer important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 innovation is 2nd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2x less important as fanciness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Easy-to-use is 3rd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2x less important as technological innovation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 – Fasion Watchers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that is ....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Fancy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Related to fruit/vegetables with a spongy feel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From last meeting ... Use company colours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2004-11-29T19:05:28Z</dcterms:modified>
  <cp:revision>10</cp:revision>
  <dc:subject/>
  <dc:title>PowerPoint Presentation</dc:title>
</cp:coreProperties>
</file>