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8A37B-F915-4B4F-A524-13B2B8D168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D431BD-07E9-4842-8C6B-5A3782547E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0043DE-2023-4A84-9E3C-C7A4F4BE69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19A48-DFF3-4D04-9D05-3740430FAB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353BA2-32FE-4F08-918F-CC79B36B37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57B67B-1E31-41DD-9FD5-BED16F808C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E6799-4B4A-429D-804F-B05A67861A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9DD550-3D5B-4A24-866C-5A1611B206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D5D2F1-E71B-40F6-86F2-C528681979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3A08B6-290B-42F6-8F25-4B53962A35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70A85-5870-4EC5-B800-5D5A1BA4B8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A1559E-8817-4D23-9966-A447C55D9B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04270E-BD2A-4FC2-AAFC-1EEC982BF8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E40442-4B78-4037-AED5-6870FF9022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2D70CD-F8FF-454F-9A38-90D997E7AC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74D76-3CF5-4009-B8F3-7743EC4CBD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9D0A1C-E5DA-4FE3-94CF-401296657C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751E0A-CED3-4540-99F7-A65AEF0285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7770FE-3285-4DFC-9DD5-C6A733CD4A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ED4FD-A29E-42F7-AA4B-141F8194EE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0DDB4-3517-4108-99D4-0EE10B8D2D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8C6AB3-1E55-427C-8531-D40441286B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9FBA8B-D887-4B99-934B-8696D415CC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85FDEF-0A85-461C-AF71-2E3150B91F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AFF1F1-615F-4529-AB16-1E6353487FB6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14B079-6F43-412B-A12F-4B4858C73D11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