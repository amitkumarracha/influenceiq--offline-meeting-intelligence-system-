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CD9CF2-1767-497F-A489-7247BCBAF1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B042B2-0330-49B5-8AC3-05D20B5704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9321D7-5201-457A-8E2F-7C148E54A5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730E4-2484-46CC-9AE4-C6B09B0BDF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2F723D-DD8B-40C0-8960-346ACC19A5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D61D49-BAE4-44F7-9B8F-DEEA3F21BE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94DF5E-2E06-447A-8B61-584F3C6122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0CD90D-762E-49D3-89DB-3EAA49FF36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7E45D1-AF09-4C53-B30E-A42D6C33E5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11D5D3-CA9D-459C-802E-58C871B561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5FD552-5B1D-4F32-874E-8A8AEEDB6D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350365-CE2A-4B72-A5FB-92674EF15F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021657-7D17-4EE7-99EA-CA50B7ED42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972E30-8EA2-4C73-89A1-AC34415E4B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BA29DD-7394-4A97-8A04-92892FC881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4A365C-4A73-4C26-888A-5FABCD38E8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B33977-6200-4ACD-ADF3-7387FAD097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E0D77E-D0A8-4ABE-87C7-BFA1E26766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B4C79A-E11B-44D2-AAA1-015DB87071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08777A-9B05-4A53-B26D-94DBDB6F4E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79268-7A87-4E40-B6A1-5DB9F3E5B6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42DE0-AD67-4124-9FD0-45985B36B7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5498F5-0897-4BD6-A8DD-47A597B004A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269B1C-ACFB-4B94-98A5-EE95AEE609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56520F-B634-43C0-9C99-4B685BE33D2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C854E0-A71D-4926-82C2-E1DED2790F3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Hamed Ketabdar,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remote control is an electronic device sending commands by waves (Infrared, radio) to another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consists of different blocks: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interface with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electronic circuit making commands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transmitter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Usually there are two different methods for designing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Remote control based on Infrared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Remote control based on Radio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People prefer to have remote controls with bigger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remote control with based on radio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Using bigger buttons and less number of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2004-11-29T16:56:41Z</dcterms:modified>
  <cp:revision>8</cp:revision>
  <dc:subject/>
  <dc:title>PowerPoint Presentation</dc:title>
</cp:coreProperties>
</file>