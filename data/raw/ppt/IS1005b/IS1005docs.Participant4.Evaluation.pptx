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454BFE-5331-4098-8E01-56C40696F6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3DEA0D-B889-4180-A1C6-2592A54581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42261-41B8-448F-A929-7B166EBF85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78CD77-B188-4024-845A-EC2ABC91ED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5D43D-E459-4375-B284-C88CB1C650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7FAA8-EFE5-4FCF-96C5-CC27797E83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75E7F0-FE6C-4AD6-81E5-855B5C49C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86BBEB-A2A5-48A2-BD72-CD6CADBAC6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CD5EF9-2540-4FE0-B2A9-B0D93434D9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38AC3-95B1-4365-AAF2-645691BA71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27863-52A9-428A-BA26-84175AA134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8FB637-77B9-481A-B3BE-5DA580D43C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0E2581-C4FB-44F3-B422-5F897F4D7D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B4A42C-D23E-4314-901B-AFEED3F0B8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65275C-CC46-46BF-9D2E-628DCBF9B6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F69EC-075D-4798-B59A-841797A781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509575-639A-4A4F-96CC-E69F5E4C68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F51429-FD44-4EFB-968B-FD93A5261B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D661EF-A58C-4234-B88D-73894359F5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EDD65-960A-4D0B-8498-54C04C6A9B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8DF103-3C09-45E6-8F0D-73EF647A60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C1270C-C18C-4750-979C-F7604BE6CA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27FE5E-C660-4316-ACCD-A4BB7A0763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5E4F6F-CC06-4E66-B892-29CBB00FC2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62D138-2030-4D17-B9CD-B957EE46F3D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B83A07-C6FE-48AF-BC39-C919AD38FDB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Bob Morris,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List the various design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Rate how well the proposed design matches each of the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to 7 point scale, 1=v.true, 7=v.false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7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250560" y="1268280"/>
            <a:ext cx="8713800" cy="485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not ugly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looks fancy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find when it gets lost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learn how to use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does not cause RSI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technologically innovative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is easy to use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follows a fruit and vegetables theme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has a spongy feel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The remote control uses company colours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Final result = average of scores for each of the criteria.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2004-11-29T20:19:02Z</dcterms:modified>
  <cp:revision>15</cp:revision>
  <dc:subject/>
  <dc:title>PowerPoint Presentation</dc:title>
</cp:coreProperties>
</file>