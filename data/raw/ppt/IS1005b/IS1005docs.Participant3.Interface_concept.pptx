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6959A1-D515-4FDC-93F4-CD226D07CD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ED38D5-78A3-4253-B05C-6AEF3478DC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6D3607-37BC-4596-ACC1-6083422110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A1C8FB-BADB-4EDE-BD6F-D6FB481602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B640FA-EAEF-4C7F-ACB5-0495068B79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89BE54-30D3-41B2-8979-FD645E6A9E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6A2CC-09B5-4820-83A7-91BF479B90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FF3D9-8F8F-4A62-B263-CC25CE2D22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5E70B-3605-4E41-808E-9A8EE3665B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36EAF-F14E-492A-BB57-33F792D9CF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38F8DD-44C4-4F04-A91B-00652349D5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1B8FA-F37F-4360-A231-22132E75A1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CB6505-69A5-493F-B69A-4A3239E2AA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38E7A4-0782-4FAF-AC27-2A1F70914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3BA2B3-F45C-42C8-BE34-8BAC808794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94392-CF58-4D70-9CAF-99718FC12C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D49EA9-E26D-4269-AF2F-6BFE41839F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F2935A-D5DB-4A90-8EC9-1AC440AD6E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3EBEB-92B6-4E02-89CF-EBA29932BF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21B79F-C987-47CC-9E94-BB3D58D792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66B8E4-5CBE-4E1A-8BFD-0FEEDD8A26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95F10A-9188-45A4-95B4-F0B2CA17D4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C67527-C562-42E9-A72C-66528387F3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83A82C-D335-4F68-926C-166175396F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39ECCD-68F4-4D44-9B10-D4CCD7D1B9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E31BE5-889F-4249-86AA-80F8D81EC17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Design a user interface for remote control, easy to use, no need for learning speecial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is better to put most frequently buttons in the middle of the remote control, they should be also bigger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shape of the remote control should be in a way which is comfortable in hand. Rounded shape corners 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Not very eneregy consuming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less frequently used buttons should be hided by a cover.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Some buttons, like volume change can be placed in side of the remote.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Usage of an speech recognizer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2004-11-29T19:07:05Z</dcterms:modified>
  <cp:revision>9</cp:revision>
  <dc:subject/>
  <dc:title>PowerPoint Presentation</dc:title>
</cp:coreProperties>
</file>