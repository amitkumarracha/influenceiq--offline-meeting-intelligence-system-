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107B5D-4D78-4188-ABA0-C66721F51C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574A71-BEFA-4A66-83D7-4242DCDFA9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C7D9A3-7810-42A7-9610-9814DF2D58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AA2DF8-BA9A-4E06-9CBD-0276B7D82A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FF9B50-5CA7-47F8-8085-8A3EA5266F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41CA72-0495-4A37-BC8C-9F303ECE42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F6819C-F4FA-4270-B8DD-B247D5100E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4A8DCE-81AD-401C-985A-DD6C41B1BD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2F9B4C-3D0B-4255-B9C3-48FF548D49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658EA1-9D7F-4974-A521-8032682224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32E399-6D42-4662-BE47-6E2337439B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BE0DF1-BD33-4C2F-B5E8-37CE6F8CA1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0C98E9-D842-4943-AE4D-FF93CF0833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B0A40A-C05B-46CB-B94A-D9499F1D08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DFC17B-0BCA-4527-8035-1B331DEA10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98D236-7BB1-4214-9BF1-FA0DCFF5C2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D1873B-FB4E-46FD-9AE6-96C8AF0078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528F8E-C013-4189-B1D2-76441EA013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CC9E2E-4EA4-465E-9197-8843612872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CA31DF-B2C2-48A0-B7C6-C46B6429FF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EE8E28-3B00-4C31-8BE6-400E90EFBF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6F9746-0226-4234-93D7-45D419D955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EFFD58-A75A-476B-8A48-4AFEF9C2CBD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F25161-88C2-45A6-B379-D212B6FC28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DC1352-C434-4D9C-A4A3-58BB73A19C8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8A31AB-BC94-4EEE-85B7-B1293A20D4B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Bob Morris,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Useability study in laboratory with 100 test subjects.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Each participant also completed a questionaire.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Users are do not like look-and-feel of most remotes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Usage statistics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Channel button used on average 168 times/hour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Teletext 14 times / 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Volume 4 times/hour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Channel, volume, power had highest relevance to users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Audio and picture settings had least relevance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84000" y="1699920"/>
            <a:ext cx="8064360" cy="41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Results -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display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recognition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Younger age groups yes (91% yes 15-25)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Older users no (60% 55-65)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2004-11-29T16:58:22Z</dcterms:modified>
  <cp:revision>16</cp:revision>
  <dc:subject/>
  <dc:title>PowerPoint Presentation</dc:title>
</cp:coreProperties>
</file>