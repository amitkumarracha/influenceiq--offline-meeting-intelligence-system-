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13410C-6554-41D4-A02F-C73FDB9CEC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C0C0DC-BAA0-4E4D-857C-A3F23E9768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F86E62-9076-4549-97C3-9C4D5B22FE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3B759B-521C-43ED-BE9C-116DA4A7C2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C66C81-A96A-42F5-96D7-5916B822C2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87CC3D-4B8B-42CE-A195-B16B57DDCF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396C45-B6CE-4688-8099-7D9EA56B65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A3F966-1089-4733-814B-BD5F3CFCBC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E824F3-B646-4091-95E5-003D6A0E5E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6691A6-4FB1-4BC1-943D-80FC12F963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42F90E-CDEB-467E-9C6B-661F26A4F5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2BFDEF-DC31-4DAC-80FE-6D42ED3936E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55BFB7-95D1-4DD9-B7B1-D2D65DFE4F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77F3DD-F7E8-42B2-AB38-9F9C43DB6F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EE3B5F-34CC-47D1-BF08-16FF390337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4B939D-5BF2-4619-91D1-71EF7518C3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9C047C-CDB8-4419-9858-54A64E2760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24EB9B-0F5D-4AA3-8BD1-BB622F1248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8BD134-9140-4BBB-BC74-54CC3D33C1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873FC9-2BA3-4A31-A1FB-60DE12376D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777632-9420-4EBA-8918-C1C6D62600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3D7265-3950-4C68-8878-7AF7AB0CBF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0BE568-F8DA-4168-8108-8A7C38D352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B8C812-C75F-46E7-A95B-B2D237D022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4B157A-1F85-4358-9279-DB5A1E652DA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7C1356-DD11-40CC-846E-71467371B2D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Petr,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PARIS, August 31, 2004 -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Real Reaction © Electronics Europe introduced a 7" TFT screen that meets the needs of educational and corporate customers who want a transportable, lightweight design, along with the flexibility to make presentations in rooms with challenging lighting conditions and limited space.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2004-11-29T19:07:07Z</dcterms:modified>
  <cp:revision>11</cp:revision>
  <dc:subject/>
  <dc:title>PowerPoint Presentation</dc:title>
</cp:coreProperties>
</file>