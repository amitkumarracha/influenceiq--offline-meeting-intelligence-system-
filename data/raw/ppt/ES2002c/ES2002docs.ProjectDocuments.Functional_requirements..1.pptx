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3F62EDC-26BD-4D27-BBDC-D53EB685964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D9CCC3-1EB1-428F-A7F6-A52D23C702E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F9EB68-E522-4B03-AEE7-DADDFE7BE8D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25EE83D-8CB3-46E7-B6D1-05F90050C4D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427446-BFAF-409B-826E-C2CD808DA68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9944712-7E48-4F73-B024-400BE53E3FB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26E8C1-6BA6-4DA1-947B-72692999590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DD65B1-4F79-4BFE-B6A6-ECEF552D0AF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E62E4FE-4572-44DE-AFFE-A664121F012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6C9C68-CA2D-4CDD-BB7A-43840E488B7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B6F8F0-3069-49D8-B36F-96AC62501BB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5AAAFC-8007-4507-96A4-64B8BC2E3793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205FAF-E6ED-40B0-A50F-B2E7552128B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E25473-D049-4D52-B04B-20155AC5E9B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7C9F9A4-D273-4A89-9E1D-1C5B8DD0665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7DC232-F1BA-45B6-9B45-60A9811A5C8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9E8B78D-9264-4937-A783-FAB90D8F9B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00C1598-23CA-43DE-A9A0-8F7605FAFEE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3EA052C-6E71-425D-B4C1-BFBE0DCB67F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DFFBBA3-753B-42BD-BB45-F108983FAAA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BB7246-4439-41D5-9B44-2C4887F190B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83410E-A62E-48B3-9568-BDBA3032C03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5C4E9B-3F0A-4D87-96E0-92CD801E68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AC464EF-8D8A-49FB-9EF5-0F741EF0C9A1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A2B0E1B-D7A8-4547-8336-D096C4147AD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57E5FD2-663B-4EFF-9160-88CFCD99900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Requirements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899640" y="3860280"/>
            <a:ext cx="7304040" cy="1752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Andrew Stokes-Rees,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research on customer needs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Brainstorm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Connect with company vision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Putting fashion into electronics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Prioritise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Begin planning marketing identity and marketing strategy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773000"/>
            <a:ext cx="8229600" cy="4352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Users dislike the look-and-feel of current remote controls: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find most remote controls ugly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80% of users would spend more money when a remote control would look fancy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Current remote controls do not match well the operating behavior of the user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75% of users said they zap a lot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50% of users say they only use 10% of the buttons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6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The biggest frustrations users expressed: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often lost somewhere in the room (50%)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It takes too much time to learn how to use a new remote control (34%)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Remote controls are bad for RSI (26%)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Features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majority of adults would pay more for voice recognition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Users find it ugly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Most features get used very little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Controllers get lost 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	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Locator beep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UI Design Reviewing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Craig: some controls could be hidden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2004-12-13T17:45:30Z</dcterms:modified>
  <cp:revision>15</cp:revision>
  <dc:subject/>
  <dc:title>PowerPoint Presentation</dc:title>
</cp:coreProperties>
</file>