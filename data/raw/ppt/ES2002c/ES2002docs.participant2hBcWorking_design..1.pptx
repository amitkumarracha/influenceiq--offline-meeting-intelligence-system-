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53706C-5B84-4CD3-A13C-E832DCFF77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B767C-A65C-4B03-B8B2-AE73BF2367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EB137-8526-4457-AC14-3CC8D03621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38542-3E5C-409B-A496-3EE7A31FA9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07E69A-041E-41E8-A0C5-F402A0B7AF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BE4CB9-1144-4AA9-8934-5818B6A6B3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BE396A-5F76-4AFE-9A82-06CE51C4CE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450060-566B-4832-A89B-8AF2392C2A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B2E6B-0E99-42B5-9983-4811852235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B99EC7-504F-4138-9B29-3F93BF8419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68641-73E9-4B2E-925A-36FC066053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85EB4E-BF1F-4D4E-8FE3-589C05F425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26820A-92BE-44E3-97CE-7E589FEDEC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8EBC5D-8F59-4624-9537-D460699A85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0C849B-02C7-4FED-BE00-77C610BEBC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8B58A-8476-4637-936D-6BA27C4687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B0EBD6-EDA7-4EB7-9871-0640E35AB7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9953BC-EE80-4214-9E6A-8138CE88F7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D8788-06CA-44D7-B40D-CA45B233E9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E48AC7-50E1-4308-8916-E4090A0D5F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F084AF-C4C0-4AEB-ACC3-BB3B96C06A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ECDF01-4998-4955-AAF3-CA72AC8D64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638D7-3321-4238-A828-D8AB7DEDB0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7E4034-F084-4788-90CE-1316B36207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4BB741-F732-4FFA-8823-2981CA9192B9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309617-B5BB-4FCC-B9E1-2870D3F42E1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Define a list of requirements for the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Create personal list of requirements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a solution to the requirements (Problems!)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Gather requirements from Team &amp; other sources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new, better, funkier ideas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Iteratively “bounce ideas off the wall and refine”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Electrical energy powers transmitter, input device and logic chip to provide a unit that checks for user input and responds to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When user enters input (eg. pushes button) the input is captured and sent to logic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Logic interprets the input and issues an appropriate signal to the reciever based on user’s choice of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Reciever on the other end (often an external device we have no control over)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http://messenger/ami_dev/InspirationID1.htm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2004-12-13T19:18:46Z</dcterms:modified>
  <cp:revision>14</cp:revision>
  <dc:subject/>
  <dc:title>PowerPoint Presentation</dc:title>
</cp:coreProperties>
</file>