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858B24-4220-46EA-90A4-5C6F801A20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184A24-B849-438F-8C6C-E4D3B630B7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F56148-9E7A-45A4-B494-91504CF11B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CE4703-0971-49AF-9884-9FA37C45C2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3E9C7B-59E0-4EB1-888F-86A9D4A8B0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93BD01-217C-4EAB-B9A9-9FD74198B5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7CEB3C-B118-4E1B-9E37-90BD58EF73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DA752B-E0E5-4372-89EE-86763CB898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CEC9FF-161B-4FEC-90A0-EA1131DA8A3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1F9182-50F2-4D68-9E98-9904A7D750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D901E0-58D2-4AB2-9F6C-825E5DEDC0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771590-E7B7-431A-8C47-1CBBF6DC84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153B06-A74D-4679-9C0F-A18E93152F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20A122-18F8-4739-928A-DE05E6B7C7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87D952-7189-4290-AC93-D4A3295681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F934C8-6B0C-4DD2-86F6-AF09BBA1C7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E8402F-77AB-45C6-841F-73591711E7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ECF1E0-4060-4A3B-B047-F5B9A7E067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925AD7-F2AD-43A8-AEDC-8B8EFF96F0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253F78-8976-45E0-B25C-66EB3C6AAE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C3569B-D705-45E5-893A-9CE89E1A8C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173708-52BA-4F78-BD13-26910A74B8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80946D-A21C-4DD1-A01B-D4F1F27E522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66B67D-2C15-4FD1-A257-9DB803E12E7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20A194E-F812-439E-A725-D5DC5DCDA14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A95CA10-FBB0-4B11-BA53-9B7BD657F68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Laura,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2004-12-13T17:56:49Z</dcterms:modified>
  <cp:revision>20</cp:revision>
  <dc:subject/>
  <dc:title>PowerPoint Presentation</dc:title>
</cp:coreProperties>
</file>