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5596E-E328-4C2B-BC0B-59EF3323C8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C81537-DF82-4E13-BAB0-E1CA1090C9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AD281-15AE-4720-8197-DBCB997164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092E9A-3DBA-4B1B-A517-BCD25F02B4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F6BD1-6CCB-4203-929B-803A6961BE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081C5E-E2D1-4D5D-B0CF-C9F0AB9A56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F0A760-DEC1-48A9-90F6-C15422BA14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8D8F47-40A7-4A0B-962F-7C39DA21A5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9CDAA3-1F9A-423F-A63D-07541E013C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2611ED-95C6-4D18-AE89-3D312F7F4B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D78DE4-EFB5-421E-AA48-D7A6B4C7CC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237ACA-B3AE-46E2-A8ED-BC62A87B47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E39000-BE0A-4609-B7F9-3A0304FC19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2E58DE-7AD4-4923-9AAF-B776992DD4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7720CE-10B6-48FE-974E-8C3B6084D7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A7A6BB-93DC-4B6E-8767-72728F4C6C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401930-405D-45ED-834F-F8999E69D2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DB6B0F-6ABA-468F-B165-6FC5BCCD5F1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10D3CA-27BB-4D6C-8B59-550E87F5DC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030E2-68E1-4CD7-B303-8E2AD412B5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B5083B-5F7A-488B-B522-6379CABD6B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4FC5AF-7940-4F20-9D37-C89BC0AF5D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AD328C-A2B0-4B4B-BE56-3973B8B35D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0F1CFE-F827-469C-9305-B2F1691D3E6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3283D5-0E7B-49DF-BF3F-C32EE4E262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646023-31AB-46EC-AC80-FFFA61EF5F7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Online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Review existing controls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Read user reviews of these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Suggestions on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Size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Button location</a:t>
            </a:r>
            <a:br>
              <a:rPr sz="2400"/>
            </a:b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of “Large Square Brick” type design – not attractive nor comfortable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controls are dark colours – easily lost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Inconsistent colour scheme / icons which can confuse user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Standard colour coding eg red button for standby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Large, easy to use and identify buttons – but not huge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Intuitive markings on buttons eg volume up shouldn’t be “V”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Easily visible colour (if possible with corporate colour scheme)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features will be hidden by hinged opening mechanism – something like a tin pencil case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activated options should always have a button based alternative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Ergonomic &amp; attractive shape overall – “Big Square Block” is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control confirms action by talking back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Issue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Where should corporate slogan go?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flexible is colour scheme?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2004-12-13T19:37:49Z</dcterms:modified>
  <cp:revision>11</cp:revision>
  <dc:subject/>
  <dc:title>PowerPoint Presentation</dc:title>
</cp:coreProperties>
</file>