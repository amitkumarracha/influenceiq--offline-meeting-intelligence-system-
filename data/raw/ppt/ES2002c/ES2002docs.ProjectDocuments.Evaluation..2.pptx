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D7DE5A-F4F0-4B88-8063-A7453EC1F8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DE6771-E46E-4D10-92C0-8C62B7596F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515D00-DC42-4007-BAB5-D6D4D2C9BE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1A400E-41DE-4A94-A5A4-32DEF64824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11BA19-B597-4248-9A92-79DF98DDB7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E95424-953D-41A4-A008-1F06375960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E082B2-A549-4FC4-97DE-E8E8D51912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1EE912-8CD6-4183-B4E8-D031B7CB2D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43DF5F-75FA-4193-BADE-8639BC7550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BD95F5-7F09-42AB-911E-A1E2186AED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EA0A4B-A0A0-487B-A0E8-B6D27FA98D0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E7FEC3-3AA2-482B-84C6-F7A008F7FD6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2766E5-FB06-4D34-94CD-511B7DF35E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D1ACB6-93D8-4444-B3C0-DC37B70347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A97479-4729-4648-A283-082E64FF0F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FA5A8E-DCFD-4CA6-9D15-D38C187821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1159F4-5FC9-4279-A6A4-6A24B62D35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BF97DA-73AF-418A-978D-3E37FC218A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4D6A6C-0390-451B-AA60-ED4FC3323E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A76EA9-3EF9-4ADC-83EA-BD1B116163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6990EC-EFCD-421F-B940-D9AA80724E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880EB6-12A9-48CD-A43E-0CDE9EE859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140964-7C9C-498C-A2D4-0B010CF7138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C3D9A4-7497-4932-8750-42B83CB9B8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5A5A21-346E-4493-918B-BE03753A5EC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E556FB-C126-417D-B6E2-C5A27AD068E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737712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Andrew Stokes-Rees,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 of Evaluation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Product evaluation based on original market research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Based on design goals (i.e. company logo)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Together lets rate (1 high 7 low)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Rating – 1 is most true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control conforms to stylish look and feel?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control conforms to high-tech innovation?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Style reflects a fruit inspired colour?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Design is simple to use, simple in features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Construction is soft and spongy?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Company logo is included?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Within budget?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Refining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we be thinking more 3 dimensional?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Could our design involve a series of colours available?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we go with vibrant colour or earthy tones?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2004-12-13T22:47:26Z</dcterms:modified>
  <cp:revision>14</cp:revision>
  <dc:subject/>
  <dc:title>PowerPoint Presentation</dc:title>
</cp:coreProperties>
</file>