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E03AF2-4DDE-4883-8845-E4C537984C1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9B3888-8280-4A39-8D43-D0E3D8E4D6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CC73AB-7722-46A8-A928-96D09F472F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7517FD-7C89-4833-9343-85391360E2B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96BC24-5852-49FC-B402-A35AB8D3004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DD4C6A-8B56-4991-9A92-34505588EE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AE573F-525E-479A-B5A7-97D229AFEC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200697-6BDA-4A5F-AF38-4E5F6933F9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1B64E7-CA8B-4559-BA82-850D21EFDB4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322D65-0D12-4A42-A0F9-B1B62BA4C9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877699-1A10-4FE4-B4D8-CFA7132FA2D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FBCDF9-2CAB-4708-AC86-C03F931324F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54495C-B60F-461E-A856-19EB46AFC51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2C3375-192C-4C48-86DF-AD95DA0F59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4AABA1-F703-407A-B2CB-FD63C5CF68C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5558BA-68BB-414F-9D38-5B50127E29E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643C1C-2082-4551-9EF5-6C375665039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3AA37B-6290-4DB0-8A8F-2D28278B11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66F5EA-5BA2-436F-93D2-266A546B49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67AD3D-CA71-41BE-BEC3-46CB98A358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C8850B-CAB4-42FF-9817-0B95ACBBD6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50D3B3-3B48-43E2-84D5-9C717C7FBE4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848607-38BD-4C70-B30F-AA9C499CF1C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9AEE71-1872-45A8-A3F4-D07E78CE5C3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70311EB-37D5-4013-BC07-4731B994831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5841D7F-A9A7-401F-B5AF-459B4909C06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Craig,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Online research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Review existing controls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Read user reviews of these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User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Suggestions on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Size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Shape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Button location</a:t>
            </a: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controls are of “Large Square Brick” type design – not attractive nor comfortable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controls are dark colours – easily lost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Inconsistent colour scheme / icons which can confuse user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Standard colour coding eg red button for standby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Large, easy to use and identify buttons – but not huge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Intuitive markings on buttons eg volume up shouldn’t be “V”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Easily visible colour (if possible with corporate colour scheme)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Extra features will be hidden by hinged opening mechanism – something like a tin pencil case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activated options should always have a button based alternative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Ergonomic &amp; attractive shape overall – “Big Square Block” is ugly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control confirms action by talking back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Issue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Where should corporate slogan go?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flexible is colour scheme?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2004-12-13T19:37:49Z</dcterms:modified>
  <cp:revision>11</cp:revision>
  <dc:subject/>
  <dc:title>PowerPoint Presentation</dc:title>
</cp:coreProperties>
</file>