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EF213C-1BEE-4D68-A4C0-513B6E8042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BCFB17-4E08-48C1-BD59-C06AEF0507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48C2B0-4863-4F7F-B644-6C4E29FE2E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2194BD-9F02-493E-8C3D-79DA89B9F8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3CC188-E19A-4190-80A0-AABEB341A1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23A2A9-7D86-4C19-AD88-A9DAF8B807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5869AF-2877-4484-A2DA-D2E52ACF0F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2F074A-0E79-42F5-84C1-55A925962C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6A84C1-535E-45D0-8C28-035EE9043D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07D0BA-58B3-4302-A75B-B515278FA8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173BD7-1500-473A-9876-68A69C3B553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AB0E4A-10DB-45CD-B621-6744CB2845F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A453E3-262A-4105-B2F0-CFBB4A6437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4AC398-A8C0-40BD-9448-549995D4BC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83498A-8EE6-45F7-964E-CB067343AF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0F8099-0018-43F2-8F55-BC70601C42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33EB66-3008-4C99-A4D4-7773EEBDD6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A582FA-F21C-44B4-8AA0-1F316C67C4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6405D9-9E28-4880-82A4-4183005412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F5887B-C15C-4559-A986-DF45BFDFAE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938925-59EE-4627-B3DA-BFE083C11B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ED3378-3D98-44B5-87AA-DF66E2655B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600597-F9D5-4F97-8502-62D74D8031D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893A5D-B33E-411A-A2D4-F1EFD923CF2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77072B-4750-4E70-893A-40C84A15490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6B01D7-952E-4165-97C2-BAFC894ACAE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Research online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Would ask other users for opinions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Will do so at end of meeting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Many controls too complicated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Too many buttons can confuse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Confusing labelling is bad eg PROG/PRG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 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 can lead to “clunky”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Hard to access advanced funcitons eg slow motion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Prefer simplicity and attractive look to lots of advanced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Advanced functions should be available but not directly accessible to reduce confusion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Your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example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Dislikes?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Required functions?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2004-12-13T17:23:34Z</dcterms:modified>
  <cp:revision>10</cp:revision>
  <dc:subject/>
  <dc:title>PowerPoint Presentation</dc:title>
</cp:coreProperties>
</file>