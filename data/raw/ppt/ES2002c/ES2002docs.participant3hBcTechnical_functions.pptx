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75ED08-398B-446D-A26B-06055A603D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8EF76-A573-4DE8-B7AC-D9204E782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1F2FE8-2C02-4538-BE91-02F492A288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EF6269-77EF-4BEC-AB99-8077D5C726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6A59F-62B1-4911-A23C-5935F7516C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478321-C25F-4BCE-834E-5F691EA91E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76D4C-0168-4CAB-939D-B337D87233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2E551C-61A1-460F-96E1-9E793575D0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09B7FA-40A0-403B-89C9-5EB5594F86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CD80A9-BE6B-423C-8DC5-CBC1C2C912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A9122-A6EE-495E-B621-A71342D6A3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B2C13F-4B6F-490A-A89C-7422B56220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DEA5DA-8E83-4A89-A622-78125A2E2A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EA3A34-2B8C-463B-BB49-8616289F70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3B71AA-67AF-4984-A8CC-374736E693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735340-29FA-464F-819E-5C4583802E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E8E9CD-4377-4AB6-9DC8-FDED588171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163A97-43FF-4E04-9015-5777AF24A3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84CF4C-02B2-496A-AEE9-5A761ED491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CFCAD8-7271-4C57-BBF3-EBFD27426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18F796-C12E-4AD3-BA97-BA380FEBB5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E5905D-186F-42A2-AC57-C5A9EE2B59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0563D9-0261-46C7-B630-6F1C472CA4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283E06-4FF7-4F0A-8CE4-AF72B8E1F0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500B7F-C827-4927-A287-091CDD3DC1F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75FBED-002C-4DDA-B1FE-07CB15C0CF0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