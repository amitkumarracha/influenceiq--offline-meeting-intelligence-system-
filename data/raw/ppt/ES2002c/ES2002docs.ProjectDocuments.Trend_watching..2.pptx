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9A7AD8-5ABE-4400-AABE-6DE56A5F79E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048DE1-044D-41AA-8196-8A5B6A96FB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A1EE50-0698-49B0-B6FE-46E90F6F4AD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8BCB4D-AE78-4E8E-ACFD-C2BBBFBE51E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87F09C-A9A5-408E-AA81-8FE36072C2A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282BAC-245B-4258-AB06-D500465A4DA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8C17D0-5356-45C9-9335-AD1AA406D59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D06712-89D4-464F-B041-B5C1A80A2E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7CFA57-8D8A-4D0F-8211-DB0167C769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A5832B-13AB-4EFC-815F-D06F3609FDC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197BE2-7E92-40B2-A93D-CE5D1764D91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DD1DE7-6FA3-4131-81B4-E6E922160DA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71653E-1F23-49EC-8C47-2CD80A56987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84FFA8-0FDC-4195-8424-89A7EACCE3E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97D7C8-E356-4575-BCE3-D7220497BB5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97D0CE-B866-44CC-ADCD-153F8F162C6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6AF629-3823-4DB7-B6CE-0BCEBE75813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FE74CB-8C1F-49FC-9CF1-3277AB0BB27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CDC3D5-6BFA-4745-922C-9B6B84D5132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09E271-273E-440A-89E2-8E6051F5F36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3FF42E-B1C6-4960-84FC-9B8062C8C44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266A29-9469-444E-9425-189A43C716B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7C65C6-5EB7-4D07-A7B6-954674F5A3E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6DCA6D-8C81-4E4B-93E9-038A208568C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84958B5-1DEF-4B63-B99C-203C30E31A7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200CF71-F86F-4494-AAD8-C3A3A41C6FD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240" y="3886200"/>
            <a:ext cx="701676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Andrew Stokes-Rees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197000"/>
            <a:ext cx="8229600" cy="4929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1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1-Develop a broad understanding of market trends based on research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2 - Identify trends that will inform the design concept of the 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3 - Discuss design options with aim of narrowing down on the design that best suits the market and the project vision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Market Research 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#1 consumer desire is that the control have a “fancy look and feel” not a functional look.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#2 priority of consumers is that the device be technologically innovative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3</a:t>
            </a:r>
            <a:r>
              <a:rPr b="0" lang="en-GB" sz="3200" spc="-1" strike="noStrike" baseline="30000">
                <a:solidFill>
                  <a:srgbClr val="ffffff"/>
                </a:solidFill>
                <a:latin typeface="Tahoma"/>
              </a:rPr>
              <a:t>rd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priority was for ease of use.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Top Style Trends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Top European fashion trend is for styles that reflect a fruit and vegetable theme especially in clothes and furniture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Material trends are quickly shifting from hard materials to soft, spongy textures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Style Trend Overview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324000" y="1600200"/>
            <a:ext cx="88200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Style is paramount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Innovative design and technology also a must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Ease of use must be ensured throughout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Vibrant natural colour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Softness in materials, shape and function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GB" sz="3200" spc="-1" strike="noStrike">
                <a:solidFill>
                  <a:srgbClr val="ffffff"/>
                </a:solidFill>
                <a:latin typeface="Tahoma"/>
              </a:rPr>
              <a:t>Think  mac iPod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Design 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Shape: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Material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Colour themes / series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Function placement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Marketing identity theme: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Harvest, plantation, seed, lemon, lime, sprout, bean, green, pea, 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2004-12-13T19:42:37Z</dcterms:modified>
  <cp:revision>8</cp:revision>
  <dc:subject/>
  <dc:title>PowerPoint Presentation</dc:title>
</cp:coreProperties>
</file>