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7.xml.rels" ContentType="application/vnd.openxmlformats-package.relationships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embeddings/oleObject1.xlsx" ContentType="application/vnd.openxmlformats-officedocument.spreadsheetml.sheet"/>
  <Override PartName="/ppt/media/image1.wmf" ContentType="image/x-wmf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5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&lt;header&gt;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r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&lt;footer&gt;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D4E00D-86FB-4665-9B13-BE0F30BCAED0}" type="slidenum">
              <a:rPr b="0" lang="en-US" sz="1200" spc="-1" strike="noStrike">
                <a:latin typeface="Times New Roman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AE0CD8-6FDF-46DB-8382-1AD8EA4C38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D4151D-D6E4-483C-AA91-0A7BD73415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A316E9-D99F-4DAA-AA4E-398FE00071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C987D1-8073-444D-8A00-3516E7AF38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839EAA-A6F1-49EB-B19B-41ACF4F9BF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DDE7A5-8FD2-47F1-97C6-4A8474EDFF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94EB7A-5091-4F0C-BE68-D6BD740BB4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DBBB4B-39F9-45FE-8C66-AAA5C3429B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8C1D1B-BECD-4062-B680-C93AC59EB0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AED467-5E8B-48FA-9143-0E94448E22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4E3CD0-9B8C-426F-A4CE-94464B2CB0E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9C3019-A8DE-4054-A465-7AEBCFB13D7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71F8C5-D918-41E3-B3ED-F063FD8197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60399D-0972-4F02-9094-64CA4B1910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848E87-B1FF-403F-AF07-D194A3FE22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B79F1E-35AE-4DD1-BACF-8273C7D17C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913DA5-9E6D-4BF7-82EB-9E5435DC27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58C4A7-FA9D-4A20-9ABE-D8D540E35D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3DF450-251E-4B0A-ADDC-98EDAC0C1A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EAFAED-D80E-48C1-9F89-F488EAE776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E3B583-83A0-4984-88DC-567B4EEF31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4A0B9E-67B6-4813-BF58-997AECEDB7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BC8BA7-5E69-4356-84E8-FC88A261FF1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7FF528-8437-429F-B990-268F858F578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7789D8F-7D52-496A-BC01-0579D78C5AF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8670A9F-DABD-49B2-B587-1BA2A306A3A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Cat,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Usability lab observed remote control use amongst 100 subjects, who then filled in a questionnaire. They investigated: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What the users think about the look and feel of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biggest frustrations of using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and LCD screens in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Users dislike the look and feel of current remote controls.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434520" y="4359240"/>
            <a:ext cx="7960680" cy="1313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The graph shows that the most predominant uses of the remote is for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Chanel Selection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Teletext (including flipping pages)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Volume Control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096920" y="21272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57080" y="213372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765080" y="148428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844360" y="213372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414180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2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077800" y="2060640"/>
            <a:ext cx="5342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1.5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2908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3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16" name=""/>
          <p:cNvGraphicFramePr/>
          <p:nvPr/>
        </p:nvGraphicFramePr>
        <p:xfrm>
          <a:off x="214200" y="-747720"/>
          <a:ext cx="8929800" cy="67039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17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14200" y="-747720"/>
                    <a:ext cx="8929800" cy="6703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Frustrations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Tahoma"/>
              </a:rPr>
              <a:t>Voice Recognition?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468360" y="1581120"/>
            <a:ext cx="8207280" cy="449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Sleek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Stylish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Sophisticated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Minimalist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Long battery life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Locator (clap and then it beeps?)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2005-01-28T18:04:00Z</dcterms:modified>
  <cp:revision>13</cp:revision>
  <dc:subject/>
  <dc:title>PowerPoint Presentation</dc:title>
</cp:coreProperties>
</file>