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880B9-103B-4B67-B5D9-BA831AE4CE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3BBF80-72ED-4444-AC8A-FC5C2D34DA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2CDEDF-A245-4D50-B357-75AFBF2093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301A6F-E2F5-4D1A-A4B5-001330EB59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D72A5E-6FE5-4F55-B155-E62BE75CA8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26CF66-C1FB-4C30-9068-0B9EF6A8F4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5FAB24-39BB-4B1E-8CCE-64FF3CB822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1A1BC8-E76E-41E5-ABEB-9309274C72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34322D-D22F-405F-BB9E-58C9EB6EB0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76BF99-9896-430B-8B36-8842C7A116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726DF2-6252-4523-B7C2-4A8C1970FF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163944-2194-4C21-8F08-B9FE1BC867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01977C-25D9-4F74-B29F-94D2F6838F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DF07DF-9282-402B-9717-D8E8797968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775DD1-1BC2-411F-820A-3BDCF2F7EA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7F5BD-78C4-48D0-8D85-F11335B118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7AA2F1-2646-48DB-97C5-E23163AE7B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6706AB-67B1-412D-9C5F-D7116FA1DC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FC00A7-4337-4623-9194-F5502D9A67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4B0573-41B5-4F9F-A953-6DE612F891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0FF261-A4B0-4E01-B56F-7EDE1DF727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E00E27-A688-4C93-8285-FD9AB6A4BE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2E332A-9155-4BB8-8036-2F1096D9DA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E9A954-0759-4DC2-8B8C-81A5B3DF48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B979C8-05E7-41BA-9FFD-3A7034959BC9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D20D89-4651-4E90-8449-248AE68D6C09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Maarika Traat,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 the web for inspiration from similar devices.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user needs and desires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Think about the main function of the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to send messages to the television set.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off“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present standard seems to be that besides TV functions the remotes also have functions to operate a VSR.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They do not seem to be able to handle the requirements of DVD players.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Keep it small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“must have”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Channel numbers, next/previous channel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Menu for more complicated functions (e.g. brightness)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 we want to incorporate Video and DVD related functions?  - (No: last minute update on the project spec.)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2005-01-28T20:03:29Z</dcterms:modified>
  <cp:revision>11</cp:revision>
  <dc:subject/>
  <dc:title>PowerPoint Presentation</dc:title>
</cp:coreProperties>
</file>