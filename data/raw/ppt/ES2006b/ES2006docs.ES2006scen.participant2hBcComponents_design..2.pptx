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C17674-398B-4CFB-A8D8-E860C225AB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BC10B-9A28-44B2-9523-9CD7587F10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EFFF6-159C-4719-9ECD-BBECC67403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C79BF-FAD8-4316-B1D7-AC932B3ED6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831E8-59BB-4968-A574-61F73FCC57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C1B68-0235-4FDF-994E-B63BF4F6EA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ECB5C-625B-4706-AE83-9705295EDA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EC92FF-6659-488E-A925-43E2BEFF31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D3FA98-D166-4E83-BED5-A3AEF23357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C3CB4E-ABB5-46F8-957B-93DB3AF19D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31E2A-ABF6-4551-8308-257F208065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1BAB2B-72AF-44A8-AA32-C2773D993F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171DCA-C06A-435D-AFEB-8ECF961693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CE1BA7-B49B-4AAB-88B8-ED8744144D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D43030-9AA9-4B69-A4AE-6D556689FD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3D50BF-D97C-4CFB-9E53-365DA664DF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CB377D-ED02-4830-9DF8-4650A1485D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E22D48-E27D-40B4-B6C5-B1FFB9C2D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05EABD-10F2-4004-B37E-2846B7E736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394F34-FC7F-45BE-BEDC-D130624EBF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85B3E7-1A0A-4DF6-87C7-9624943C54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72F4EC-3BA8-427D-AA48-FE2074BA1F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2E1001-7BC2-4E53-A8BE-0D14C9E2C9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23288E-7C1A-447F-8BBC-7CE432197E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5C83CF-070A-44C4-9673-776A07B178D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E53DC1-D23A-47DF-96C5-3796F9FCF8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2004-09-07T15:40:06Z</dcterms:modified>
  <cp:revision>10</cp:revision>
  <dc:subject/>
  <dc:title>PowerPoint Presentation</dc:title>
</cp:coreProperties>
</file>