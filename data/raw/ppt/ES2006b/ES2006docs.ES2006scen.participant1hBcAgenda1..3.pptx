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95B7A-EE35-4FA5-8C5A-810935A1B9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DD9C6-9CC5-4509-B151-03DDDB586C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E6CEE0-7755-43CE-BB60-72110BE434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61FD2-543B-4DE8-8E49-95EA056D0E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83479-55B2-42CB-93EC-DE5E3F3F88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B1028-E560-45CC-A519-2EB9D503D0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DA02F-7C46-4A5C-B0A1-05823C2B2A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895F8-9181-4BC2-AE9D-1FBBAA9CC5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F1E4FD-6231-404D-9E77-A89A7A0FB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890ABD-7118-4046-ABE4-E4B8BE0751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E7D35-57AB-4E51-AFD9-F69E4CD58D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F39069-F550-4760-9790-DF656A27AB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60E6A6-A3A0-4973-ADFC-22B4A0188F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01A41-D10B-49CC-85F9-B444B24A83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2EAE2-C103-400B-88DB-26A6DB52E2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A032C-CA6D-4D63-A109-326C0663FB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103CF6-51D6-447A-AA58-5DF50B665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97F65-40CE-4AD0-9332-C3199E7235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484E0D-AA56-4E97-A682-D6BDAA1CEE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16A93B-E5A9-4FE7-BE29-212C6513B1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BFEC2-2AE7-435C-913E-2CA2570D49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346F3F-6AF0-4218-A75A-7EFAD1DB87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BC6B4-4767-433C-AF38-CC2F04562B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54AC29-B514-40D0-96B1-2C223235F6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778C45-0C10-457A-A281-008C421DCCA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80053C-D675-4DDC-B1A1-8222A75007B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