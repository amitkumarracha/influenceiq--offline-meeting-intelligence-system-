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111114-A47A-4494-9E27-549C801C49DF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FC44F9-97FB-49DB-827B-78F5F4FC54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55C94E-920C-4AF3-B17E-70ED2EBBA1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B7E62D-7CCF-4D0B-A9E8-209EAF4A93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AF712F-19A9-48F1-B81E-AAF84D6A77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A62F45-CE5C-4523-A2C3-C246651603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C4BAE3-F6DD-44B5-A343-8EF92E19BF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49F412-5D07-487B-BB82-8DD151E354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67BF7D-641A-48EE-A42B-6C1B78F70E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978364-2F43-4A22-B878-EBD06765D5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C03411-0EA6-4F0D-832E-3569DDB124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4F8595-295F-4857-A8FE-A11877ED30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A6ABD5-8F51-4D28-BA6F-C5F77EA806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B36FBA-DAD3-45D2-B8E9-6CE2460D74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D2FF53-7D57-4D0D-A5C5-15A7810D76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40AA38-6766-495A-88A0-4EC6E5BCDD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034BF2-C0E6-47D7-BD74-57349503B7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943FF7-087F-43E4-9D7C-716675E2D9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396ABA-3742-44EA-906D-65F0DB8CB6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78845B-69B2-4326-A37A-9D01BF78FA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BBA6CA-73BA-40C2-A3B4-92792387DB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ED930C-C0B3-4A58-A298-AE2E0B0EE5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E423D2-6807-4A27-8BF7-6422E0DBA8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519583-6576-4BFA-AE5A-01495BBEFC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01426F-F787-4385-8C75-353F7CF1B4B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6AFA29-DAFD-487D-ABB5-676D50E3D47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9DC4DB-B9A9-45B3-A846-AFD5A56ABF4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2005-01-28T18:04:00Z</dcterms:modified>
  <cp:revision>13</cp:revision>
  <dc:subject/>
  <dc:title>PowerPoint Presentation</dc:title>
</cp:coreProperties>
</file>