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CBFCA5F-8AEA-4995-817D-D9123BB67C0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93CC946-8240-43B2-9A23-ABBC0840AE1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CD2A5FA-787E-40AB-A9B5-300BEA1743B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A5E6C44-F4F8-4A0E-BC77-0FF247C81DA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E885E52-EE54-4B21-AE8A-CB7105A2B8F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FD3BD62-A6A5-4D2A-BAE9-D3B8D4305C5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8D4EAC6-B8A0-4507-A8D1-58FB1E92E50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525D7B4-8DBB-4DE8-B77B-D24E130D2B8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B45B27C-C10D-4FF3-9728-7A97543B639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BC4CE60-7B69-40E8-A246-B9EB8815599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B629181-2548-41DB-BCC9-D3B9BEDC60E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04A9990-BDDF-4341-A9D8-D2EB070FD2F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498CA58-6B0A-4582-9403-8675F6824FB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5B4A2E9-5D93-49AA-A50B-2A1E58BA995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BB5141E-A27C-43A5-BB0F-FBA2611F397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68A551B-5F02-4409-9F99-541A66145B3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2785EC6-D310-4DC6-9A23-1BF7DD2CFF1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442880A-C8DC-4FF4-B4FD-BDAFEEAEBA2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28B75CB-C083-4C47-B483-2487EF8A464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F681162-51C9-40B7-8603-024686FD380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4CC3CF9-13C7-4700-88FF-E4A358D9A51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565EE8C-AC6F-48D8-9429-4E9111C47A0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2BCBF3D-CDD9-42E9-942A-B9B031DF041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521C84B-C83C-47DE-B5B9-96EA8D8C781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C3A7FC1-FC99-4D19-9962-3FD51C346A4A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39D295E-F251-43A3-B7C1-6759BF4F820E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28564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Kick-Off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Jen,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Acquaintance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Tool training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plan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Discussion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25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Aim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remote control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Original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Trendy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User friendly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Method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Functional design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Conceptual 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Detailed 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Tool Training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609480" indent="-6094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Try out whiteboard!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Every participant should draw their favorite animal and sum up their favorite characteristics of that animal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Finance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Selling price: 25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Profit aim: 50 M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Market range: international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Production costs: max. 12.50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Discussion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Examples: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Experience with remote control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First ideas new remote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Etc.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Next meeting starts in 30 minutes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working design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technical functions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the user requirements specification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2005-01-28T17:05:41Z</dcterms:modified>
  <cp:revision>33</cp:revision>
  <dc:subject/>
  <dc:title>PowerPoint Presentation</dc:title>
</cp:coreProperties>
</file>