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46A45E-C46C-4A3F-9E5A-22D11B38C0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EC1015-9A70-4B08-A5EC-14BAAC8DEF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901817-7B25-4DC6-9893-5760A222DE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8B5AAB-B953-4A8E-9D21-AEF9E57BDC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0778FA-8CB6-4543-AE96-3A2773DBA3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8540A-C33B-47BC-8AF4-F22CC741B9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20EC27-3CB0-4AC4-8234-00D8683AAF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B365CA-0677-42DD-A131-C555DA2885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432ECA-EBCF-427B-8019-44069F4442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3F877C-42A3-4A52-A38F-DE3C0AE0CDA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BE199-1DA4-472A-89BE-152B2C89F9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F9827-53D9-4BC9-8E85-C706A064D7E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3126B-7643-4185-9818-175B3DBEF0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0C7DD-359A-4E33-BCDF-5A5BB41CB0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B871EF-CEF3-4301-B233-F060B57AAB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056F9-AC1F-4704-97C6-89B0FE081D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2E5E37-5E24-4A33-878D-A38A839D7A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0B5E6A-4BBE-4163-9B92-0B8E14B454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B06C86-1945-4487-BC09-C551E68864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B8C9C4-A130-41C3-9B90-C95C6D9EFE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43578E-0353-465F-8309-2CA64B0F18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E85017-F309-45DF-B4BE-41BC912BB5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A133CE-6A08-4513-AADE-530435FFDF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021139-7EE4-4C66-872C-279F212344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206D20-F739-47BB-A2D1-DF0B1078A9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257E77-55F3-4CD9-A141-B676484AE98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