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A33542-209A-445E-9EC9-C839812C43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E88350-D791-48E3-BECF-FDDF3C90F3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8B6BD-7283-42D1-991D-1FADD971DF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49DC43-EB06-46CF-B528-20AC0404B7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2AC88-DDDF-485C-8119-A0747F01B3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6E553-5399-41E4-9D48-5D3A43D215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0D30A3-A401-4134-8770-1F23E09E73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A626DF-98EE-42B8-AD07-44CE5BF624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5D93E2-334B-4398-A92E-B8C291133A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2C3EF8-46D1-4638-817B-A8106EB744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3E01E9-6439-4AFC-B253-E677EC8BEB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A8DCA8-3C7A-4B1B-B21E-EB70798647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F5C5D6-969F-49B8-A565-76322E749C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6F575B-211D-4157-AD76-CE48ECCF9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7E599-2FB2-4CD2-B686-75AAFF8AF3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0879D6-15BF-4718-AF64-374997D7FF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42ADDB-3786-4B5F-948C-964B9A0BFF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70D654-54F4-4E67-8392-EA1E6A3EA7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93D1C9-BA46-40C4-81E7-D842015D0E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59D133-2838-4D31-B29F-901D7AC087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1F5069-CAA5-4B5D-9C87-544268985D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BE27B4-20E8-4FD5-998A-A1C5440765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A9F930-77B6-4582-8999-FA55C79B0C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7927C1-787A-4234-B7D5-2F9D5771AF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F1D6A3-8FEA-4A4C-981F-A623673BD07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5F513F-46BA-4D33-AA70-66B821DC37F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2005-01-28T20:47:42Z</dcterms:modified>
  <cp:revision>21</cp:revision>
  <dc:subject/>
  <dc:title>PowerPoint Presentation</dc:title>
</cp:coreProperties>
</file>