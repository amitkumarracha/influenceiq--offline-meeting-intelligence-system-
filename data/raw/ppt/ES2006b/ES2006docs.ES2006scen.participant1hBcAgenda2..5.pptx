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5EDE17-E8CE-452C-9A28-E08EE0B972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5C5ED8-04BD-43C1-9485-5B85BCC075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AC547-355C-44D8-A5AC-15DFAA0900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E1C959-6C62-41AD-8913-3768C90A9D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EEFA24-F29B-454D-B66D-0CD3A877D3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46625F-7B89-4A52-BF63-AF015EC5A6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EAA34-E3C0-451B-A4E5-955B450ED2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14D23-A4F7-4252-9226-FEA4272E19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7CF35B-E91B-4685-A1A8-713A602777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4FA75F-A1D5-49C6-B9A4-229FC4D809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9A7D97-E27D-4526-9210-F12ACFABBC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1E30C8-D118-44BD-9D15-4E51EC4126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26E60-04E9-4812-B72A-966CB25BA5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A2A88-CAD4-4E45-B69F-E8297D6D64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51F6A5-8AD7-41B1-9B8E-13DD33F482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576F85-2B04-4B5D-A4BE-481B90599D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BECF5-A9DD-43C0-ABDE-5AB14E8D6A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B9D706-B6F7-4A19-A884-CBDE1CBB07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DC9767-57A4-41E5-ACBA-F4A0ABA955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71600D-25A8-46D9-BC7F-DB79DAEBD8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77E18-BF43-4248-817D-FD6CB80843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AFCE25-078D-485C-8E21-191D2A5EF0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906E11-35C2-4639-B25D-1223D7F2A2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CE3C62-45A5-4F7E-A308-FE0348EA2D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534F80-512A-4691-90B1-6F34C1493F9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D30EB6-E2AA-41C5-9E77-0D753442E61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