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2D2C56-FA9A-4FC9-9832-2C492CACA6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4F47BF-F0DC-4AF9-88F3-CA6D79A84A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364087-1A11-40F3-A355-7A0153A3FB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D9D421-AC51-4031-A42D-50B60DC3C2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9231FE-5F4E-43F2-BB10-40B165931C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7594AF-43C9-4AFE-8DE9-D83E3E4629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41ED6D-6E53-41FE-AE36-B7FD36DA58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327D9E-F8FF-4705-B3A1-F391037391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D4078A-E73B-40FE-A5FE-0413270FE9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3B69D1-E667-43AC-AC5A-E19AAE1D1B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39C2EC-532F-404B-A222-75FA6519C95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F9C32F-74B1-440F-83FC-D92EDA6FB7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73F42E-301E-4DC8-8BEA-6A35804B04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9300F4-9079-4F3E-8E9D-171DE4851C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8ADE4C-F450-43D6-9660-E498E18003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2BB3E5-0D43-4A35-907C-B102385C2E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80465A-58EB-4AC0-ABED-F0D3FD612E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873ACE-9A45-4A30-B4D8-570FA03821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04C463-1FA7-4F74-96FA-E65E1E9086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213001-5C1C-4E23-BE85-3CCB891367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F89A26-E9F5-4E94-8164-CC40D0B7EF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B84C65-11EA-40A7-9468-0FE488A8D9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BA0973-C775-42C7-B4A8-95F65D33768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C642E1-E155-486A-8845-88858EE8AF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E137DB-E5E4-417E-BC6F-0E6E0BD7EA4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FBB54A-E24C-484F-B9AD-507838A5896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Preparing the evaluation of the new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This should be done using a 7 point scale where 1 is TRUE and 7 is FALSE, as regarding the design meeting a certain criteria.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This is based on the collection of criteria on the user requirements and trends found in the marketing reports and the marketing strategy of the Real Reaction © electronics company.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Aims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609480" indent="-6094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The remote control should: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be attractive to look at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match the operating behaviour of the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locatable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intuitive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an ergonomic design to reduce risk of 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have voice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 technologically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1" name=""/>
          <p:cNvGraphicFramePr/>
          <p:nvPr/>
        </p:nvGraphicFramePr>
        <p:xfrm>
          <a:off x="324000" y="981000"/>
          <a:ext cx="8358120" cy="5264280"/>
        </p:xfrm>
        <a:graphic>
          <a:graphicData uri="http://schemas.openxmlformats.org/drawingml/2006/table">
            <a:tbl>
              <a:tblPr/>
              <a:tblGrid>
                <a:gridCol w="6119640"/>
                <a:gridCol w="2238480"/>
              </a:tblGrid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REQUIREMENT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SCORE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a) </a:t>
                      </a:r>
                      <a:r>
                        <a:rPr b="0" lang="en-US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be attractive to look at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 marL="533520" indent="-533520"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b) match the operating behaviour of the user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c) be locatable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d) be intuitive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5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254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e) have an ergonomic design to reduce risk of RSI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f) have voice control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g) be technologically innovative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6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05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0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4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h) put fashion in electronics</a:t>
                      </a:r>
                      <a:endParaRPr b="0" lang="en-IN" sz="2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GB" sz="2800" spc="-1" strike="noStrike">
                          <a:solidFill>
                            <a:srgbClr val="ffffff"/>
                          </a:solidFill>
                          <a:latin typeface="Tahoma"/>
                        </a:rPr>
                        <a:t>7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2005-01-28T21:26:17Z</dcterms:modified>
  <cp:revision>14</cp:revision>
  <dc:subject/>
  <dc:title>PowerPoint Presentation</dc:title>
</cp:coreProperties>
</file>