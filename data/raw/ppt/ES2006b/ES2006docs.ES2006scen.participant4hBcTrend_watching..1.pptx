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wmf" ContentType="image/x-wmf"/>
  <Override PartName="/ppt/media/image2.png" ContentType="image/png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D924F5-A42A-4C8F-82F8-F5508E886F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0E9884-A319-4B02-8649-EE411BD2B8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080FD2-39EE-450A-95FA-02D5EE95B2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235A9E-9119-4597-B44F-7D9E85EB2B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A5C6D0-0B06-46C9-96C0-2087068D2B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A1F662-CC08-4153-B4D7-6B8D9DF249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669DF2-A3B6-4614-B5C0-8E947A9CBE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AD11EB-D3A8-4B43-AFCF-5A942A5DAD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7219D6-6378-45F1-A94C-B678386B82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3B57FF-AABE-47F3-8D52-137E6EDBDD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344CF5-0BCE-4FB5-B064-1B82DE89DE9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F059EA-CD86-4E9D-A1E5-DF03A0EFE2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7811BB-2517-430F-BDDA-E05352F4EA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89F9C1-A335-4A95-97EF-B67EF157FD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FD4B02-328D-4197-A114-490D5EDADB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FF94BE-510D-4195-8227-6E423C64B4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E9525F-7876-468F-A004-20B91998B2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BB8BB0-57CD-4885-8F90-6554771E32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51816E-F9A2-4BF9-A3F0-FE5ADF0F36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2C1DFB-581A-4843-8C98-D94DE47929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3F91EF-E786-41CD-A0FF-22F9EF5706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D666B0-CA14-4EC8-9B77-CA9D458167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EEE2F7-BAC9-4396-97B3-147A7F8D9EF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DBD239-EB2B-4699-BA48-6C304867275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F090CCE-6D36-4847-AB32-832B49879F0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DA4996-569F-455B-81DA-D7CA4C65889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Relationship Id="rId3" Type="http://schemas.openxmlformats.org/officeDocument/2006/relationships/image" Target="../media/image5.wmf"/><Relationship Id="rId4" Type="http://schemas.openxmlformats.org/officeDocument/2006/relationships/image" Target="../media/image6.wmf"/><Relationship Id="rId5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Searching the internet to come up with MARKET TRENDS – what users preferences will be in the near future.</a:t>
            </a: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568840" y="1341360"/>
            <a:ext cx="2691000" cy="331164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468360" y="4943520"/>
            <a:ext cx="8218440" cy="36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Market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most important aspect for remote controls is a fancy look-and-feel.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second most important aspect is that a remote control should be technologically innovative.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third most important aspect is that the remote control should be easy-to-use.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Fashion 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62800" cy="204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and Vegetables will provide inspiration and be an important feature for clothes, shoes and furniture.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Material will be spongy.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755640" y="3645000"/>
            <a:ext cx="2146320" cy="218592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6732720" y="2637000"/>
            <a:ext cx="1782720" cy="181116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3"/>
          <a:stretch/>
        </p:blipFill>
        <p:spPr>
          <a:xfrm>
            <a:off x="3635280" y="3645000"/>
            <a:ext cx="2592360" cy="2128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4"/>
          <a:stretch/>
        </p:blipFill>
        <p:spPr>
          <a:xfrm>
            <a:off x="7020000" y="4724280"/>
            <a:ext cx="1303200" cy="11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97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Combine style with a level of functionality.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Beauty with practicality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 thing of beauty AND function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3492360" y="3789360"/>
            <a:ext cx="2159280" cy="20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2005-01-28T19:45:55Z</dcterms:modified>
  <cp:revision>8</cp:revision>
  <dc:subject/>
  <dc:title>PowerPoint Presentation</dc:title>
</cp:coreProperties>
</file>