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ECC3EC-5072-483D-98EC-B9033DE61A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E298F6-9846-46B2-A8D7-9C4B6B761D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1E406-4E20-41E0-9BDA-D3908EE183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C7F6FB-AB79-40DC-9181-4D1A15EBB1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3296F-3056-43AA-841C-98C458EB40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7EC5C5-87C4-4FE8-8BF5-285EAA8306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AFA889-5213-4003-81B1-D26E700944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1991A6-51FC-4223-A6B0-8722126DCD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E4624-A8F9-465A-997C-7D8BDB90DC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A5B89-6771-4975-A83D-8C85DD87B9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327596-E8C0-4051-8593-0F38BA0E02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B2C34-D00B-4C8A-89D5-C1C23D194A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AC1939-1EEC-4FB5-929D-7A46BEE412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B479E2-E96F-4329-9186-8AFB103E4E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E2DFE-5C6E-4779-8258-2C1DE7B567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68870C-8771-40F0-885A-611E015CAD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D6966C-444E-4F32-A141-4212C128D2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287A28-D619-41BF-B526-9904D3B69C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D43054-991D-4AC0-98A9-40A05E5BA8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0DF55F-B2F5-44DF-964A-3F5003D005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1AAD79-8D42-42D9-9AB8-8C5D371807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B69901-2223-4B6B-BF4A-5D6D2C9D72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512262-EE59-4BCF-88C1-D271A9ABE8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6DAF63-5F1F-4D41-BD1A-6A32003DE5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17DE26-FEC3-4787-87BA-F2D47E04059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6C4641-1A07-4225-9306-AFC9F7FE919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2005-01-28T21:04:23Z</dcterms:modified>
  <cp:revision>12</cp:revision>
  <dc:subject/>
  <dc:title>PowerPoint Presentation</dc:title>
</cp:coreProperties>
</file>