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DF709F-F1CA-4090-8023-21AC189DBFF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11BAD1-AD10-4A0D-89D1-A22674C52C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34D2CC-C0FF-4012-8FB5-E07F20A563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330FAB-C240-4337-BA55-BAF7986B78D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CDA1DC-28A5-49B9-87FD-B1174EA0559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5B3B49-87CB-4199-ABB1-FE2350E05A3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63E031-0B2C-4AA0-94D0-13160CC84C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2981C2-225A-4CF5-9A53-4606E91B055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914AD3-B595-453B-9C51-37E19EB9BA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3A3CA2-5918-43D7-8843-C7B02610D28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04FF4E-C8CB-4489-827C-66508D506A6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F8A50F-8FA8-417F-861C-C2F44FBA456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5F52EA-24A5-4BE7-8858-8256F2BE55F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37E9F2-6061-4DB9-B087-7DE87A9AEA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955F44-8EBF-4943-85AD-3CAB212E616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61073B-CF6E-4FAA-8D34-61D88A3F512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7F853F-0051-4396-BFA0-7F06DEA25CF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BC1698-36EC-4131-8200-D3916618800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AADF69-1ED2-4D5F-A4B1-08BC83D4C4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EE8BDC-167B-4236-AC63-3536AEE282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ECA72F-2AB7-4373-B27B-12D8C34BC5A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513DC9-F87A-4E10-80EC-3F8991E562F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DEC1D7-3841-4F20-9CBA-B29804B3B90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A4EFD1-CB13-481C-A690-8445B8DEF29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55EEBC3-B0CB-40EE-952F-0A19D0AB8DC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0837680-9505-48DA-91B2-84426F8BD4B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2004-11-11T20:39:26Z</dcterms:modified>
  <cp:revision>19</cp:revision>
  <dc:subject/>
  <dc:title>PowerPoint Presentation</dc:title>
</cp:coreProperties>
</file>