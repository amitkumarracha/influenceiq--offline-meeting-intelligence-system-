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91B385-9002-4B86-9810-A6AB947C36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EB2AAE-AE45-46B8-B561-9F79F4A8FC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35FF8A-36BB-40CA-91E3-807E088853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8B373B-7383-4763-99C7-0EA4EEFF16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C9F02D-8E55-4A3A-9B2E-BB1A012018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2EB28D-3366-467D-9BB5-470520A23F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4D7C89-F39C-49FB-AB52-A9ECDCBDAA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AB448F-2BBE-42DC-B314-222A594FAC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427F8A-34BD-4BBA-8CEA-DC60138BC4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F7896A-5B64-42A8-9EC4-AC66A8187D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EEFF9E-6970-48C0-8825-A06E4ACEF00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A216DF-1719-4FB8-B128-B848A50E23E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37B35C-795C-4C64-9D24-04C31D0256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CD063F-089D-4D02-9E68-D8D9DB5219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885CD9-0B0C-475F-9DF6-D2A5AB92A4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2C2C9D-6AC2-456B-A142-878148D21C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D586C3-DD72-4728-B45F-34280CBD39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0373BA-A72D-4365-9A57-7F6FF03D1C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C56498-F245-47F6-9778-45B483E196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721E39-32CB-4529-9A38-F370E8F2F5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486B93-1DBC-4F21-A324-25238B3BF3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847E4D-C3ED-44DD-AA05-C37313F1C5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615BB5-DE26-4FFE-89C2-F3142715939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A001CC-339A-48D1-9129-9724351F455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B91CC6-CB43-409A-A452-E94A32B965B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AF500C-A48D-4156-BDA0-9A0F3E561F5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Gaurav Malhotra,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Identification of components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Feedback for constraints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Integration with other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Update design.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a remote control works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Components and processes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Teletext outdated!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only be used for the television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Uniqeness (colour and slogan)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pSp>
        <p:nvGrpSpPr>
          <p:cNvPr id="101" name=""/>
          <p:cNvGrpSpPr/>
          <p:nvPr/>
        </p:nvGrpSpPr>
        <p:grpSpPr>
          <a:xfrm>
            <a:off x="395280" y="1773360"/>
            <a:ext cx="8280360" cy="3671640"/>
            <a:chOff x="395280" y="1773360"/>
            <a:chExt cx="8280360" cy="3671640"/>
          </a:xfrm>
        </p:grpSpPr>
        <p:sp>
          <p:nvSpPr>
            <p:cNvPr id="102" name=""/>
            <p:cNvSpPr/>
            <p:nvPr/>
          </p:nvSpPr>
          <p:spPr>
            <a:xfrm>
              <a:off x="395280" y="1773360"/>
              <a:ext cx="8280360" cy="367164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03" name=""/>
            <p:cNvGrpSpPr/>
            <p:nvPr/>
          </p:nvGrpSpPr>
          <p:grpSpPr>
            <a:xfrm>
              <a:off x="2698920" y="1773360"/>
              <a:ext cx="4897440" cy="3331080"/>
              <a:chOff x="2698920" y="1773360"/>
              <a:chExt cx="4897440" cy="3331080"/>
            </a:xfrm>
          </p:grpSpPr>
          <p:grpSp>
            <p:nvGrpSpPr>
              <p:cNvPr id="104" name=""/>
              <p:cNvGrpSpPr/>
              <p:nvPr/>
            </p:nvGrpSpPr>
            <p:grpSpPr>
              <a:xfrm>
                <a:off x="2698920" y="4335120"/>
                <a:ext cx="954000" cy="174240"/>
                <a:chOff x="2698920" y="4335120"/>
                <a:chExt cx="954000" cy="174240"/>
              </a:xfrm>
            </p:grpSpPr>
            <p:sp>
              <p:nvSpPr>
                <p:cNvPr id="105" name=""/>
                <p:cNvSpPr/>
                <p:nvPr/>
              </p:nvSpPr>
              <p:spPr>
                <a:xfrm>
                  <a:off x="2698920" y="4507560"/>
                  <a:ext cx="3175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6" name=""/>
                <p:cNvSpPr/>
                <p:nvPr/>
              </p:nvSpPr>
              <p:spPr>
                <a:xfrm>
                  <a:off x="3076560" y="4335120"/>
                  <a:ext cx="233640" cy="16596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07" name=""/>
                <p:cNvSpPr/>
                <p:nvPr/>
              </p:nvSpPr>
              <p:spPr>
                <a:xfrm>
                  <a:off x="3322800" y="4509360"/>
                  <a:ext cx="3301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08" name=""/>
              <p:cNvSpPr/>
              <p:nvPr/>
            </p:nvSpPr>
            <p:spPr>
              <a:xfrm>
                <a:off x="5796000" y="3213000"/>
                <a:ext cx="609840" cy="609120"/>
              </a:xfrm>
              <a:prstGeom prst="flowChartSummingJunction">
                <a:avLst/>
              </a:prstGeom>
              <a:solidFill>
                <a:srgbClr val="ff00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9" name=""/>
              <p:cNvSpPr/>
              <p:nvPr/>
            </p:nvSpPr>
            <p:spPr>
              <a:xfrm>
                <a:off x="3564000" y="3284280"/>
                <a:ext cx="679320" cy="564840"/>
              </a:xfrm>
              <a:prstGeom prst="flowChartPunchedCard">
                <a:avLst/>
              </a:prstGeom>
              <a:solidFill>
                <a:srgbClr val="99cc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0" name=""/>
              <p:cNvSpPr/>
              <p:nvPr/>
            </p:nvSpPr>
            <p:spPr>
              <a:xfrm>
                <a:off x="3490920" y="2205000"/>
                <a:ext cx="846360" cy="609120"/>
              </a:xfrm>
              <a:prstGeom prst="flowChartAlternateProcess">
                <a:avLst/>
              </a:prstGeom>
              <a:solidFill>
                <a:srgbClr val="ffff99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11" name=""/>
              <p:cNvSpPr/>
              <p:nvPr/>
            </p:nvSpPr>
            <p:spPr>
              <a:xfrm>
                <a:off x="5414760" y="3789000"/>
                <a:ext cx="133272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Infrared bulb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2744280" y="4076640"/>
                <a:ext cx="88344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Switch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>
                <a:off x="3120480" y="4797360"/>
                <a:ext cx="15156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Energy source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3584880" y="3428640"/>
                <a:ext cx="69444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Chip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3208680" y="2565360"/>
                <a:ext cx="15552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User Interface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  <p:grpSp>
            <p:nvGrpSpPr>
              <p:cNvPr id="116" name=""/>
              <p:cNvGrpSpPr/>
              <p:nvPr/>
            </p:nvGrpSpPr>
            <p:grpSpPr>
              <a:xfrm>
                <a:off x="3564000" y="4149360"/>
                <a:ext cx="673200" cy="664920"/>
                <a:chOff x="3564000" y="4149360"/>
                <a:chExt cx="673200" cy="664920"/>
              </a:xfrm>
            </p:grpSpPr>
            <p:sp>
              <p:nvSpPr>
                <p:cNvPr id="117" name=""/>
                <p:cNvSpPr/>
                <p:nvPr/>
              </p:nvSpPr>
              <p:spPr>
                <a:xfrm>
                  <a:off x="3814920" y="4149360"/>
                  <a:ext cx="12600" cy="66492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8" name=""/>
                <p:cNvSpPr/>
                <p:nvPr/>
              </p:nvSpPr>
              <p:spPr>
                <a:xfrm>
                  <a:off x="4003920" y="4299840"/>
                  <a:ext cx="12600" cy="37440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19" name=""/>
                <p:cNvSpPr/>
                <p:nvPr/>
              </p:nvSpPr>
              <p:spPr>
                <a:xfrm>
                  <a:off x="3564000" y="4493520"/>
                  <a:ext cx="23508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20" name=""/>
                <p:cNvSpPr/>
                <p:nvPr/>
              </p:nvSpPr>
              <p:spPr>
                <a:xfrm>
                  <a:off x="4002480" y="4479120"/>
                  <a:ext cx="234720" cy="0"/>
                </a:xfrm>
                <a:prstGeom prst="line">
                  <a:avLst/>
                </a:prstGeom>
                <a:ln w="936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</p:grpSp>
          <p:sp>
            <p:nvSpPr>
              <p:cNvPr id="121" name=""/>
              <p:cNvSpPr/>
              <p:nvPr/>
            </p:nvSpPr>
            <p:spPr>
              <a:xfrm>
                <a:off x="2698920" y="2565360"/>
                <a:ext cx="0" cy="19440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2" name=""/>
              <p:cNvSpPr/>
              <p:nvPr/>
            </p:nvSpPr>
            <p:spPr>
              <a:xfrm>
                <a:off x="2698920" y="3573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3" name=""/>
              <p:cNvSpPr/>
              <p:nvPr/>
            </p:nvSpPr>
            <p:spPr>
              <a:xfrm>
                <a:off x="4283280" y="3573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4" name=""/>
              <p:cNvSpPr/>
              <p:nvPr/>
            </p:nvSpPr>
            <p:spPr>
              <a:xfrm>
                <a:off x="5148360" y="2565360"/>
                <a:ext cx="0" cy="201564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5" name=""/>
              <p:cNvSpPr/>
              <p:nvPr/>
            </p:nvSpPr>
            <p:spPr>
              <a:xfrm>
                <a:off x="4211640" y="4509720"/>
                <a:ext cx="936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6" name=""/>
              <p:cNvSpPr/>
              <p:nvPr/>
            </p:nvSpPr>
            <p:spPr>
              <a:xfrm>
                <a:off x="2698920" y="2636640"/>
                <a:ext cx="79200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7" name=""/>
              <p:cNvSpPr/>
              <p:nvPr/>
            </p:nvSpPr>
            <p:spPr>
              <a:xfrm>
                <a:off x="4283280" y="2565360"/>
                <a:ext cx="8650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8" name=""/>
              <p:cNvSpPr/>
              <p:nvPr/>
            </p:nvSpPr>
            <p:spPr>
              <a:xfrm>
                <a:off x="5148360" y="3573360"/>
                <a:ext cx="71928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9" name=""/>
              <p:cNvSpPr/>
              <p:nvPr/>
            </p:nvSpPr>
            <p:spPr>
              <a:xfrm>
                <a:off x="6443640" y="3573360"/>
                <a:ext cx="1152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0" name=""/>
              <p:cNvSpPr/>
              <p:nvPr/>
            </p:nvSpPr>
            <p:spPr>
              <a:xfrm>
                <a:off x="3635640" y="1773360"/>
                <a:ext cx="609480" cy="609120"/>
              </a:xfrm>
              <a:prstGeom prst="flowChartSummingJunction">
                <a:avLst/>
              </a:prstGeom>
              <a:solidFill>
                <a:srgbClr val="bbe0e3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1" name=""/>
              <p:cNvSpPr/>
              <p:nvPr/>
            </p:nvSpPr>
            <p:spPr>
              <a:xfrm>
                <a:off x="3642120" y="1917360"/>
                <a:ext cx="691200" cy="3070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en-IN" sz="1400" spc="-1" strike="noStrike">
                    <a:solidFill>
                      <a:srgbClr val="000000"/>
                    </a:solidFill>
                    <a:latin typeface="Arial Black"/>
                  </a:rPr>
                  <a:t>Bulb  </a:t>
                </a:r>
                <a:endParaRPr b="0" lang="en-IN" sz="1400" spc="-1" strike="noStrike">
                  <a:solidFill>
                    <a:srgbClr val="000000"/>
                  </a:solidFill>
                  <a:latin typeface="Times New Roman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Clear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Possibility for upgrade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Latest technology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2005-01-28T17:36:16Z</dcterms:modified>
  <cp:revision>14</cp:revision>
  <dc:subject/>
  <dc:title>PowerPoint Presentation</dc:title>
</cp:coreProperties>
</file>