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E0C105-7294-44E2-94EC-CB2BC98B9A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7A12A-7362-453A-8761-B3311945EF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5B73A6-3620-4162-A8C7-F04F52858C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A9E0B-5C70-4927-BFF1-E27D12FD8E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0E4EA2-B98C-4C6E-B9EC-1CF1714B6D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672CD5-71AB-4FC4-B680-EAA022EE28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BAF08A-965B-433F-A3E9-28CE89C08B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5939B5-42F4-4F0F-B484-44D8ED8712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04573-8F5A-4E0B-8229-174F85EA87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45C0A5-DB01-4081-8981-BE9E84B356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1C80C8-441B-42EE-AFB5-5078C8B471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E6F32A-A002-4355-8F71-6C45AC8F48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C4AC9E-9310-4C70-A5CF-EACC1EF8A8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6A51C8-1045-430B-A1FF-1AD54D357A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A3AAD0-604B-4C7C-9B25-7B3C35F6DA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503B27-7281-43A5-9070-2047F5D346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84295C-398F-4D1A-A347-49D9829192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AD5FF0-E462-4E8E-A2AC-1E63853B1B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D08062-CF8A-415D-831E-4EA9FF0D56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BD1934-CF52-4E65-833E-672F360D66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0644D-BBCB-4429-862A-377AA6754F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E1A94B-84BC-4262-9111-9910A11CE7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DC4F2A-F4AD-46B7-91B8-33965727AE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13F4B5-5BB4-4D4F-848C-A808A38166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E650EC-DBE6-41DF-9903-B72634E00EF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85D2B3-D5CC-4A2F-BC25-28F32CB298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2005-01-28T19:26:51Z</dcterms:modified>
  <cp:revision>20</cp:revision>
  <dc:subject/>
  <dc:title>PowerPoint Presentation</dc:title>
</cp:coreProperties>
</file>