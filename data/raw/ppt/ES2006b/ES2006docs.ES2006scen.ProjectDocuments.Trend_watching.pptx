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wmf" ContentType="image/x-wmf"/>
  <Override PartName="/ppt/media/image2.png" ContentType="image/png"/>
  <Override PartName="/ppt/media/image3.wmf" ContentType="image/x-wmf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947AAF-34E2-4675-A1F5-067350B345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3B9926-4DFD-4FD7-8A5A-86E1BDECD1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3E96F4-4C5D-4B73-A5A9-34D3C8B6F0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9B128B-75FA-474C-9969-55A767DDD7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29B355-8A20-479A-BCE3-6D0D326112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310172-10CA-4B90-9797-1BF123BC4F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F6DC42-2627-48AB-BB59-00C768E7AC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7CA094-0F4C-45CC-9E02-D798B87967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B266E1-845F-4331-A52F-3C5A89D5D5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F052C5-96BA-41A0-96CF-1A29856F75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C844C9-C41F-4062-9DBD-2B07EC3AA6E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5F2883-6AE0-4185-AB72-077008E5DC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EFF651-22DB-4565-8EF3-5837C9B297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247565-B540-403F-8C8D-6DC6621AE4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E10B63-F138-4D0C-A5CB-0CD396FBD5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CB0B92-1AF6-4295-A789-70BAD0DD0F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F0B384-87FE-428E-917F-A77CFF2FB9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553C00-FFDE-458D-9588-3C25DB6480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6542FA-AD2E-4B3E-B865-38D33DDDE8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ED9A37-4899-4C4F-87AA-0B5750ABBA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853FBF-0522-4A0A-8E73-951A96DC98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36D118-CF89-44D1-9101-DCDB21F319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911067-4027-4498-848E-71F66BF2CB1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80B74B-1B90-446D-A84C-7591F286626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5AACA6A-6E31-40CA-BE2E-76466FDC21A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C65763-6E37-4288-A8CB-2BDC6D910A3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Relationship Id="rId3" Type="http://schemas.openxmlformats.org/officeDocument/2006/relationships/image" Target="../media/image5.wmf"/><Relationship Id="rId4" Type="http://schemas.openxmlformats.org/officeDocument/2006/relationships/image" Target="../media/image6.wmf"/><Relationship Id="rId5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Searching the internet to come up with MARKET TRENDS – what users preferences will be in the near future.</a:t>
            </a: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5568840" y="1341360"/>
            <a:ext cx="2691000" cy="331164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468360" y="4943520"/>
            <a:ext cx="8218440" cy="36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Market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most important aspect for remote controls is a fancy look-and-feel.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second most important aspect is that a remote control should be technologically innovative.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third most important aspect is that the remote control should be easy-to-use.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Fashion 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362800" cy="204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and Vegetables will provide inspiration and be an important feature for clothes, shoes and furniture.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Material will be spongy.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755640" y="3645000"/>
            <a:ext cx="2146320" cy="218592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6732720" y="2637000"/>
            <a:ext cx="1782720" cy="181116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3"/>
          <a:stretch/>
        </p:blipFill>
        <p:spPr>
          <a:xfrm>
            <a:off x="3635280" y="3645000"/>
            <a:ext cx="2592360" cy="2128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4"/>
          <a:stretch/>
        </p:blipFill>
        <p:spPr>
          <a:xfrm>
            <a:off x="7020000" y="4724280"/>
            <a:ext cx="1303200" cy="113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97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Combine style with a level of functionality.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Beauty with practicality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 thing of beauty AND function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3492360" y="3789360"/>
            <a:ext cx="2159280" cy="20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2005-01-28T20:22:36Z</dcterms:modified>
  <cp:revision>8</cp:revision>
  <dc:subject/>
  <dc:title>PowerPoint Presentation</dc:title>
</cp:coreProperties>
</file>