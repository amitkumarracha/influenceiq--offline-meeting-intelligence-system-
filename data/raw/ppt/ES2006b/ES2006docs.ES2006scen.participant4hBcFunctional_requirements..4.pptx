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549982-2DA9-4FF7-8A02-CBD6F4C686DA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BFCECF-2DC8-4277-98BF-BA7674A971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DFE438-394B-406E-BC0B-37DBCF753D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B5AE03-D01C-4E97-8D2C-D8C963F296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B515D-4687-4AA6-8939-CAAC4845DF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5A842F-AC34-4641-93F7-F9D31E73AD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776B57-8615-4CF9-87F9-6575EEBFCC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6AA1E-67C5-441F-9367-DF7B1BE175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41EE5-7761-43D4-AB22-3EB76E77A5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0E6D5-8342-4930-BBDD-64CB967EC9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39E84B-C963-4805-A457-DBFC31BDF2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F5935-284E-4F4F-A660-4490EBE824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2F60E5-91A2-4C82-8C2C-76B8D3765E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20FC80-446E-44A6-9CE9-2B9440573C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461D68-085A-4AAA-9963-B5CB4AD69F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C1BBF2-AF8B-42FF-8D6C-2C5B0C9C9D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31C3B-FD18-4108-8B30-7546734B96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3478EE-30E3-4688-B9E5-CFB65111E2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E667D4-9A19-465E-80F9-D0115F18B3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7A8E23-D8ED-4CB5-80D6-D9A876599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4723BA-8A8F-4F24-8256-7FB096C3D0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C541CA-8CF4-4F83-A592-6166A3E7A0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AD24AB-620A-4477-972B-C23A03141C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B8BD7-4B6F-46B1-A778-BDE52A311F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8DA2D3-890E-41EC-9FEE-684664B3B3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B117DF-9CAE-48BF-84E7-D455D80D85A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69D08F-CC39-4CFC-8AE9-A5A9D6E2075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2005-01-28T18:03:23Z</dcterms:modified>
  <cp:revision>13</cp:revision>
  <dc:subject/>
  <dc:title>PowerPoint Presentation</dc:title>
</cp:coreProperties>
</file>