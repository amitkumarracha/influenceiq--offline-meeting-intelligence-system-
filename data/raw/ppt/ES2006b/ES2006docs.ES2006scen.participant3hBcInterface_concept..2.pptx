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3.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F1DA4823-1F52-4DB8-B89A-369BB81A46BE}"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1"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9B461CC-1787-447B-AE1A-3686D454DC90}"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250DDF4-857E-4AF0-BE75-BDEF19FF05FC}"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15"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16"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3BE496C6-45FE-4A03-8C29-834F71C013E0}"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692D127D-768E-4704-9B3B-C45A4D033821}"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697A69D6-B8FD-4A23-8783-0D3D12D02517}"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0"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1"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2"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31B82ABD-487D-46D9-A160-677A26D528E9}"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4"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5"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6"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08736A6-236A-4C60-B618-C8E83F66BAF5}"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2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29"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0"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4E89D409-6660-4DD0-AC8A-288D5C103E8F}"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2"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3"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0DDF06DD-D15A-4C1A-9727-DF33E290A9B7}"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5"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6"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7"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38"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D2369C63-3AA7-40F9-B50B-48ED9F50B29D}"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40"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1"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2"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3"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4"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5"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52E97E96-2E99-4CC3-8499-C797BEC9AFE2}"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7280C620-4D91-4A4A-B414-C9201A4EC42A}"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59" name="PlaceHolder 2"/>
          <p:cNvSpPr>
            <a:spLocks noGrp="1"/>
          </p:cNvSpPr>
          <p:nvPr>
            <p:ph type="subTitle"/>
          </p:nvPr>
        </p:nvSpPr>
        <p:spPr>
          <a:xfrm>
            <a:off x="457200" y="1600200"/>
            <a:ext cx="8229600" cy="452592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71062DBB-F38C-4616-A948-2C4C9106AF55}"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0D3A74DC-AF0C-457E-AD8E-8A901675BD64}"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3"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4"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E6871064-1753-4C61-B8C0-BFD5F1847A8E}"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4DFC35F8-CEB2-4172-BB78-D078D5122412}"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6" name="PlaceHolder 1"/>
          <p:cNvSpPr>
            <a:spLocks noGrp="1"/>
          </p:cNvSpPr>
          <p:nvPr>
            <p:ph type="subTitle"/>
          </p:nvPr>
        </p:nvSpPr>
        <p:spPr>
          <a:xfrm>
            <a:off x="457200" y="274320"/>
            <a:ext cx="8229600" cy="5299560"/>
          </a:xfrm>
          <a:prstGeom prst="rect">
            <a:avLst/>
          </a:prstGeom>
          <a:noFill/>
          <a:ln w="0">
            <a:noFill/>
          </a:ln>
        </p:spPr>
        <p:txBody>
          <a:bodyPr lIns="0" rIns="0" tIns="0" bIns="0" anchor="ctr">
            <a:noAutofit/>
          </a:bodyPr>
          <a:p>
            <a:pPr algn="ctr">
              <a:spcBef>
                <a:spcPts val="7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pc="-1" strike="noStrike">
              <a:solidFill>
                <a:srgbClr val="ffffff"/>
              </a:solidFill>
              <a:latin typeface="Tahom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5487B06C-9D01-473F-A80B-0DA3BF4E28A8}"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68"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9" name="PlaceHolder 3"/>
          <p:cNvSpPr>
            <a:spLocks noGrp="1"/>
          </p:cNvSpPr>
          <p:nvPr>
            <p:ph/>
          </p:nvPr>
        </p:nvSpPr>
        <p:spPr>
          <a:xfrm>
            <a:off x="467424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0"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839D0279-AB13-4179-A403-4DE744835A02}"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2" name="PlaceHolder 2"/>
          <p:cNvSpPr>
            <a:spLocks noGrp="1"/>
          </p:cNvSpPr>
          <p:nvPr>
            <p:ph/>
          </p:nvPr>
        </p:nvSpPr>
        <p:spPr>
          <a:xfrm>
            <a:off x="457200" y="1600200"/>
            <a:ext cx="4015800" cy="452592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3"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4" name="PlaceHolder 4"/>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9A9F55DC-882F-4D0C-9062-A201666DC5E2}"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76"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7"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8" name="PlaceHolder 4"/>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D101663B-AED6-4581-8A4A-F715ABC483EF}"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0" name="PlaceHolder 2"/>
          <p:cNvSpPr>
            <a:spLocks noGrp="1"/>
          </p:cNvSpPr>
          <p:nvPr>
            <p:ph/>
          </p:nvPr>
        </p:nvSpPr>
        <p:spPr>
          <a:xfrm>
            <a:off x="457200" y="160020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1" name="PlaceHolder 3"/>
          <p:cNvSpPr>
            <a:spLocks noGrp="1"/>
          </p:cNvSpPr>
          <p:nvPr>
            <p:ph/>
          </p:nvPr>
        </p:nvSpPr>
        <p:spPr>
          <a:xfrm>
            <a:off x="457200" y="3964320"/>
            <a:ext cx="822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6AA33F90-251A-49B9-BFDF-8F55995C6F73}"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3" name="PlaceHolder 2"/>
          <p:cNvSpPr>
            <a:spLocks noGrp="1"/>
          </p:cNvSpPr>
          <p:nvPr>
            <p:ph/>
          </p:nvPr>
        </p:nvSpPr>
        <p:spPr>
          <a:xfrm>
            <a:off x="45720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4" name="PlaceHolder 3"/>
          <p:cNvSpPr>
            <a:spLocks noGrp="1"/>
          </p:cNvSpPr>
          <p:nvPr>
            <p:ph/>
          </p:nvPr>
        </p:nvSpPr>
        <p:spPr>
          <a:xfrm>
            <a:off x="4674240" y="160020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5" name="PlaceHolder 4"/>
          <p:cNvSpPr>
            <a:spLocks noGrp="1"/>
          </p:cNvSpPr>
          <p:nvPr>
            <p:ph/>
          </p:nvPr>
        </p:nvSpPr>
        <p:spPr>
          <a:xfrm>
            <a:off x="45720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6" name="PlaceHolder 5"/>
          <p:cNvSpPr>
            <a:spLocks noGrp="1"/>
          </p:cNvSpPr>
          <p:nvPr>
            <p:ph/>
          </p:nvPr>
        </p:nvSpPr>
        <p:spPr>
          <a:xfrm>
            <a:off x="4674240" y="3964320"/>
            <a:ext cx="40158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0F647381-A004-48F3-981C-FCEBAC24BCAC}"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pc="-1" strike="noStrike">
              <a:solidFill>
                <a:srgbClr val="ffffff"/>
              </a:solidFill>
              <a:latin typeface="Tahoma"/>
            </a:endParaRPr>
          </a:p>
        </p:txBody>
      </p:sp>
      <p:sp>
        <p:nvSpPr>
          <p:cNvPr id="88" name="PlaceHolder 2"/>
          <p:cNvSpPr>
            <a:spLocks noGrp="1"/>
          </p:cNvSpPr>
          <p:nvPr>
            <p:ph/>
          </p:nvPr>
        </p:nvSpPr>
        <p:spPr>
          <a:xfrm>
            <a:off x="45720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89" name="PlaceHolder 3"/>
          <p:cNvSpPr>
            <a:spLocks noGrp="1"/>
          </p:cNvSpPr>
          <p:nvPr>
            <p:ph/>
          </p:nvPr>
        </p:nvSpPr>
        <p:spPr>
          <a:xfrm>
            <a:off x="323964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0" name="PlaceHolder 4"/>
          <p:cNvSpPr>
            <a:spLocks noGrp="1"/>
          </p:cNvSpPr>
          <p:nvPr>
            <p:ph/>
          </p:nvPr>
        </p:nvSpPr>
        <p:spPr>
          <a:xfrm>
            <a:off x="6022080" y="160020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1" name="PlaceHolder 5"/>
          <p:cNvSpPr>
            <a:spLocks noGrp="1"/>
          </p:cNvSpPr>
          <p:nvPr>
            <p:ph/>
          </p:nvPr>
        </p:nvSpPr>
        <p:spPr>
          <a:xfrm>
            <a:off x="45720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2" name="PlaceHolder 6"/>
          <p:cNvSpPr>
            <a:spLocks noGrp="1"/>
          </p:cNvSpPr>
          <p:nvPr>
            <p:ph/>
          </p:nvPr>
        </p:nvSpPr>
        <p:spPr>
          <a:xfrm>
            <a:off x="323964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3" name="PlaceHolder 7"/>
          <p:cNvSpPr>
            <a:spLocks noGrp="1"/>
          </p:cNvSpPr>
          <p:nvPr>
            <p:ph/>
          </p:nvPr>
        </p:nvSpPr>
        <p:spPr>
          <a:xfrm>
            <a:off x="6022080" y="3964320"/>
            <a:ext cx="2649600" cy="2158560"/>
          </a:xfrm>
          <a:prstGeom prst="rect">
            <a:avLst/>
          </a:prstGeom>
          <a:noFill/>
          <a:ln w="0">
            <a:noFill/>
          </a:ln>
        </p:spPr>
        <p:txBody>
          <a:bodyPr lIns="90000" rIns="90000" tIns="46800" bIns="46800" anchor="t">
            <a:normAutofit/>
          </a:bodyPr>
          <a:p>
            <a:endParaRPr b="0" lang="en-IN" sz="3200" spc="-1" strike="noStrike">
              <a:solidFill>
                <a:srgbClr val="ffffff"/>
              </a:solidFill>
              <a:latin typeface="Tahom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4423D39D-E5B1-4575-B274-04E682B820F2}"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0"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2"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743040" indent="-28584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Second Outline Level</a:t>
            </a:r>
            <a:endParaRPr b="0" lang="en-IN" sz="3200" spc="-1" strike="noStrike">
              <a:solidFill>
                <a:srgbClr val="ffffff"/>
              </a:solidFill>
              <a:latin typeface="Tahoma"/>
            </a:endParaRPr>
          </a:p>
          <a:p>
            <a:pPr lvl="2" marL="11430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Third Outline Level</a:t>
            </a:r>
            <a:endParaRPr b="0" lang="en-IN" sz="3200" spc="-1" strike="noStrike">
              <a:solidFill>
                <a:srgbClr val="ffffff"/>
              </a:solidFill>
              <a:latin typeface="Tahoma"/>
            </a:endParaRPr>
          </a:p>
          <a:p>
            <a:pPr lvl="3" marL="16002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Fourth Outline Level</a:t>
            </a:r>
            <a:endParaRPr b="0" lang="en-IN" sz="3200" spc="-1" strike="noStrike">
              <a:solidFill>
                <a:srgbClr val="ffffff"/>
              </a:solidFill>
              <a:latin typeface="Tahoma"/>
            </a:endParaRPr>
          </a:p>
          <a:p>
            <a:pPr lvl="4" marL="2057400" indent="-22860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Fifth Outline Level</a:t>
            </a:r>
            <a:endParaRPr b="0" lang="en-IN" sz="3200" spc="-1" strike="noStrike">
              <a:solidFill>
                <a:srgbClr val="ffffff"/>
              </a:solidFill>
              <a:latin typeface="Tahoma"/>
            </a:endParaRPr>
          </a:p>
          <a:p>
            <a:pPr lvl="5"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Sixth Outline Level</a:t>
            </a:r>
            <a:endParaRPr b="0" lang="en-IN" sz="3200" spc="-1" strike="noStrike">
              <a:solidFill>
                <a:srgbClr val="ffffff"/>
              </a:solidFill>
              <a:latin typeface="Tahoma"/>
            </a:endParaRPr>
          </a:p>
          <a:p>
            <a:pPr lvl="6" marL="2057400" indent="-228600">
              <a:spcBef>
                <a:spcPts val="7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Seventh Outline Level</a:t>
            </a:r>
            <a:endParaRPr b="0" lang="en-IN" sz="3200" spc="-1" strike="noStrike">
              <a:solidFill>
                <a:srgbClr val="ffffff"/>
              </a:solidFill>
              <a:latin typeface="Tahoma"/>
            </a:endParaRPr>
          </a:p>
        </p:txBody>
      </p:sp>
      <p:sp>
        <p:nvSpPr>
          <p:cNvPr id="3"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ffffff"/>
                </a:solidFill>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ffffff"/>
                </a:solidFill>
                <a:latin typeface="Tahoma"/>
              </a:rPr>
              <a:t>&lt;date/time&gt;</a:t>
            </a:r>
            <a:endParaRPr b="0" lang="en-IN" sz="1400" spc="-1" strike="noStrike">
              <a:latin typeface="Times New Roman"/>
            </a:endParaRPr>
          </a:p>
        </p:txBody>
      </p:sp>
      <p:sp>
        <p:nvSpPr>
          <p:cNvPr id="4"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ffffff"/>
                </a:solidFill>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ffffff"/>
                </a:solidFill>
                <a:latin typeface="Tahoma"/>
              </a:rPr>
              <a:t>&lt;footer&gt;</a:t>
            </a:r>
            <a:endParaRPr b="0" lang="en-IN" sz="1400" spc="-1" strike="noStrike">
              <a:latin typeface="Times New Roman"/>
            </a:endParaRPr>
          </a:p>
        </p:txBody>
      </p:sp>
      <p:sp>
        <p:nvSpPr>
          <p:cNvPr id="5"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solidFill>
                  <a:srgbClr val="ffffff"/>
                </a:solidFill>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4B56A94-98D2-47D6-B0D6-2A9296FACDF7}" type="slidenum">
              <a:rPr b="0" lang="en-US" sz="1400" spc="-1" strike="noStrike">
                <a:solidFill>
                  <a:srgbClr val="ffffff"/>
                </a:solidFill>
                <a:latin typeface="Tahoma"/>
              </a:rPr>
              <a:t>&lt;number&gt;</a:t>
            </a:fld>
            <a:endParaRPr b="0" lang="en-IN" sz="1400" spc="-1" strike="noStrike">
              <a:latin typeface="Times New Roman"/>
            </a:endParaRPr>
          </a:p>
        </p:txBody>
      </p:sp>
      <p:sp>
        <p:nvSpPr>
          <p:cNvPr id="6" name=""/>
          <p:cNvSpPr/>
          <p:nvPr/>
        </p:nvSpPr>
        <p:spPr>
          <a:xfrm>
            <a:off x="4572000" y="6165720"/>
            <a:ext cx="4464000" cy="5814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3200" spc="-1" strike="noStrike">
                <a:solidFill>
                  <a:srgbClr val="000000"/>
                </a:solidFill>
                <a:latin typeface="Tahoma"/>
              </a:rPr>
              <a:t>Real Reaction</a:t>
            </a:r>
            <a:endParaRPr b="0" lang="en-IN" sz="3200" spc="-1" strike="noStrike">
              <a:solidFill>
                <a:srgbClr val="000000"/>
              </a:solidFill>
              <a:latin typeface="Times New Roman"/>
            </a:endParaRPr>
          </a:p>
        </p:txBody>
      </p:sp>
      <p:grpSp>
        <p:nvGrpSpPr>
          <p:cNvPr id="7" name=""/>
          <p:cNvGrpSpPr/>
          <p:nvPr/>
        </p:nvGrpSpPr>
        <p:grpSpPr>
          <a:xfrm>
            <a:off x="34920" y="5973840"/>
            <a:ext cx="1332000" cy="986760"/>
            <a:chOff x="34920" y="5973840"/>
            <a:chExt cx="1332000" cy="986760"/>
          </a:xfrm>
        </p:grpSpPr>
        <p:sp>
          <p:nvSpPr>
            <p:cNvPr id="8" name=""/>
            <p:cNvSpPr/>
            <p:nvPr/>
          </p:nvSpPr>
          <p:spPr>
            <a:xfrm>
              <a:off x="34920" y="604368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sp>
          <p:nvSpPr>
            <p:cNvPr id="9" name=""/>
            <p:cNvSpPr/>
            <p:nvPr/>
          </p:nvSpPr>
          <p:spPr>
            <a:xfrm>
              <a:off x="358920" y="5973840"/>
              <a:ext cx="1008000" cy="9169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33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5400" spc="-1" strike="noStrike">
                  <a:solidFill>
                    <a:srgbClr val="808080"/>
                  </a:solidFill>
                  <a:latin typeface="Arial"/>
                </a:rPr>
                <a:t>R</a:t>
              </a:r>
              <a:endParaRPr b="0" lang="en-IN" sz="54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6" name=""/>
          <p:cNvSpPr/>
          <p:nvPr/>
        </p:nvSpPr>
        <p:spPr>
          <a:xfrm>
            <a:off x="0" y="6135840"/>
            <a:ext cx="9140760" cy="718920"/>
          </a:xfrm>
          <a:prstGeom prst="rect">
            <a:avLst/>
          </a:prstGeom>
          <a:solidFill>
            <a:srgbClr val="ffff00"/>
          </a:solidFill>
          <a:ln w="0">
            <a:noFill/>
          </a:ln>
        </p:spPr>
        <p:style>
          <a:lnRef idx="0"/>
          <a:fillRef idx="0"/>
          <a:effectRef idx="0"/>
          <a:fontRef idx="minor"/>
        </p:style>
      </p:sp>
      <p:sp>
        <p:nvSpPr>
          <p:cNvPr id="47"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Click to edit the title text format</a:t>
            </a:r>
            <a:endParaRPr b="0" lang="en-IN" sz="4400" spc="-1" strike="noStrike">
              <a:solidFill>
                <a:srgbClr val="ffffff"/>
              </a:solidFill>
              <a:latin typeface="Tahoma"/>
            </a:endParaRPr>
          </a:p>
        </p:txBody>
      </p:sp>
      <p:sp>
        <p:nvSpPr>
          <p:cNvPr id="48" name="PlaceHolder 2"/>
          <p:cNvSpPr>
            <a:spLocks noGrp="1"/>
          </p:cNvSpPr>
          <p:nvPr>
            <p:ph type="dt" idx="4"/>
          </p:nvPr>
        </p:nvSpPr>
        <p:spPr>
          <a:xfrm>
            <a:off x="456840" y="6244920"/>
            <a:ext cx="2133720" cy="476280"/>
          </a:xfrm>
          <a:prstGeom prst="rect">
            <a:avLst/>
          </a:prstGeom>
          <a:noFill/>
          <a:ln w="0">
            <a:noFill/>
          </a:ln>
        </p:spPr>
        <p:txBody>
          <a:bodyPr lIns="90000" rIns="90000" tIns="46800" bIns="46800" anchor="t">
            <a:noAutofit/>
          </a:bodyPr>
          <a:lstStyle>
            <a:lvl1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latin typeface="Tahoma"/>
              </a:defRPr>
            </a:lvl1pPr>
          </a:lstStyle>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latin typeface="Tahoma"/>
              </a:rPr>
              <a:t>&lt;date/time&gt;</a:t>
            </a:r>
            <a:endParaRPr b="0" lang="en-IN" sz="1400" spc="-1" strike="noStrike">
              <a:latin typeface="Times New Roman"/>
            </a:endParaRPr>
          </a:p>
        </p:txBody>
      </p:sp>
      <p:sp>
        <p:nvSpPr>
          <p:cNvPr id="49" name="PlaceHolder 3"/>
          <p:cNvSpPr>
            <a:spLocks noGrp="1"/>
          </p:cNvSpPr>
          <p:nvPr>
            <p:ph type="ftr" idx="5"/>
          </p:nvPr>
        </p:nvSpPr>
        <p:spPr>
          <a:xfrm>
            <a:off x="3124080" y="6244920"/>
            <a:ext cx="2895840" cy="476280"/>
          </a:xfrm>
          <a:prstGeom prst="rect">
            <a:avLst/>
          </a:prstGeom>
          <a:noFill/>
          <a:ln w="0">
            <a:noFill/>
          </a:ln>
        </p:spPr>
        <p:txBody>
          <a:bodyPr lIns="90000" rIns="90000" tIns="46800" bIns="46800" anchor="t">
            <a:noAutofit/>
          </a:bodyPr>
          <a:lstStyle>
            <a:lvl1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latin typeface="Tahoma"/>
              </a:defRPr>
            </a:lvl1pPr>
          </a:lstStyle>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latin typeface="Tahoma"/>
              </a:rPr>
              <a:t>&lt;footer&gt;</a:t>
            </a:r>
            <a:endParaRPr b="0" lang="en-IN" sz="1400" spc="-1" strike="noStrike">
              <a:latin typeface="Times New Roman"/>
            </a:endParaRPr>
          </a:p>
        </p:txBody>
      </p:sp>
      <p:sp>
        <p:nvSpPr>
          <p:cNvPr id="50" name="PlaceHolder 4"/>
          <p:cNvSpPr>
            <a:spLocks noGrp="1"/>
          </p:cNvSpPr>
          <p:nvPr>
            <p:ph type="sldNum" idx="6"/>
          </p:nvPr>
        </p:nvSpPr>
        <p:spPr>
          <a:xfrm>
            <a:off x="6552720" y="6244920"/>
            <a:ext cx="2133720" cy="476280"/>
          </a:xfrm>
          <a:prstGeom prst="rect">
            <a:avLst/>
          </a:prstGeom>
          <a:noFill/>
          <a:ln w="0">
            <a:noFill/>
          </a:ln>
        </p:spPr>
        <p:txBody>
          <a:bodyPr lIns="90000" rIns="90000" tIns="46800" bIns="46800" anchor="t">
            <a:noAutofit/>
          </a:bodyPr>
          <a:lstStyle>
            <a:lvl1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pc="-1" strike="noStrike">
                <a:latin typeface="Tahoma"/>
              </a:defRPr>
            </a:lvl1pPr>
          </a:lstStyle>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C27880C-B039-4989-892A-96E08C8887A3}" type="slidenum">
              <a:rPr b="0" lang="en-US" sz="1400" spc="-1" strike="noStrike">
                <a:latin typeface="Tahoma"/>
              </a:rPr>
              <a:t>&lt;number&gt;</a:t>
            </a:fld>
            <a:endParaRPr b="0" lang="en-IN" sz="1400" spc="-1" strike="noStrike">
              <a:latin typeface="Times New Roman"/>
            </a:endParaRPr>
          </a:p>
        </p:txBody>
      </p:sp>
      <p:grpSp>
        <p:nvGrpSpPr>
          <p:cNvPr id="51" name=""/>
          <p:cNvGrpSpPr/>
          <p:nvPr/>
        </p:nvGrpSpPr>
        <p:grpSpPr>
          <a:xfrm>
            <a:off x="34920" y="-287280"/>
            <a:ext cx="1584360" cy="1701720"/>
            <a:chOff x="34920" y="-287280"/>
            <a:chExt cx="1584360" cy="1701720"/>
          </a:xfrm>
        </p:grpSpPr>
        <p:sp>
          <p:nvSpPr>
            <p:cNvPr id="52" name=""/>
            <p:cNvSpPr/>
            <p:nvPr/>
          </p:nvSpPr>
          <p:spPr>
            <a:xfrm>
              <a:off x="34920" y="-14256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sp>
          <p:nvSpPr>
            <p:cNvPr id="53" name=""/>
            <p:cNvSpPr/>
            <p:nvPr/>
          </p:nvSpPr>
          <p:spPr>
            <a:xfrm>
              <a:off x="611280" y="-287280"/>
              <a:ext cx="1008000" cy="155700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nSpc>
                  <a:spcPct val="100000"/>
                </a:lnSpc>
                <a:spcBef>
                  <a:spcPts val="60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9600" spc="-1" strike="noStrike">
                  <a:solidFill>
                    <a:srgbClr val="808080"/>
                  </a:solidFill>
                  <a:latin typeface="Arial"/>
                </a:rPr>
                <a:t>R</a:t>
              </a:r>
              <a:endParaRPr b="0" lang="en-IN" sz="9600" spc="-1" strike="noStrike">
                <a:solidFill>
                  <a:srgbClr val="000000"/>
                </a:solidFill>
                <a:latin typeface="Times New Roman"/>
              </a:endParaRPr>
            </a:p>
          </p:txBody>
        </p:sp>
      </p:grpSp>
      <p:sp>
        <p:nvSpPr>
          <p:cNvPr id="54" name=""/>
          <p:cNvSpPr/>
          <p:nvPr/>
        </p:nvSpPr>
        <p:spPr>
          <a:xfrm>
            <a:off x="2771640" y="444600"/>
            <a:ext cx="6193080" cy="70344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2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4000" spc="-1" strike="noStrike">
                <a:solidFill>
                  <a:srgbClr val="ffffff"/>
                </a:solidFill>
                <a:latin typeface="Tahoma"/>
              </a:rPr>
              <a:t>Real Reaction</a:t>
            </a:r>
            <a:endParaRPr b="0" lang="en-IN" sz="4000" spc="-1" strike="noStrike">
              <a:solidFill>
                <a:srgbClr val="000000"/>
              </a:solidFill>
              <a:latin typeface="Times New Roman"/>
            </a:endParaRPr>
          </a:p>
        </p:txBody>
      </p:sp>
      <p:sp>
        <p:nvSpPr>
          <p:cNvPr id="55" name=""/>
          <p:cNvSpPr/>
          <p:nvPr/>
        </p:nvSpPr>
        <p:spPr>
          <a:xfrm>
            <a:off x="2700360" y="1171440"/>
            <a:ext cx="6192720" cy="459720"/>
          </a:xfrm>
          <a:custGeom>
            <a:avLst/>
            <a:gdLst/>
            <a:ahLst/>
            <a:rect l="l" t="t" r="r" b="b"/>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46800" bIns="46800" anchor="t">
            <a:spAutoFit/>
          </a:bodyPr>
          <a:p>
            <a:pPr algn="r">
              <a:lnSpc>
                <a:spcPct val="100000"/>
              </a:lnSpc>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IN" sz="2400" spc="-1" strike="noStrike">
                <a:solidFill>
                  <a:srgbClr val="ffff66"/>
                </a:solidFill>
                <a:latin typeface="Tahoma"/>
              </a:rPr>
              <a:t>We put fashion in electronics</a:t>
            </a:r>
            <a:endParaRPr b="0" lang="en-IN" sz="2400" spc="-1" strike="noStrike">
              <a:solidFill>
                <a:srgbClr val="000000"/>
              </a:solidFill>
              <a:latin typeface="Times New Roman"/>
            </a:endParaRPr>
          </a:p>
        </p:txBody>
      </p:sp>
      <p:sp>
        <p:nvSpPr>
          <p:cNvPr id="56" name=""/>
          <p:cNvSpPr/>
          <p:nvPr/>
        </p:nvSpPr>
        <p:spPr>
          <a:xfrm flipH="1">
            <a:off x="107640" y="1197000"/>
            <a:ext cx="8785080" cy="0"/>
          </a:xfrm>
          <a:prstGeom prst="line">
            <a:avLst/>
          </a:prstGeom>
          <a:ln w="38160">
            <a:solidFill>
              <a:srgbClr val="ffffff"/>
            </a:solidFill>
            <a:prstDash val="sysDot"/>
            <a:miter/>
          </a:ln>
        </p:spPr>
        <p:style>
          <a:lnRef idx="0"/>
          <a:fillRef idx="0"/>
          <a:effectRef idx="0"/>
          <a:fontRef idx="minor"/>
        </p:style>
      </p:sp>
      <p:sp>
        <p:nvSpPr>
          <p:cNvPr id="5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pc="-1" strike="noStrike">
                <a:solidFill>
                  <a:srgbClr val="ffffff"/>
                </a:solidFill>
                <a:latin typeface="Tahoma"/>
              </a:rPr>
              <a:t>Click to edit the outline text format</a:t>
            </a:r>
            <a:endParaRPr b="0" lang="en-IN" sz="3200" spc="-1" strike="noStrike">
              <a:solidFill>
                <a:srgbClr val="ffffff"/>
              </a:solidFill>
              <a:latin typeface="Tahoma"/>
            </a:endParaRPr>
          </a:p>
          <a:p>
            <a:pPr lvl="1" marL="457200" algn="ct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pc="-1" strike="noStrike">
                <a:solidFill>
                  <a:srgbClr val="ffffff"/>
                </a:solidFill>
                <a:latin typeface="Tahoma"/>
              </a:rPr>
              <a:t>Second Outline Level</a:t>
            </a:r>
            <a:endParaRPr b="0" lang="en-IN" sz="2800" spc="-1" strike="noStrike">
              <a:solidFill>
                <a:srgbClr val="ffffff"/>
              </a:solidFill>
              <a:latin typeface="Tahoma"/>
            </a:endParaRPr>
          </a:p>
          <a:p>
            <a:pPr lvl="2" marL="914400" algn="ctr">
              <a:spcBef>
                <a:spcPts val="601"/>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400" spc="-1" strike="noStrike">
                <a:solidFill>
                  <a:srgbClr val="ffffff"/>
                </a:solidFill>
                <a:latin typeface="Tahoma"/>
              </a:rPr>
              <a:t>Third Outline Level</a:t>
            </a:r>
            <a:endParaRPr b="0" lang="en-IN" sz="2400" spc="-1" strike="noStrike">
              <a:solidFill>
                <a:srgbClr val="ffffff"/>
              </a:solidFill>
              <a:latin typeface="Tahoma"/>
            </a:endParaRPr>
          </a:p>
          <a:p>
            <a:pPr lvl="3" marL="1371600" algn="ctr">
              <a:spcBef>
                <a:spcPts val="499"/>
              </a:spcBef>
              <a:buClr>
                <a:srgbClr val="ffffff"/>
              </a:buClr>
              <a:buFont typeface="Tahoma"/>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Fourth Outline Level</a:t>
            </a:r>
            <a:endParaRPr b="0" lang="en-IN" sz="2000" spc="-1" strike="noStrike">
              <a:solidFill>
                <a:srgbClr val="ffffff"/>
              </a:solidFill>
              <a:latin typeface="Tahoma"/>
            </a:endParaRPr>
          </a:p>
          <a:p>
            <a:pPr lvl="4" marL="1828800" algn="ctr">
              <a:spcBef>
                <a:spcPts val="499"/>
              </a:spcBef>
              <a:buClr>
                <a:srgbClr val="ffffff"/>
              </a:buClr>
              <a:buFont typeface="Tahoma"/>
              <a:buChar char="»"/>
              <a:tabLst>
                <a:tab algn="l" pos="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Fifth Outline Level</a:t>
            </a:r>
            <a:endParaRPr b="0" lang="en-IN" sz="2000" spc="-1" strike="noStrike">
              <a:solidFill>
                <a:srgbClr val="ffffff"/>
              </a:solidFill>
              <a:latin typeface="Tahoma"/>
            </a:endParaRPr>
          </a:p>
          <a:p>
            <a:pPr lvl="5"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Sixth Outline Level</a:t>
            </a:r>
            <a:endParaRPr b="0" lang="en-IN" sz="2000" spc="-1" strike="noStrike">
              <a:solidFill>
                <a:srgbClr val="ffffff"/>
              </a:solidFill>
              <a:latin typeface="Tahoma"/>
            </a:endParaRPr>
          </a:p>
          <a:p>
            <a:pPr lvl="6" marL="1828800">
              <a:spcBef>
                <a:spcPts val="499"/>
              </a:spcBef>
              <a:buClr>
                <a:srgbClr val="000000"/>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pc="-1" strike="noStrike">
                <a:solidFill>
                  <a:srgbClr val="ffffff"/>
                </a:solidFill>
                <a:latin typeface="Tahoma"/>
              </a:rPr>
              <a:t>Seventh Outline Level</a:t>
            </a:r>
            <a:endParaRPr b="0" lang="en-IN" sz="2000" spc="-1" strike="noStrike">
              <a:solidFill>
                <a:srgbClr val="ffffff"/>
              </a:solidFill>
              <a:latin typeface="Tahoma"/>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685800" y="2130120"/>
            <a:ext cx="7772400" cy="146988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Interface Concept</a:t>
            </a:r>
            <a:endParaRPr b="0" lang="en-IN" sz="4400" spc="-1" strike="noStrike">
              <a:solidFill>
                <a:srgbClr val="ffffff"/>
              </a:solidFill>
              <a:latin typeface="Tahoma"/>
            </a:endParaRPr>
          </a:p>
        </p:txBody>
      </p:sp>
      <p:sp>
        <p:nvSpPr>
          <p:cNvPr id="95" name="PlaceHolder 2"/>
          <p:cNvSpPr>
            <a:spLocks noGrp="1"/>
          </p:cNvSpPr>
          <p:nvPr>
            <p:ph type="subTitle"/>
          </p:nvPr>
        </p:nvSpPr>
        <p:spPr>
          <a:xfrm>
            <a:off x="1371600" y="3886200"/>
            <a:ext cx="6400800" cy="1752480"/>
          </a:xfrm>
          <a:prstGeom prst="rect">
            <a:avLst/>
          </a:prstGeom>
          <a:noFill/>
          <a:ln w="0">
            <a:noFill/>
          </a:ln>
        </p:spPr>
        <p:txBody>
          <a:bodyPr lIns="90000" rIns="90000" tIns="46800" bIns="46800" anchor="t">
            <a:noAutofit/>
          </a:bodyPr>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Presented by: Maarika Traat</a:t>
            </a:r>
            <a:endParaRPr b="0" lang="en-IN" sz="3200" spc="-1" strike="noStrike">
              <a:solidFill>
                <a:srgbClr val="ffffff"/>
              </a:solidFill>
              <a:latin typeface="Tahoma"/>
            </a:endParaRPr>
          </a:p>
          <a:p>
            <a:pPr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User Interface Designer</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Definition</a:t>
            </a:r>
            <a:br>
              <a:rPr sz="4400"/>
            </a:br>
            <a:endParaRPr b="0" lang="en-IN" sz="4400" spc="-1" strike="noStrike">
              <a:solidFill>
                <a:srgbClr val="ffffff"/>
              </a:solidFill>
              <a:latin typeface="Tahoma"/>
            </a:endParaRPr>
          </a:p>
        </p:txBody>
      </p:sp>
      <p:sp>
        <p:nvSpPr>
          <p:cNvPr id="97"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0000"/>
          </a:bodyPr>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3200" spc="-1" strike="noStrike">
                <a:solidFill>
                  <a:srgbClr val="ffffff"/>
                </a:solidFill>
                <a:latin typeface="Tahoma"/>
              </a:rPr>
              <a:t>User interface</a:t>
            </a:r>
            <a:r>
              <a:rPr b="0" lang="en-US" sz="3200" spc="-1" strike="noStrike">
                <a:solidFill>
                  <a:srgbClr val="ffffff"/>
                </a:solidFill>
                <a:latin typeface="Tahoma"/>
              </a:rPr>
              <a:t>: The aspects of a computer system or program which can be seen (or heard or otherwise perceived) by the human user, and the commands and mechanisms the user uses to control its operation and input data.</a:t>
            </a:r>
            <a:endParaRPr b="0" lang="en-IN" sz="3200" spc="-1" strike="noStrike">
              <a:solidFill>
                <a:srgbClr val="ffffff"/>
              </a:solidFill>
              <a:latin typeface="Tahoma"/>
            </a:endParaRPr>
          </a:p>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E.g. Shape, size, buttons, voice-recognition,</a:t>
            </a:r>
            <a:endParaRPr b="0" lang="en-IN" sz="3200" spc="-1" strike="noStrike">
              <a:solidFill>
                <a:srgbClr val="ffffff"/>
              </a:solidFill>
              <a:latin typeface="Tahoma"/>
            </a:endParaRPr>
          </a:p>
          <a:p>
            <a:pPr marL="343080" indent="-343080">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Colour, etc.</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Method</a:t>
            </a:r>
            <a:br>
              <a:rPr sz="4400"/>
            </a:br>
            <a:endParaRPr b="0" lang="en-IN" sz="4400" spc="-1" strike="noStrike">
              <a:solidFill>
                <a:srgbClr val="ffffff"/>
              </a:solidFill>
              <a:latin typeface="Tahoma"/>
            </a:endParaRPr>
          </a:p>
        </p:txBody>
      </p:sp>
      <p:sp>
        <p:nvSpPr>
          <p:cNvPr id="99"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200" spc="-1" strike="noStrike">
                <a:solidFill>
                  <a:srgbClr val="ffffff"/>
                </a:solidFill>
                <a:latin typeface="Tahoma"/>
              </a:rPr>
              <a:t>Research the interfaces of related products, mainly on the internet.</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Analyse their user friendliness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Assess their appearance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Decide which features to incorporate in the design of our product.</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Findings</a:t>
            </a:r>
            <a:endParaRPr b="0" lang="en-IN" sz="4400" spc="-1" strike="noStrike">
              <a:solidFill>
                <a:srgbClr val="ffffff"/>
              </a:solidFill>
              <a:latin typeface="Tahoma"/>
            </a:endParaRPr>
          </a:p>
        </p:txBody>
      </p:sp>
      <p:sp>
        <p:nvSpPr>
          <p:cNvPr id="101"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fontScale="93000"/>
          </a:bodyPr>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pc="-1" strike="noStrike">
                <a:solidFill>
                  <a:srgbClr val="ffffff"/>
                </a:solidFill>
                <a:latin typeface="Tahoma"/>
              </a:rPr>
              <a:t>In the case of most of the remote controls t</a:t>
            </a:r>
            <a:r>
              <a:rPr b="0" lang="en-US" sz="2400" spc="-1" strike="noStrike">
                <a:solidFill>
                  <a:srgbClr val="ffffff"/>
                </a:solidFill>
                <a:latin typeface="Tahoma"/>
              </a:rPr>
              <a:t>he interface consists of a clutter of button functions, colors, and forms. This inconsistent use of interface is confusing and doesn't improve the use of the product.</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 </a:t>
            </a:r>
            <a:r>
              <a:rPr b="0" lang="en-US" sz="2400" spc="-1" strike="noStrike">
                <a:solidFill>
                  <a:srgbClr val="ffffff"/>
                </a:solidFill>
                <a:latin typeface="Tahoma"/>
              </a:rPr>
              <a:t>New user interface component – voice recognition (record up to 80 voice samples)</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 spinning wheel with LC display </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ffffff"/>
                </a:solidFill>
                <a:latin typeface="Tahoma"/>
              </a:rPr>
              <a:t>A scroll button with integrated push button (such as in modern computer mouse) at the side of the remote </a:t>
            </a:r>
            <a:endParaRPr b="0" lang="en-IN" sz="2400" spc="-1" strike="noStrike">
              <a:solidFill>
                <a:srgbClr val="ffffff"/>
              </a:solidFill>
              <a:latin typeface="Tahoma"/>
            </a:endParaRPr>
          </a:p>
          <a:p>
            <a:pPr marL="343080" indent="-343080">
              <a:lnSpc>
                <a:spcPct val="90000"/>
              </a:lnSpc>
              <a:spcBef>
                <a:spcPts val="601"/>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pc="-1" strike="noStrike">
                <a:solidFill>
                  <a:srgbClr val="ffffff"/>
                </a:solidFill>
                <a:latin typeface="Tahoma"/>
              </a:rPr>
              <a:t>Latest developments of the manufacturing division of our company – programmable speech speaker unit – add on to voice recognition</a:t>
            </a:r>
            <a:endParaRPr b="0" lang="en-IN" sz="24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pc="-1" strike="noStrike">
                <a:solidFill>
                  <a:srgbClr val="ffffff"/>
                </a:solidFill>
                <a:latin typeface="Tahoma"/>
              </a:rPr>
              <a:t>Personal Preferences</a:t>
            </a:r>
            <a:endParaRPr b="0" lang="en-IN" sz="4400" spc="-1" strike="noStrike">
              <a:solidFill>
                <a:srgbClr val="ffffff"/>
              </a:solidFill>
              <a:latin typeface="Tahoma"/>
            </a:endParaRPr>
          </a:p>
        </p:txBody>
      </p:sp>
      <p:sp>
        <p:nvSpPr>
          <p:cNvPr id="103"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Keep it small</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Keep it simple</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Include voice recognition</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Standard major buttons</a:t>
            </a:r>
            <a:endParaRPr b="0" lang="en-IN" sz="3200" spc="-1" strike="noStrike">
              <a:solidFill>
                <a:srgbClr val="ffffff"/>
              </a:solidFill>
              <a:latin typeface="Tahoma"/>
            </a:endParaRPr>
          </a:p>
          <a:p>
            <a:pPr marL="343080" indent="-343080">
              <a:spcBef>
                <a:spcPts val="799"/>
              </a:spcBef>
              <a:buClr>
                <a:srgbClr val="ffffff"/>
              </a:buClr>
              <a:buFont typeface="Tahoma"/>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ffffff"/>
                </a:solidFill>
                <a:latin typeface="Tahoma"/>
              </a:rPr>
              <a:t>Other function via menu on screen</a:t>
            </a:r>
            <a:endParaRPr b="0" lang="en-IN" sz="3200" spc="-1" strike="noStrike">
              <a:solidFill>
                <a:srgbClr val="ffffff"/>
              </a:solidFill>
              <a:latin typeface="Tahoma"/>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24</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AMI</cp:lastModifiedBy>
  <dcterms:modified xsi:type="dcterms:W3CDTF">2005-01-28T19:43:39Z</dcterms:modified>
  <cp:revision>10</cp:revision>
  <dc:subject/>
  <dc:title>PowerPoint Presentation</dc:title>
</cp:coreProperties>
</file>