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96011-0556-47DE-8ADD-26603FCBAC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C38AAC-C1CC-4C25-90B3-AA824B28F2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AC5BD5-DDBC-4016-9B64-F57B92F63E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CF57C-F27B-400E-956F-0C3DD07B07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80DA96-A6A1-49F5-91F1-AFBDAD58E8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099501-89E7-4F21-BCB0-42567EE17A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CEF75-A8D7-4991-9F6F-D3126A8218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EE041C-114C-43B0-A616-D95BD4F8D5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68BEA0-1FA4-44D7-8677-086F72C888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1CFF96-2D7A-4D87-9501-E41967A721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0E605F-34A8-4A97-B4A3-3E2BAB2446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985A30-0BE2-429F-A949-0850544990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762C32-4A3A-499C-A112-129F551778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166601-06D4-4A49-AA49-A58E5F69A4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038619-4C31-4A0F-85F9-617E45CC80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018B33-4ADA-4B2F-9FCF-BDE96C36C9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599122-BFB4-450F-9C7E-EB10FEF4E8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232A89-C773-4C29-A22C-BE52BB2DAE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24EF13-9773-474B-A99F-3B6F491A2C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915C29-5E96-4776-BA99-1F46971EE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E7898D-1C9A-43EB-A640-479F819B17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2BDD6C-EB5B-4EA8-8188-8DB33BCF3E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0D9751-0731-4BEC-A827-A64BFC27C5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C16F66-22FF-4ECD-96E3-85CCE9F4E1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3CE395-6424-4684-BDE1-679A2F75752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4392E7-8A4E-44BC-B0C2-BA9D4422994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2005-01-28T17:20:40Z</dcterms:modified>
  <cp:revision>20</cp:revision>
  <dc:subject/>
  <dc:title>PowerPoint Presentation</dc:title>
</cp:coreProperties>
</file>