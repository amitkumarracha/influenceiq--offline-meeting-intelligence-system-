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A0E78D-22CB-4816-BED1-9145E9D832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D66A75-B777-4E22-88C0-C1EC1BEF05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5BB114-90D3-48C6-845A-ADBF031014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3230A6-6529-41DA-B9FC-C918D67908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0746C9-514A-45B2-ACBE-DA0698E82A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C202C1-5982-4320-A9BA-912764285A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206338-E30C-429C-8561-6EF46CAE1F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CF8A10-E177-45A7-9127-9FE233095C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55D6E7-CCC6-4965-8568-48536FC0C8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568428-B948-4D0A-A557-C2ECBC7CF6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5CE8E0-692B-4568-91C0-CE4755ECCD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668861-8DFC-4866-A164-8A6DF7C8680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9B0FAC-62EF-4995-9A4C-E7ECBFF912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F1157C-A1C8-453E-AB00-661D763A21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D0241C-ABD7-479B-9684-776A4AE0C5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B098B5-F976-465E-B05D-8DE21D6334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908022-B425-4739-B742-DCD4569D34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D61307-D477-4D84-9298-8FC605E0F8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F2AFD4-6458-474B-B2B6-43978855CD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E13882-D728-41A6-99A4-68B6AE2643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F15581-BA91-4E56-9D2E-DD1D7461FE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8CC07F-4E8D-4F6A-B859-51F3476563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2C18DD-CEDF-4009-9C39-131B04F2D9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6EF41B-3574-46B9-A7A4-4EE3C3383E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235A86-5437-4614-9BA8-A66257D446A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DBE437-8004-48D9-98C2-03496F54F2C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Gaurav Malhotra,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Feedback for constraints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Integration with other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Update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a remote control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Components and processes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outdated!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Uniqeness (colour and slogan)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95280" y="1773360"/>
            <a:ext cx="8280360" cy="3671640"/>
            <a:chOff x="395280" y="1773360"/>
            <a:chExt cx="8280360" cy="3671640"/>
          </a:xfrm>
        </p:grpSpPr>
        <p:sp>
          <p:nvSpPr>
            <p:cNvPr id="102" name=""/>
            <p:cNvSpPr/>
            <p:nvPr/>
          </p:nvSpPr>
          <p:spPr>
            <a:xfrm>
              <a:off x="395280" y="1773360"/>
              <a:ext cx="8280360" cy="36716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3" name=""/>
            <p:cNvGrpSpPr/>
            <p:nvPr/>
          </p:nvGrpSpPr>
          <p:grpSpPr>
            <a:xfrm>
              <a:off x="2698920" y="1773360"/>
              <a:ext cx="4897440" cy="3331080"/>
              <a:chOff x="2698920" y="1773360"/>
              <a:chExt cx="4897440" cy="3331080"/>
            </a:xfrm>
          </p:grpSpPr>
          <p:grpSp>
            <p:nvGrpSpPr>
              <p:cNvPr id="104" name=""/>
              <p:cNvGrpSpPr/>
              <p:nvPr/>
            </p:nvGrpSpPr>
            <p:grpSpPr>
              <a:xfrm>
                <a:off x="2698920" y="4335120"/>
                <a:ext cx="954000" cy="174240"/>
                <a:chOff x="2698920" y="4335120"/>
                <a:chExt cx="954000" cy="174240"/>
              </a:xfrm>
            </p:grpSpPr>
            <p:sp>
              <p:nvSpPr>
                <p:cNvPr id="105" name=""/>
                <p:cNvSpPr/>
                <p:nvPr/>
              </p:nvSpPr>
              <p:spPr>
                <a:xfrm>
                  <a:off x="2698920" y="4507560"/>
                  <a:ext cx="3175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6" name=""/>
                <p:cNvSpPr/>
                <p:nvPr/>
              </p:nvSpPr>
              <p:spPr>
                <a:xfrm>
                  <a:off x="3076560" y="4335120"/>
                  <a:ext cx="233640" cy="16596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7" name=""/>
                <p:cNvSpPr/>
                <p:nvPr/>
              </p:nvSpPr>
              <p:spPr>
                <a:xfrm>
                  <a:off x="3322800" y="4509360"/>
                  <a:ext cx="3301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08" name=""/>
              <p:cNvSpPr/>
              <p:nvPr/>
            </p:nvSpPr>
            <p:spPr>
              <a:xfrm>
                <a:off x="5796000" y="3213000"/>
                <a:ext cx="609840" cy="609120"/>
              </a:xfrm>
              <a:prstGeom prst="flowChartSummingJunction">
                <a:avLst/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3564000" y="3284280"/>
                <a:ext cx="679320" cy="564840"/>
              </a:xfrm>
              <a:prstGeom prst="flowChartPunchedCard">
                <a:avLst/>
              </a:prstGeom>
              <a:solidFill>
                <a:srgbClr val="99cc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"/>
              <p:cNvSpPr/>
              <p:nvPr/>
            </p:nvSpPr>
            <p:spPr>
              <a:xfrm>
                <a:off x="3490920" y="2205000"/>
                <a:ext cx="846360" cy="609120"/>
              </a:xfrm>
              <a:prstGeom prst="flowChartAlternateProcess">
                <a:avLst/>
              </a:prstGeom>
              <a:solidFill>
                <a:srgbClr val="ffff99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"/>
              <p:cNvSpPr/>
              <p:nvPr/>
            </p:nvSpPr>
            <p:spPr>
              <a:xfrm>
                <a:off x="5414760" y="3789000"/>
                <a:ext cx="133272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Infrared bulb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2744280" y="4076640"/>
                <a:ext cx="883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Switch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3120480" y="4797360"/>
                <a:ext cx="15156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Energy source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3584880" y="3428640"/>
                <a:ext cx="694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Chip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3208680" y="2565360"/>
                <a:ext cx="1555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User Interface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grpSp>
            <p:nvGrpSpPr>
              <p:cNvPr id="116" name=""/>
              <p:cNvGrpSpPr/>
              <p:nvPr/>
            </p:nvGrpSpPr>
            <p:grpSpPr>
              <a:xfrm>
                <a:off x="3564000" y="4149360"/>
                <a:ext cx="673200" cy="664920"/>
                <a:chOff x="3564000" y="4149360"/>
                <a:chExt cx="673200" cy="664920"/>
              </a:xfrm>
            </p:grpSpPr>
            <p:sp>
              <p:nvSpPr>
                <p:cNvPr id="117" name=""/>
                <p:cNvSpPr/>
                <p:nvPr/>
              </p:nvSpPr>
              <p:spPr>
                <a:xfrm>
                  <a:off x="3814920" y="4149360"/>
                  <a:ext cx="12600" cy="66492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8" name=""/>
                <p:cNvSpPr/>
                <p:nvPr/>
              </p:nvSpPr>
              <p:spPr>
                <a:xfrm>
                  <a:off x="4003920" y="4299840"/>
                  <a:ext cx="12600" cy="37440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9" name=""/>
                <p:cNvSpPr/>
                <p:nvPr/>
              </p:nvSpPr>
              <p:spPr>
                <a:xfrm>
                  <a:off x="3564000" y="4493520"/>
                  <a:ext cx="23508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0" name=""/>
                <p:cNvSpPr/>
                <p:nvPr/>
              </p:nvSpPr>
              <p:spPr>
                <a:xfrm>
                  <a:off x="4002480" y="4479120"/>
                  <a:ext cx="2347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21" name=""/>
              <p:cNvSpPr/>
              <p:nvPr/>
            </p:nvSpPr>
            <p:spPr>
              <a:xfrm>
                <a:off x="2698920" y="2565360"/>
                <a:ext cx="0" cy="19440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2" name=""/>
              <p:cNvSpPr/>
              <p:nvPr/>
            </p:nvSpPr>
            <p:spPr>
              <a:xfrm>
                <a:off x="269892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3" name=""/>
              <p:cNvSpPr/>
              <p:nvPr/>
            </p:nvSpPr>
            <p:spPr>
              <a:xfrm>
                <a:off x="428328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"/>
              <p:cNvSpPr/>
              <p:nvPr/>
            </p:nvSpPr>
            <p:spPr>
              <a:xfrm>
                <a:off x="5148360" y="2565360"/>
                <a:ext cx="0" cy="20156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5" name=""/>
              <p:cNvSpPr/>
              <p:nvPr/>
            </p:nvSpPr>
            <p:spPr>
              <a:xfrm>
                <a:off x="4211640" y="4509720"/>
                <a:ext cx="936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"/>
              <p:cNvSpPr/>
              <p:nvPr/>
            </p:nvSpPr>
            <p:spPr>
              <a:xfrm>
                <a:off x="2698920" y="2636640"/>
                <a:ext cx="7920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"/>
              <p:cNvSpPr/>
              <p:nvPr/>
            </p:nvSpPr>
            <p:spPr>
              <a:xfrm>
                <a:off x="4283280" y="2565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8" name=""/>
              <p:cNvSpPr/>
              <p:nvPr/>
            </p:nvSpPr>
            <p:spPr>
              <a:xfrm>
                <a:off x="5148360" y="3573360"/>
                <a:ext cx="7192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9" name=""/>
              <p:cNvSpPr/>
              <p:nvPr/>
            </p:nvSpPr>
            <p:spPr>
              <a:xfrm>
                <a:off x="6443640" y="3573360"/>
                <a:ext cx="1152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"/>
              <p:cNvSpPr/>
              <p:nvPr/>
            </p:nvSpPr>
            <p:spPr>
              <a:xfrm>
                <a:off x="3635640" y="1773360"/>
                <a:ext cx="609480" cy="609120"/>
              </a:xfrm>
              <a:prstGeom prst="flowChartSummingJunction">
                <a:avLst/>
              </a:prstGeom>
              <a:solidFill>
                <a:srgbClr val="bbe0e3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1" name=""/>
              <p:cNvSpPr/>
              <p:nvPr/>
            </p:nvSpPr>
            <p:spPr>
              <a:xfrm>
                <a:off x="3642120" y="1917360"/>
                <a:ext cx="691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Bulb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Clear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Possibility for upgrade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Latest 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2005-01-28T17:36:16Z</dcterms:modified>
  <cp:revision>14</cp:revision>
  <dc:subject/>
  <dc:title>PowerPoint Presentation</dc:title>
</cp:coreProperties>
</file>