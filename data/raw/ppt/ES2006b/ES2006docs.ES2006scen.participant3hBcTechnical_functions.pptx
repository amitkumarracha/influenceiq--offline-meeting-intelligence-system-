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670585-4B3B-48E6-A510-A931F61EED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85FB61-31E1-4AFA-8B59-9018B5CFCE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14501D-62BA-4587-87E7-F42ADBE28D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D1430D-F2B2-4102-B5DD-1D2D6FA1C0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4108D8-C87E-4E50-9C0B-F75684CE2F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8B4CCA-0D6E-4DF4-B85C-63C5958FAB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875A06-C74D-4A2C-8C82-E3F0B37E21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29E6C7-1F85-4686-9F18-E42458C777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98E03F-818C-4CCE-A53B-7ADFB6176E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AC8C74-277F-4C4C-82BA-146D62B3E0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AF182F-D26D-49FF-8DE9-78FB03176E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8EED53-01DF-4F9A-9FC1-B8FD6862C2B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8DE751-2560-48EA-92A6-97CBDA03EC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3B84E3-7C1B-4273-AC89-0AF27529A2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EAADED-1CB9-453A-B398-3B4AC63209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ED27BB-6AA2-4A23-B4B9-4555F492E2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A99AB7-B39F-4875-A163-412112E921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ACFA7E-EDCC-420A-83C3-BB8D90F5ED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9469D3-96E1-40F3-97CD-1F2875BD04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19536F-A37B-4F1A-9C8C-48A34CD446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6F9F02-85EB-4D77-AC7C-4E74C5B313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D84A7F-863E-4081-B4CE-38BD662C1F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895CE7-C210-49B5-A15D-3D5011C1B7B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063E9F-AE3B-4FFC-B969-023C4920B6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346AE6-317F-4F00-9055-CEADF9E22AC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8E8350-7525-4D10-A9C6-22B489E1249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Maarika Traat,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 the web for inspiration from similar devices.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user needs and desires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the main function of the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to send messages to the television set.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off“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present standard seems to be that besides TV functions the remotes also have functions to operate a VSR.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They do not seem to be able to handle the requirements of DVD players.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Keep it small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“must have”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Channel numbers, next/previous channel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Menu for more complicated functions (e.g. brightness)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we want to incorporate Video and DVD related functions?  - (No: last minute update on the project spec.)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2005-01-28T18:14:15Z</dcterms:modified>
  <cp:revision>11</cp:revision>
  <dc:subject/>
  <dc:title>PowerPoint Presentation</dc:title>
</cp:coreProperties>
</file>