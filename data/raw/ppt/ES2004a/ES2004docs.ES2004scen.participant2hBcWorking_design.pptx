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EAA584-1B37-48BF-B195-E26BEBDB762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97E1B6-C925-4BBF-99AC-A01385B490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1F0BAF-6AFE-4C67-A78A-FAD04F497A1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88A6E0-86D9-467E-85E1-7606C66F14D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E54C07-1226-4E33-A02C-F76B7274F8E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9B0EC2-8B78-402E-9D0E-9AEDB78BC14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984D8B-14C8-4A88-88EF-63615F7F03F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025C4D-28D3-47F8-AE30-7B724C083FC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C08EF6-7607-4447-B5CD-4C9B50401DF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68CFFD-7F4B-4AD5-903D-BD44CA166DA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6C1A9C-6F21-4C38-9BB8-364DFFD7A29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5F574D-2097-4DF8-A971-D3090213D2D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E9A095-8BCE-4CF2-AFFA-6BF68C2952A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CE9F4B-B695-434E-88CF-C02C8D6851B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3D57DA-B073-4BA2-9D99-BD2AD205EA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B4A398-7771-4604-A728-55FCDD169FE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286CC6-BAC2-42DA-B4FF-58D8EDA3044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24488F-E3C2-4A49-A68A-3D97FE60B2D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356C1D-A124-42D2-A4A6-F6F09DB5E69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0A7CB9-19A4-45E9-969F-4640335C8AF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53E227-8857-4382-BCEA-40829A31FF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86854F-7E83-46BD-83DD-17774903FAE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06B5E53-91CF-46BD-8D82-BCEFBC2E624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1EEF90-77D5-44F5-A696-67B3F4FCB6A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8A77F03-17B3-4AA7-8FF9-DA776ADEEA1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E3C0D2E-B309-4E6A-B44E-A8F54EF796C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William Cooke, Industrial Designer Extraordinaire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are we trying to design?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-A device which sends a signal to a TV to change its state, (e.g. power button changes on/off and vice versa)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 at what other people have designed and take inspiration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Make sure that the new design is original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remote controls use infrared to send signals to a TV.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are powered by some form of battery.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Small easy to carry round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Internal: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Power Source – Batteries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Chips – To decode the input to IR Signal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Sender – IR Bulb, Wireless range up to 5m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External: Plastic based,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UI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46836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468360" y="26028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" name=""/>
          <p:cNvSpPr/>
          <p:nvPr/>
        </p:nvSpPr>
        <p:spPr>
          <a:xfrm>
            <a:off x="3995640" y="836640"/>
            <a:ext cx="60984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5" name=""/>
          <p:cNvGrpSpPr/>
          <p:nvPr/>
        </p:nvGrpSpPr>
        <p:grpSpPr>
          <a:xfrm>
            <a:off x="2900520" y="757080"/>
            <a:ext cx="672480" cy="665280"/>
            <a:chOff x="2900520" y="757080"/>
            <a:chExt cx="672480" cy="665280"/>
          </a:xfrm>
        </p:grpSpPr>
        <p:sp>
          <p:nvSpPr>
            <p:cNvPr id="106" name=""/>
            <p:cNvSpPr/>
            <p:nvPr/>
          </p:nvSpPr>
          <p:spPr>
            <a:xfrm>
              <a:off x="3151080" y="75708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" name=""/>
            <p:cNvSpPr/>
            <p:nvPr/>
          </p:nvSpPr>
          <p:spPr>
            <a:xfrm>
              <a:off x="3340080" y="90792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2900520" y="11016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3338640" y="108720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0" name=""/>
          <p:cNvGrpSpPr/>
          <p:nvPr/>
        </p:nvGrpSpPr>
        <p:grpSpPr>
          <a:xfrm>
            <a:off x="1549440" y="998640"/>
            <a:ext cx="954000" cy="174600"/>
            <a:chOff x="1549440" y="998640"/>
            <a:chExt cx="954000" cy="174600"/>
          </a:xfrm>
        </p:grpSpPr>
        <p:sp>
          <p:nvSpPr>
            <p:cNvPr id="111" name=""/>
            <p:cNvSpPr/>
            <p:nvPr/>
          </p:nvSpPr>
          <p:spPr>
            <a:xfrm>
              <a:off x="1549440" y="117144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"/>
            <p:cNvSpPr/>
            <p:nvPr/>
          </p:nvSpPr>
          <p:spPr>
            <a:xfrm>
              <a:off x="1927080" y="99864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"/>
            <p:cNvSpPr/>
            <p:nvPr/>
          </p:nvSpPr>
          <p:spPr>
            <a:xfrm>
              <a:off x="2173320" y="117324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4" name=""/>
          <p:cNvSpPr/>
          <p:nvPr/>
        </p:nvSpPr>
        <p:spPr>
          <a:xfrm>
            <a:off x="5148360" y="83664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 flipV="1">
            <a:off x="1074600" y="77328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>
            <a:off x="6308640" y="82872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"/>
          <p:cNvSpPr/>
          <p:nvPr/>
        </p:nvSpPr>
        <p:spPr>
          <a:xfrm>
            <a:off x="7407360" y="8082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25" name=""/>
          <p:cNvGrpSpPr/>
          <p:nvPr/>
        </p:nvGrpSpPr>
        <p:grpSpPr>
          <a:xfrm>
            <a:off x="1476360" y="2924280"/>
            <a:ext cx="673200" cy="664920"/>
            <a:chOff x="1476360" y="2924280"/>
            <a:chExt cx="673200" cy="664920"/>
          </a:xfrm>
        </p:grpSpPr>
        <p:sp>
          <p:nvSpPr>
            <p:cNvPr id="126" name=""/>
            <p:cNvSpPr/>
            <p:nvPr/>
          </p:nvSpPr>
          <p:spPr>
            <a:xfrm>
              <a:off x="1727280" y="2924280"/>
              <a:ext cx="12600" cy="6649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" name=""/>
            <p:cNvSpPr/>
            <p:nvPr/>
          </p:nvSpPr>
          <p:spPr>
            <a:xfrm>
              <a:off x="1916280" y="3074760"/>
              <a:ext cx="12600" cy="3744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8" name=""/>
            <p:cNvSpPr/>
            <p:nvPr/>
          </p:nvSpPr>
          <p:spPr>
            <a:xfrm>
              <a:off x="1476360" y="3268440"/>
              <a:ext cx="235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9" name=""/>
            <p:cNvSpPr/>
            <p:nvPr/>
          </p:nvSpPr>
          <p:spPr>
            <a:xfrm>
              <a:off x="1914840" y="325404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0" name=""/>
          <p:cNvSpPr/>
          <p:nvPr/>
        </p:nvSpPr>
        <p:spPr>
          <a:xfrm>
            <a:off x="3203640" y="357336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"/>
          <p:cNvSpPr/>
          <p:nvPr/>
        </p:nvSpPr>
        <p:spPr>
          <a:xfrm>
            <a:off x="1476360" y="3284640"/>
            <a:ext cx="0" cy="143964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"/>
          <p:cNvSpPr/>
          <p:nvPr/>
        </p:nvSpPr>
        <p:spPr>
          <a:xfrm>
            <a:off x="1476360" y="3933720"/>
            <a:ext cx="172728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"/>
          <p:cNvSpPr/>
          <p:nvPr/>
        </p:nvSpPr>
        <p:spPr>
          <a:xfrm>
            <a:off x="3132000" y="4508640"/>
            <a:ext cx="84636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000" spc="-1" strike="noStrike">
                <a:solidFill>
                  <a:srgbClr val="000000"/>
                </a:solidFill>
                <a:latin typeface="Arial"/>
              </a:rPr>
              <a:t>UI Interface</a:t>
            </a:r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3276720" y="263700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"/>
          <p:cNvSpPr/>
          <p:nvPr/>
        </p:nvSpPr>
        <p:spPr>
          <a:xfrm>
            <a:off x="6732720" y="26370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000" spc="-1" strike="noStrike">
                <a:solidFill>
                  <a:srgbClr val="000000"/>
                </a:solidFill>
                <a:latin typeface="Arial"/>
              </a:rPr>
              <a:t>TV Receiver</a:t>
            </a:r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7596360" y="2997360"/>
            <a:ext cx="72072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"/>
          <p:cNvSpPr/>
          <p:nvPr/>
        </p:nvSpPr>
        <p:spPr>
          <a:xfrm>
            <a:off x="1476360" y="4724280"/>
            <a:ext cx="16556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"/>
          <p:cNvSpPr/>
          <p:nvPr/>
        </p:nvSpPr>
        <p:spPr>
          <a:xfrm flipV="1">
            <a:off x="3564000" y="4149360"/>
            <a:ext cx="0" cy="3589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"/>
          <p:cNvSpPr/>
          <p:nvPr/>
        </p:nvSpPr>
        <p:spPr>
          <a:xfrm flipV="1">
            <a:off x="3564000" y="3212640"/>
            <a:ext cx="0" cy="3603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"/>
          <p:cNvSpPr/>
          <p:nvPr/>
        </p:nvSpPr>
        <p:spPr>
          <a:xfrm flipV="1">
            <a:off x="2124000" y="3068640"/>
            <a:ext cx="1152720" cy="21600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"/>
          <p:cNvSpPr/>
          <p:nvPr/>
        </p:nvSpPr>
        <p:spPr>
          <a:xfrm>
            <a:off x="3924360" y="2997360"/>
            <a:ext cx="2735280" cy="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"/>
          <p:cNvSpPr/>
          <p:nvPr/>
        </p:nvSpPr>
        <p:spPr>
          <a:xfrm>
            <a:off x="4500720" y="2565360"/>
            <a:ext cx="1295280" cy="246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000" spc="-1" strike="noStrike">
                <a:solidFill>
                  <a:srgbClr val="000000"/>
                </a:solidFill>
                <a:latin typeface="Arial"/>
              </a:rPr>
              <a:t>IR-Data</a:t>
            </a:r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Available to a wide audience, cost low.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Should be different enough to get a good consumer base.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Small, easy to lose?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2005-01-19T18:08:32Z</dcterms:modified>
  <cp:revision>14</cp:revision>
  <dc:subject/>
  <dc:title>PowerPoint Presentation</dc:title>
</cp:coreProperties>
</file>