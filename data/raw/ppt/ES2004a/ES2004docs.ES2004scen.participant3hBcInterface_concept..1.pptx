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AE6323-4A83-4669-9693-601BD75178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CD02E4-F194-4F4B-8C84-062D9DB6B0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871E51-48EF-46C6-95EE-DBACC38747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D286D4-16A0-4C8D-8EE5-01189C738D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A80A6B-78FA-473F-A8A0-1B8EF27ECA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FE5881-A228-4B38-A050-6CB18ACD6B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E56660-0A99-44F3-91C4-967C6D3536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904385-6E62-4AD2-B1C2-7AD8F6BC8A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230A67-CD3B-4D03-9038-C4CC7278DC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E5815A-5075-4628-B84E-71A8904F33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D14B4D-7DB0-44BF-BD6F-A0A12091A3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995D28-6E85-42C8-A66F-4D6559AD4F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48EE83-1F1B-421E-B484-C0125F6D84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AD8B2D-509E-425B-9902-233E03DEE9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73B0D0-CA27-4022-B957-9D61155114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280F75-9F17-4DC7-9A99-EC7BEAF48C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7241A7-4DB2-43B1-9E6E-B39933CC32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FF22A3-B434-40A5-9E3A-8D1C1FD8C2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2F2821-C255-480B-BD3F-E526DE5C19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132378-E49A-4B7D-8652-439969FE7F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43B88E-2B41-4134-B01A-EADA55538B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133983-0B30-412A-BDE1-5FDAD9775B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91EC63-F7CB-4993-AC54-7E724D5C54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D2C4C0-0462-45B0-9760-A144FBFA987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333BAB-143E-48CC-9665-FA4AB195DD3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DBB4E2E-FB7B-417B-A8B9-A26973D524B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Pawan Negi -User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Input from other departments – Marketing and Industrial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Competitors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GUI or Pointing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211640" y="2268360"/>
            <a:ext cx="4475160" cy="318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many cluttered buttons.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Repetition of certain patterns. E.g: The volume and channel  control buttons in centre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Confusing and inconsistent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Trendy - fruit colour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Certain standard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2005-01-19T21:05:54Z</dcterms:modified>
  <cp:revision>12</cp:revision>
  <dc:subject/>
  <dc:title>PowerPoint Presentation</dc:title>
</cp:coreProperties>
</file>