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2B2D08-28A1-436F-9DD2-85856140EF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E57315-0F10-465A-A84A-664F16EB54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50C6E3-1313-4675-ABEE-139F1E0150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92A5E9-C417-4C3D-A2A3-215BACE7E41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8637B1-3562-411D-8FE8-418A8F663E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6B1CC7-FF6C-475E-8A1D-AA88625955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A3B354-6BA0-43F3-9FE5-A909239929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70A0F2-2E4F-4594-A0ED-B91D310C2E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4DEF2D-5D4C-4608-B000-22E584C79E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8ADAAA-F7E0-4EE6-83B2-6762785862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3CB900-BFF6-4ACE-B618-16F25F6AF37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9EB52C-A75F-427C-97D2-486EA7B0D6F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DCE935-9B34-4909-9ADE-C43F22F36C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8395E3-CE8C-4B35-B308-1E61EF404C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0E7DEB-3E6A-477F-AFCD-FF24795746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1AF989-5723-43A3-AD98-42FFB99701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2D1447-8355-4DDD-B961-8424F6C0AB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0ACE65-70A1-4027-9DFF-51A79E00F5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7D657F-B16F-47F4-AD3C-5E2ABB8712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83B9BD-7A92-400B-B5BB-634895F75A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2E6595-8E83-46F6-A55B-834C4D2B5D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155AC0-C128-44D5-8AFA-F07664203B2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C7F4B2-C0B3-4434-A65F-4B747D35E8B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3F252E-592F-46BD-9B15-9291DA8EF08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41F8BF-622F-488F-89C0-F405F2A76EA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8CDD0CF-4DFA-4D21-8617-A3F98040D69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Dale Anderson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Marketing Consultant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Collection of criteria is based on the user requirements and trends found in the marketing reports and the marketing strategy of the Real Reaction © electronics company.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Fancy look-and-feel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Technological innovation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Incorporates current fashion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minimises RSI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locate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1 = TRUE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7 = FALSE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be continued on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2005-01-19T21:42:58Z</dcterms:modified>
  <cp:revision>13</cp:revision>
  <dc:subject/>
  <dc:title>PowerPoint Presentation</dc:title>
</cp:coreProperties>
</file>