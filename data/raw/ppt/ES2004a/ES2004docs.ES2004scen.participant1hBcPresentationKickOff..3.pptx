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733ACD-2B0A-4230-954A-D8FECC6A6EE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077AF5-9BB7-4CBE-9703-A815BB6173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6786FB-22B0-41D2-9C86-841B2BFF65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DAF9D0-CC62-4E14-BDE0-5B1912DD0D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92AA1F-C999-4AE2-B728-A7C4A73018B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C7AB74-EDE2-453B-8084-40222C89B2C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4389B8-21D3-4651-B8C4-3CDBB00576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8AE546-78B3-4401-89EA-F3811E14221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FDAA1C-229E-42E4-BAA1-DCB52C4470C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B64BD5-7206-421A-82AF-36C0A39BDE7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2E87B8-4E47-47BE-9D46-167A1D0FA22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16B572-B9B3-40F6-9E91-28715098CEA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CE0746-2E22-4674-89F0-30B438298B0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E51A13-13AB-4C2C-A1CA-4A7ED12360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885CEC-34EE-4E7A-B3AE-C69DCDDA11A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F50FB3-49ED-4BCB-BA3C-FB7ABEDD944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BA0756-52C6-491B-A20F-D1E0EFCC531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AC0EEF-7835-467C-ABD1-89BFB6B5323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6310D6-A38E-4D02-9683-1DCB10139E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A814E8-206C-49F6-A64E-657B69CDE5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41C8E9-C75F-4D9C-9FB7-01DD941617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194789-16C1-4083-8AA1-10D35DDDD39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93B724-BEEC-462B-A6E0-23492D63758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8509F5-911F-4BB6-88F3-861584E2D3A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6704E0C-0AE3-4B31-8447-415F1D62939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FE8FA13-D8FD-4431-B73D-9A80F607519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2004-11-11T21:00:38Z</dcterms:modified>
  <cp:revision>32</cp:revision>
  <dc:subject/>
  <dc:title>PowerPoint Presentation</dc:title>
</cp:coreProperties>
</file>