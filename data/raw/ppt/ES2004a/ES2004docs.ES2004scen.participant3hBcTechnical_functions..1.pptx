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1E98A-B61D-4BE4-90EB-E7FCEC5547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2D26D8-3D3A-42FE-93BD-82340B9CD2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8EBEA1-1750-404B-AD87-B2EA727BDC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FA8AC3-57EB-45FC-A0CE-79AAA1D6DA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EA5ECA-057D-446A-B8B9-6BCE8CBCF2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845C6C-0DF5-44D9-ABC5-04A116D2AE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BEADF9-4A0B-41CB-8176-4953846111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D8B15A-BCD1-4292-AB79-4D55D2C3A3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2BAD0-35F6-4BD0-BEE0-B6237F1638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7E12CB-BA14-46C2-8EF8-A6E5BB313D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791EF3-BC4E-46E9-9816-FFB67326E7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D88FDC-3C55-4FA2-A182-60E187583B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429130-C936-4D83-BB91-01C602E728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C4481B-037B-4D0D-B3CA-104E972235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5A113E-E0C5-4609-92E3-222821AAD5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E9D136-CA87-420F-9F0D-E5E965DB94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E54529-7624-424C-B32C-9EDCB26780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44BC03-D3E5-4A87-A7C2-8D96D565E0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B24D58-FAFF-42AB-8D88-9DD4ADD7DB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94049B-DE39-40A5-94BE-DA6A13DC81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64300D-B8C3-4863-A304-355ED222D8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C1CB15-7BFB-4BF9-921A-83C8B0DBD5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4C9D18-BA74-4764-B150-F165FFD2E7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20E339-7EFB-40F9-8B1C-2B445D1F09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28C020-F995-4206-895C-881A9684D45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61509E-A1D0-4FD8-B1A5-90A2A85A83D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Pawan Negi,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Purpose of Remote Control: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simplify the interaction with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Main Feature – User friendly by being easy-to-use, trendy and engineering marvel.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Concept – A Flip top model. Main function on the top and complex function inside with browsing facility. Added features such as shock proof body, trendy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prefer user friendly rather than complex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Economies of scale -Due to high volume, we could produce this design at a cheaper cost.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Flip top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Trendy colours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Soft exterior plastic body and soft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Thanks you for your attention.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Any comments please.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2005-01-19T19:19:05Z</dcterms:modified>
  <cp:revision>11</cp:revision>
  <dc:subject/>
  <dc:title>PowerPoint Presentation</dc:title>
</cp:coreProperties>
</file>