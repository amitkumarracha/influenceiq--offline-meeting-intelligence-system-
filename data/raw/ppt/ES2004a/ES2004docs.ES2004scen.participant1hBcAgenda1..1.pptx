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D8EB13-E3D3-445A-911E-F87092C49C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804FDF-81D3-4577-B89A-A87E8AC69B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7AC55-F995-416D-866B-7D49F786A1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759C10-62CB-4F57-A168-71C60E8321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E9B303-83C8-4AB4-95F8-88026F7F70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75887-16FE-4901-900E-88B7D435B0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324D61-BE6B-4062-ADDC-AA43EC9305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C26A79-3D70-4E69-A8FE-2B094EB1D1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05D211-8DE0-4A95-9B44-51AE8EB314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7EA8BD-405E-4455-8695-CAAC6537B9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C7A68-30E4-46A8-99AE-3B4DABC797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9BE58-4143-459A-BB94-DF354811931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32E66F-B52D-4E37-BC0E-AC58EE6774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C028EB-770B-4DDD-B2D6-4C9F7F8459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AE9CF2-0CD3-44B7-AA19-84FE702BB1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CD261A-0F18-4792-8114-254BD8FD98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5A074B-0476-45B2-88D4-4F8004FB92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706EC9-3721-42B8-A8AD-F8CF65C9E5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CF9255-DD3E-4535-9FB9-AF4626C6D9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A86628-A215-4CE2-9EE5-D23CCBB95C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770015-45CC-49DD-ABD2-A4E471861D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569650-7747-4739-93A3-C7DBD77193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CB3AC4-B956-450C-B974-F7D5909632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3DA4B6-8D88-490D-B0A2-AFBA389D62A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068F3E-B82E-480C-9A9B-521D6D8F81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764F40-E82E-424D-8761-F1972A2ACA9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