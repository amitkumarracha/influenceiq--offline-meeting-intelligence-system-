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D07980-2DDB-46B8-AE61-DAFCD5A6A1D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62A2C8-6436-46B6-A911-815D56849E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D1A778-DA50-495D-B806-056384B3BC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47BD9E-D50A-4E57-825D-8B31A4D817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F886AC-8103-4ED8-B637-72B828BAC4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D55893-1055-4F4E-925F-EEC49B493E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F71846-4D2D-4D28-8FCA-5835624E42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F19888-1157-4F5C-86A9-29E31ECF71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BFAF61-8A4F-4E54-8FE4-6217E638CB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274802-88BD-45A5-B036-96444DE489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5F62D2-FE10-4CEC-AD81-2F752151A34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7F81A6-1F04-44CC-99D2-8ECDC420A53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3BF2DF-3CC9-4305-972F-F535B28347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602755-E96D-4E47-AFE4-859C9A33F6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078735-DC81-45A1-81B4-508B1E5561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9ABEE4-DE42-48CC-89FD-29B3960DEEE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C1009D-F413-4753-8492-C1133CB7B73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23E0D3-A569-4E35-B0E7-D1D853D22F4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68D1DC-9BD5-4143-BF06-49A0D6BAD9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35F5CC-3FB5-4370-8502-C9FCBA6107F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EC900B-F080-4B18-B6E7-446138D75A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948C42-3607-42D6-98ED-2C6DC7B197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9F8A30-835D-41C3-9A17-E2D55DC1254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23BC21-8B12-4038-9E33-6DA54B0EB6F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80D6EF3-5322-471B-9FA8-11E5DD1AC6F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9368673-D270-47AD-B8B1-EBADCD44B9B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William Cooke,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press of the button should activate the TV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Should be able to find easily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Looked into AVAILABILITY of materials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4475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Main chip used is a </a:t>
            </a: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“TA11835”, these are standard and used in most remote controls.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Battery options: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Standard AA,AAA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Dynamo charging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Solar Charging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Kinetic Charging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5076720" y="1413000"/>
            <a:ext cx="3810240" cy="280800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5127480" y="4456080"/>
            <a:ext cx="184320" cy="366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Most remotes use a silicon board with rubberised buttons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When the button is pressed it sends a unique code to the chip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This code is processed then output by the chip and sent via the IR LED to the TV.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"/>
          <p:cNvSpPr/>
          <p:nvPr/>
        </p:nvSpPr>
        <p:spPr>
          <a:xfrm>
            <a:off x="5127480" y="4456080"/>
            <a:ext cx="184320" cy="366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5651640" y="1700280"/>
            <a:ext cx="2876400" cy="2705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conserve battery life the remote should be in a ‘standby’ mode while not being used.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Case Material?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Plastic, Rubber, Wood, Titanium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Interface Designs?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Rubber buttons, LCD,  Bare??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2005-01-19T20:15:16Z</dcterms:modified>
  <cp:revision>11</cp:revision>
  <dc:subject/>
  <dc:title>PowerPoint Presentation</dc:title>
</cp:coreProperties>
</file>