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68660E-B20A-4606-805B-802C4E807B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7804DF-822D-4F84-83C4-416C0027B4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93CFDA-84C3-481A-96F2-A040588B57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7DC2AB-2160-46F9-BD97-CF6B1A98DE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6DA77C-7732-468B-A9EA-3DF8F5FB4E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3268F-02E1-4486-8336-211D774743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CDEB44-11A2-48E1-BF4D-67B33FAC38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C5D6F-9401-452F-859B-E74D057FBB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5A49C6-D009-4F26-A07B-A52862CBC5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464E8-824B-49B0-8A89-74257B7964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B3F6AA-00D8-4995-BDD9-1C15CE3229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25B57A-209B-481D-8AA8-8EF2607A31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A81232-940E-4F57-A21F-28A9FA8765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32381E-586E-4055-8CD0-F26A1F252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189D06-24CD-46AE-BE58-8B9F02F9DC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6FD396-4233-44BB-A4A6-96FACF53C7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21AD36-46DE-476E-952A-93B22834DB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86414F-9158-43F6-A09C-27CDD85836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A4431E-DCE5-4855-B560-011812B6AD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AF240E-A6CB-4F72-94AF-495F951600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2CF5FA-F92D-4ACA-ACFB-DD3E50A8FB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8D420F-7148-409B-90FC-55B59E0F3A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3C8C67-CFFC-4C46-B6CE-AAAAF9FEBA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9BEDEC-9AF3-4310-860D-FDEEF56B65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C7A3C9-C852-42EF-9934-12353864F3E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B6A791-4005-4B99-BCCE-6A3CAFA641B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Head of Marketing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&lt;Usability Lab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Observation of remote control use [N=100]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41360"/>
            <a:ext cx="822960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Overall, users dislike the look-and-feel of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most remote controls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SzPct val="25000"/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BIGGEST FRUSTRATIONS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controls often lost in room [50%]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Takes too much time to learn to use [34%]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Bad for RSI [26%]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Vast majority of 35 and under age group want LCD display and speech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 reverses in older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2005-01-19T17:30:30Z</dcterms:modified>
  <cp:revision>13</cp:revision>
  <dc:subject/>
  <dc:title>PowerPoint Presentation</dc:title>
</cp:coreProperties>
</file>