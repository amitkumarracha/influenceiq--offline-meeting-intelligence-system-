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0D268-D47C-42D1-9040-A90E12B4FC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30623C-1781-4112-9BAC-881C0DC98D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5F81F-DC0C-44DA-BA3D-B52C545B24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67CB2-A557-435B-A7C2-B704754B27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0E0E55-B35C-4937-9D15-18B10E4719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6AD7D8-772E-4691-9BCD-1B6163E7AC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EA3D0D-B11C-46AC-B67A-5AAEE398A7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0F1F0F-1ACA-4240-9033-308D926DC2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31DDB-220D-4E16-B7D5-D4F6AE761A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7B726-0D9E-438F-8450-BF529FF5C4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7AF247-D90D-4BC6-863B-F100777EEC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40227C-91C0-4C59-89A3-C402561845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E22DED-0AD4-455B-9B4E-E981E44B63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3E54C1-8177-4C99-822A-9740A07700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E67F5A-9B96-41D2-AE41-2A6DE0F379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453CC-960B-44E5-BCCA-D2DC63A9F9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5CEBAE-A4BD-4DFE-BCFE-7BA34A61F0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3DA773-F272-432F-B1BE-FC7207C377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8D31B8-0E68-4CAB-A2D5-2F580CADED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5E188A-1E49-4A6C-9BFE-A0E0480880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BC03A7-7A27-40F5-905D-0D7CCF465D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DD63F9-A64C-4D66-B109-D0F7F6A6EA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3ED436-DA0D-41F8-B8B7-4E7F7E5F5B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9FAB93-1D0F-4324-A019-9FBD42C796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1349F7-1603-4243-A76B-4A434F0B41A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D9FB93-F382-44CF-B68D-826C5EDB5F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William Cooke &amp; Pawan Negi, Industrial &amp;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Plastic body: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colour: White? Blue?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Rubber outer casing (changeable facials)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Wide choice of colours,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Clamshell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Batteries: Kinetic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is the remote?”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I’m Here!!”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transmission with TV, using standard chips, PCB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Screen: B&amp;W LCD Touch screen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Screen: Rubberised Standard Buttons inc. Volume, Power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Also containing the new logo!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that’s how we’ve put the fashion back into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2005-01-19T21:33:48Z</dcterms:modified>
  <cp:revision>13</cp:revision>
  <dc:subject/>
  <dc:title>PowerPoint Presentation</dc:title>
</cp:coreProperties>
</file>