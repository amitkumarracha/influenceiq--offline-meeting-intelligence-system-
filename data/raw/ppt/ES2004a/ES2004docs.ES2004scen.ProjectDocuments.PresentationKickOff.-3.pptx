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C00B08-5799-43DE-99CD-7B4D792E74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5C16D4-0618-47EE-A6F8-96C8E7D2BC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53514D-6EF3-4F73-AFB8-EAA683577C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5A876B-4D81-4405-9CB2-EC8666D1D1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DC5D43-7AB6-4D17-BD4F-CC2ADD8846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2FB031-DAA2-4EE6-928A-E97CA0AA52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5EC605-2322-41D6-A498-D743006DBA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BBD0DE-5269-41E6-B2D9-03F3E4CA5B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12D68C-5C83-4B4C-92EB-6AA8EBC15C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1B96CF-7838-4C1B-A22F-A50CFB5511B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470EC3-048E-43B2-94F9-53A91FCFA24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CA0D8B-696E-4A01-91E2-45DFE8B5345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60A586-157D-480A-8E2A-49B463F6C6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DBFFE6-0A64-4700-A0CE-8EF82BA2A4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0BD4FB-F3BF-4657-BCF8-D768325DF9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FED6B2-E853-4AF5-A6F3-3F624291DEC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16E7C0-C300-4196-8FDD-1575F60D6F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29F6E5-FEC5-48C8-842C-6863CDFC64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4F6CCA-C528-45AC-9962-A535EE325B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E9A836-98F1-4492-9FA3-C9349277DC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88F528-4F1B-4B11-BC59-6D925198F0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E64DA0-89FE-42B1-854B-6600CB1B70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C75561-4056-481F-82F0-1FF6169203D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3F4700-2D12-464B-BCEE-A7DCAAE26CA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B28AB03-34FF-4B75-ADD7-9E0D0A72560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62DB169-37FA-459F-8478-3B6484AF621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Sarah -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work; </a:t>
            </a:r>
            <a:r>
              <a:rPr b="0" i="1" lang="en-IN" sz="2400" spc="-1" strike="noStrike">
                <a:solidFill>
                  <a:srgbClr val="ffffff"/>
                </a:solidFill>
                <a:latin typeface="Tahoma"/>
              </a:rPr>
              <a:t>needs, effects and works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2005-01-19T17:23:27Z</dcterms:modified>
  <cp:revision>33</cp:revision>
  <dc:subject/>
  <dc:title>PowerPoint Presentation</dc:title>
</cp:coreProperties>
</file>