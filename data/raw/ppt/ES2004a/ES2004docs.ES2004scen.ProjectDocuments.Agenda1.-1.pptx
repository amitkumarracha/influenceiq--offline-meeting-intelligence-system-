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EEBCC8-6719-4809-AFF0-2F8CE20A0B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8BA215-47DF-4A87-A605-25F2A275C3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09F599-0078-47F8-965D-EB89C783160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0A86FEF-3383-4D57-B23E-2F5E53882A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249E33-B588-47FB-9FFA-2A73F3F9E4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E081A0-0899-4B11-AEF3-9C56E47B9DE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DC4091-033D-4485-8DDC-4A885A158E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A99EB0-18E0-4373-BD51-1012D285E8A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6351F9-7AAC-4F54-AECC-6643B46B83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3815E8-D2F0-48B3-82E1-D039C33618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681403-1DBC-453A-8AD5-DA87364779F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E7FB09-793C-41AB-A224-CEB98A9106A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4BCA92-E868-47F4-98AA-3C18908615F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ECE09F-4384-49D6-84A3-E08E873201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044BF9-AFA0-4915-B4E4-795CFD70CC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AD3C68-020F-459B-A886-B81603983D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D018E0-6D89-418F-BC0B-A66AE90EF1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AAF177-C09F-4FF4-A55C-1721AAD6DD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3785B5-CAB3-4E3E-B6A6-D92A751D84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2A7DAC-26A6-4977-A7BB-E05E58BB03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83EC3C-CEFA-4263-B778-E5F517230C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B0BAFD-39EB-451A-A751-C39E9D5A4A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5B1D1E-315D-48B1-8018-CA8FEF96444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4D7E9A-E083-47FA-97BE-60A207E470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C2618F8-441B-495F-B9C4-7FC083EE56E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5F74EE6-F6C9-4039-AC2F-4156C872DAC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2005-01-19T19:25:38Z</dcterms:modified>
  <cp:revision>20</cp:revision>
  <dc:subject/>
  <dc:title>PowerPoint Presentation</dc:title>
</cp:coreProperties>
</file>