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A0B5FA-0BCE-4A1C-918E-171811C375E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AF6740-A717-48A0-A3D5-081459D6A8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64CA28-751B-40A4-98BD-B8AA781826D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4FEE67-B64E-484A-A994-4498AE48CBC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C6F794-4882-4AB6-8116-E1D6A20E13C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EBB862-CA05-461A-88D4-FF7598EAA4A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D96041-426A-4276-AD8B-4B15D2E63D2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5DD921-DE02-4992-B95A-6E7D3111CDC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3A5A9C-5049-4343-9740-75985C63A94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2F8ED2-A55F-4212-9596-8EADA77A682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6245A3-1537-4ECA-B121-A57585C8770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8E312A-84C8-4EB5-986A-3942BD3BD5F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2973EE-634E-4C40-BC37-CE0266EBC4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5418E0-81A2-49B8-9CF7-D2ABDFA014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56B8C3-7101-4A58-BE6B-8C8C7D0CC8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FFFFD2-5F77-48E2-A989-8A1F7CA6BF1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88FA90-A384-4180-86B0-C09E0D22F16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639628-868F-4B46-B856-E1CD445E9A4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4903C5-006F-4A6E-AE58-D5F1B95DF81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4CB5CD-E0EF-4AC5-B8BD-6434B9ADB80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F09E0B-E2FA-4D4F-B2AB-681A2B32177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D6C014-AEEB-41AF-AAD0-3BA870FEE2B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0879F8-8778-468A-A6A7-5950B84FED2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7FE5F2-C5E7-4F97-941B-8DB562B984F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AA12368-485A-4C96-AC10-46FFC4FD575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CAC2C66-1672-44F2-BB21-6DA09BC0731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Sarah -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with, for example: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Don’t forget to complete final questionnaire and meeting summary!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2005-01-19T21:41:58Z</dcterms:modified>
  <cp:revision>21</cp:revision>
  <dc:subject/>
  <dc:title>PowerPoint Presentation</dc:title>
</cp:coreProperties>
</file>