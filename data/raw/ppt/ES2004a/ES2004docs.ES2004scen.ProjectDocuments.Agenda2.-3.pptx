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C6D1D2-0F2D-4C4C-9756-C52EB973080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2D99BE-EC92-446E-BAAC-7B4AD43239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FA198F-AD66-406A-9FB3-7CDE9CA783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ADD34A-05E6-40FC-B2CC-6F70AE5171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3B915A-5B96-4F01-AB40-1D70B9A59F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99CD2E-A952-4C43-84D8-AB0DF8DD2D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F9D169-6793-4808-85B4-738DF0AA0C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D231F2-DF47-413E-8FEF-BF8B25D7F71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904178-79D1-4974-88AF-2602A124DD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F1EECB-7F35-4763-81DD-F81567BEEA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EBE667-263C-4918-A29C-23ACC5DB668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49BC85-7916-40FE-9D4A-1E8B6DED03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1790D6-95E8-4E6B-928F-A633C5A34A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54F783-5B2A-41CF-8859-D6CC03DFFD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2932C3-05BE-4862-9CEA-396FD3CBCB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B12B2B-CDBC-4FA5-ADA0-1968419F23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E8CBDD-7B53-48BE-9197-144E1710B3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9D66DF-0576-44D3-BBA9-7117BED329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8E477D-6B5F-4961-9E78-5A79BE6CCC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D49F55-6D26-4CBD-BE33-919E9B0075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FFFDBA-0AA6-43D9-9218-E62F00C5CD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0130D8-5FD0-4B50-9F99-06E418F72A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87B20E-BC64-49E2-82D1-33D54110061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40AD9E-1B09-4F60-A9DC-468A7FC11D0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9BF223A-884E-4233-A2EC-99C357CC84A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F69F17B-FA83-40B0-81E5-948423D2588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2005-01-19T20:20:59Z</dcterms:modified>
  <cp:revision>20</cp:revision>
  <dc:subject/>
  <dc:title>PowerPoint Presentation</dc:title>
</cp:coreProperties>
</file>