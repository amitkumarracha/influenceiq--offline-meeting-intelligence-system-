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7406F4-7795-4873-AB66-3EDD78FBF0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8F55D6-8F80-4DAB-B97C-2D44952242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1FE69A-3110-42BE-8457-C05C268686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1EA4A-55FC-4DC2-A500-AD45EB8DFB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50F91A-914E-4C30-80A2-F5EBE2D70F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0831D6-ED6C-409F-935E-C37F093530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76CAB4-74EA-4110-8195-D5A1CDDFD9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9F4B8D-3BC9-4722-961E-B36E902401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8613BB-99D4-4A2D-A13F-400B96231F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498D72-A177-4FDF-8128-9AEBF70C0D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EEB055-4F56-4A63-972D-CCC2732906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67CBD2-43C5-422A-A3EE-82EBF79D415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D3D0C3-1A4A-4F18-8195-3D88771DC8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F9E435-F41E-4824-BC65-2406F7F520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1F5431-B1FF-45CB-BA90-1A97F172B5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CC45D8-3B6C-4D50-8DEC-66EC2EF8C7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2750F2-3DA4-433A-B1B4-5777477007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0A9002-7B64-41BF-8DE2-63007118F7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3560A7-4537-4402-9437-026A8B61B4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2EF952-963D-4293-B565-E8036429E0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1528F7-F01A-428C-8E56-70111023B9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24B152-10CF-4702-9212-4FD58AFC2B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1D1B99-94CE-4D1A-B982-B0678BC8D6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766FBA-92E4-4EB9-9A6E-5106511468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5B36FE-A6B3-4941-B0B8-4385A1BBB79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72C087-F47B-475B-AF21-BC8ED8CC566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