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CBF164-55FD-4481-B6A0-802B5F8FC4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BDA35B-55F7-4712-A26E-948166BE48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CFD285-CEB8-4125-BD45-F395ABC8DA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F12826-699E-4340-93D4-E5B2196EE1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DABAAC-E817-442D-82FE-C55424AAE7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40D492-62FF-4F03-BB2C-FEB9F7B8A0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E505C-61D2-40D8-9161-2E8792AD17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316BE8-B901-4B9F-82E6-7903EC75FE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1B8B3-3224-440A-A2AD-58F13C9EB4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6FF04E-45A5-494C-928B-88F826DE7D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55EDC2-15CF-4FF1-B5E5-80D95B831E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974E3-663D-4D84-8711-ED363CE542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65806-D123-422D-B51D-1A28A3400D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CE838-472E-4F2A-8775-77CCD784CD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AE3400-27E8-4329-945C-9CB00BD2A4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FCD346-7AC5-416A-9317-38855A9981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833C24-80CD-4700-8C9E-B78A535632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96136D-2659-45A1-89C7-BC4A763F1F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81D029-2C50-47FC-B4D6-67B209B1A2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5159B8-D1C0-485D-BB92-A102F5219C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9C0DEF-985D-4AF9-B4DA-0171D5F63F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00B7A2-55AB-4E12-8FEF-78D85ED729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D3A203-7BCD-4536-AF00-5175FC3CDD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0288D4-6DCB-4A52-9F03-AC04F952B22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D49329-D1BA-4732-8E20-E1E56FFF4DF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987AF5-08C5-4C63-AC35-E5C0FF1EBF6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2005-01-19T21:42:12Z</dcterms:modified>
  <cp:revision>21</cp:revision>
  <dc:subject/>
  <dc:title>PowerPoint Presentation</dc:title>
</cp:coreProperties>
</file>