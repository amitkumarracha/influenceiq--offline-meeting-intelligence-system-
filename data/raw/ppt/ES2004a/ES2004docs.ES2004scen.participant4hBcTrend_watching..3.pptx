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D5B6C9-F837-4FFB-B0F1-06DD1E57BE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EC6995-1F21-4D31-8060-DFC18AE22C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5DEAE-E409-439A-AFB7-EB0392B7D8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6504BD-0D61-4666-8AF9-9E4EC90800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C42217-BB6C-4F93-977E-3E4AB3F59B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60177E-4C22-47A0-A778-19354864E7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57E37A-7C18-435F-A469-C1B1C631FC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8BF4C4-C427-46B5-A85C-A6EDB7A509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EACD96-E8FC-4647-B0D9-8A2ABF2823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A8B8C0-D30B-44C0-8520-B6160FA155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23E519-358E-4C19-AFEA-35C481A9E0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2E13C0-60C2-4AA6-814E-7BFA437F19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F0BA80-1612-461F-B28B-A2D5B3B3C3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A6AC4E-0A1C-4BD1-9265-5063E6FDF3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DADAB3-D33D-4F0D-A916-F2F678DD24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A842E1-C550-463C-82ED-87E2C2958B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9C5B43-FBDF-4ECB-A8E7-C5C7B47180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E8EB14-9323-4AF3-A9C2-298E413458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9119F3-AB1B-4B1B-A1E2-3BBFF6349B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B4ED08-FC42-4031-97CD-B87FE0817D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D2F270-49EA-4D2A-9465-0EF2365135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F13453-982F-425B-A266-009349F06F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DFD2D1-DC32-4650-9406-245096C544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E3EA02-025A-4F82-8254-9A741D2CAC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D80039-DD6C-4EFC-A389-F72C51267E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A154AE-E78E-48B6-ACC6-54786AC0B0D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67920"/>
            <a:ext cx="8229600" cy="468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 research study [N=100] on most important aspects required in a Remote Control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 [Personal Preferences]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Findings from fashion and design fairs in Paris and Milan.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412640"/>
            <a:ext cx="8229600" cy="460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Most Important Aspects for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FRUIT &amp; VEGETABLES will be the theme for clothes, shoes &amp; furniture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There will be a SPONGY feel to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2005-01-19T19:38:57Z</dcterms:modified>
  <cp:revision>9</cp:revision>
  <dc:subject/>
  <dc:title>PowerPoint Presentation</dc:title>
</cp:coreProperties>
</file>