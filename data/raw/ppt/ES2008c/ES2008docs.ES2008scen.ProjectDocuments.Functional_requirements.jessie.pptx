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705C9-B8EB-4834-B74C-2BDD886C2B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B1714-397E-49C9-8F51-9F57501F9E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16C5A-E152-4FFA-AC93-F881BCEF0B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35549E-25A9-41A6-AD5A-16D65EB808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9EF916-A707-4080-A0C0-97021504AD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3EDA07-6162-4647-9660-2D208A1782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6F72F9-229D-40AE-B57C-D38FB2D3B5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708B30-B196-44E2-A65F-98465C599F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B45A5-9162-453C-B4FA-CF1C7A19BE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F00D4E-CC82-499D-9B24-1E653C6083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6E5A7-9CD0-4F99-A19F-9EFC015BF8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8AD948-DA66-46CE-96A9-2CEA2EF2DE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6D91D-A87B-4D4B-9A41-54D478007E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3E85AB-83BB-4CF3-AB4E-99F8BDB4E7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248203-FF79-4229-8E43-A94432A368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32F151-A19C-4EE6-B5E1-6FD1D0AB3A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788C8D-D6ED-4D2B-AD28-CBD11475E7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1C6774-C0A0-41E3-B132-150BD9EC3C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CEBE89-FD60-4951-93A7-DD2C973448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65FB8C-B34B-4FD2-99EE-8F7CD80D5C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006AE4-893D-4F6E-8424-C2C3ED3471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7F558-F245-4C7F-84CD-46566B98E3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416D9C-AC94-4826-98F2-C1D04FB008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286689-B014-49C8-BD67-EC97D8BD5C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BC5004-CAAC-424D-9913-603B1EBDE3C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D7BED5-1DE8-4982-BDEB-3DE1101024B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Levin,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Questionnaire and Observation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100 subjects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lab (relevance, frequency)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DESIRES: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Attractiveness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Address frustrations: losing, difficulty learning how to use, bad for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matches operating behaviour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Flipping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Screen?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Less is More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Emphasize Look &amp; Feel to win over consumer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2005-02-04T18:18:13Z</dcterms:modified>
  <cp:revision>14</cp:revision>
  <dc:subject/>
  <dc:title>PowerPoint Presentation</dc:title>
</cp:coreProperties>
</file>