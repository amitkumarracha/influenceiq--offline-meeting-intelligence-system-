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CB972E-E3DA-4737-B15C-6EFDC1876B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128DE8-B56C-40AC-AFBB-917709A5C6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9902AF-0B93-4DCA-873F-CFBD61345A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39AD5F-10C9-4949-8D12-50B36DFE40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FA83F4-E067-4D6E-8274-DA6C99B416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34F8D9-D844-4963-B1B3-3EC8E39754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8498BE-A388-47B5-9F11-ABCA062F1D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05D499-A053-41B7-9522-5EA1227C1C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C7E7DE-E032-4796-B1B4-FFF1591AE1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25818D-A28B-43B0-A0CC-D7C545F95D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8899AB-E24D-4253-B399-EC3BB3E232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8039A7-501E-482C-877B-F27527ACED5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30FF66-0D9C-4E38-A714-7E3A664AAD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6F8887-CB7F-49D0-9815-733A5D9DD8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AA73A9-4FD1-4598-ACE2-E9CBF678FB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A7F6DC-5078-4C84-A850-1AA978A3B2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5B9526-EC43-46DF-9C85-0B257A5E51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1714B1-C81A-4AAE-AD3F-97D0804220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0C3E21-FBAF-4384-8205-E926E15030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78A08F-7464-407D-9125-FF12DF7302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26B351-DF04-4B5D-87E4-0C5D2D51DC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EB9604-75FA-41C2-B390-1B407AC176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89A46B-A9FB-4D2B-A83F-A584A27FA0E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F5827A-8D37-4A56-B79B-DB66F0F62C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8E86C10-8BF3-480C-9594-E0B2495578B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8497A16-D0CB-4A95-918E-70F072F05BD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Alima,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apparatus to fulfil practical 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is function/ tasks that need to be done?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Develop schematic of task progression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Work on each task separately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Infrared is best way to get data to reciever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 interface controls chip, which controls flow of data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Sender controls interface, and therefore chip and data flow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Energy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infrared bulb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32400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95280" y="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Working Design Schematic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04" name=""/>
          <p:cNvGrpSpPr/>
          <p:nvPr/>
        </p:nvGrpSpPr>
        <p:grpSpPr>
          <a:xfrm>
            <a:off x="1042920" y="2997360"/>
            <a:ext cx="1080360" cy="736200"/>
            <a:chOff x="1042920" y="2997360"/>
            <a:chExt cx="1080360" cy="736200"/>
          </a:xfrm>
        </p:grpSpPr>
        <p:sp>
          <p:nvSpPr>
            <p:cNvPr id="105" name=""/>
            <p:cNvSpPr/>
            <p:nvPr/>
          </p:nvSpPr>
          <p:spPr>
            <a:xfrm>
              <a:off x="1445760" y="2997360"/>
              <a:ext cx="20160" cy="736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"/>
            <p:cNvSpPr/>
            <p:nvPr/>
          </p:nvSpPr>
          <p:spPr>
            <a:xfrm>
              <a:off x="1748880" y="3164040"/>
              <a:ext cx="20160" cy="4147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1042920" y="3378600"/>
              <a:ext cx="3772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1746720" y="3362760"/>
              <a:ext cx="376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9" name=""/>
          <p:cNvGrpSpPr/>
          <p:nvPr/>
        </p:nvGrpSpPr>
        <p:grpSpPr>
          <a:xfrm>
            <a:off x="5373720" y="3294000"/>
            <a:ext cx="950400" cy="206280"/>
            <a:chOff x="5373720" y="3294000"/>
            <a:chExt cx="950400" cy="206280"/>
          </a:xfrm>
        </p:grpSpPr>
        <p:sp>
          <p:nvSpPr>
            <p:cNvPr id="110" name=""/>
            <p:cNvSpPr/>
            <p:nvPr/>
          </p:nvSpPr>
          <p:spPr>
            <a:xfrm flipV="1">
              <a:off x="5373720" y="3471480"/>
              <a:ext cx="316080" cy="28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>
              <a:off x="5734080" y="3294000"/>
              <a:ext cx="247680" cy="144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 flipV="1">
              <a:off x="5995080" y="3415680"/>
              <a:ext cx="329040" cy="29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3" name=""/>
          <p:cNvSpPr/>
          <p:nvPr/>
        </p:nvSpPr>
        <p:spPr>
          <a:xfrm>
            <a:off x="7451640" y="3068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2916360" y="2565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2916360" y="443700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7164360" y="3860640"/>
            <a:ext cx="14335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698560" y="5229360"/>
            <a:ext cx="14958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User interface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5265360" y="378936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45560" y="378936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843280" y="3357720"/>
            <a:ext cx="7509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214520" y="4005360"/>
            <a:ext cx="2372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 flipV="1">
            <a:off x="2195640" y="2997000"/>
            <a:ext cx="504720" cy="215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"/>
          <p:cNvSpPr/>
          <p:nvPr/>
        </p:nvSpPr>
        <p:spPr>
          <a:xfrm>
            <a:off x="2124000" y="4365720"/>
            <a:ext cx="576360" cy="3585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>
            <a:off x="3924360" y="3573360"/>
            <a:ext cx="11523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6588000" y="3500280"/>
            <a:ext cx="505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 flipV="1">
            <a:off x="3348000" y="3789000"/>
            <a:ext cx="0" cy="431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Log lasting 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manipulate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Straightforward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Reliable / clear infrared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2005-02-04T18:00:36Z</dcterms:modified>
  <cp:revision>15</cp:revision>
  <dc:subject/>
  <dc:title>PowerPoint Presentation</dc:title>
</cp:coreProperties>
</file>