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8F37B1-89F1-4850-BBC6-0F3C8D4CFE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D9816F-6FAC-44CB-94BF-150216B9EF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2AE86D-4F71-40FE-9F0F-ECF78FBA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5D9572-128D-4B34-BE02-C459D7FD58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E6EC14-23BC-4A8D-B92F-6391B00922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4126E-7B3B-4B17-95BA-D00B38E57D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D40FC0-E2ED-4238-8A50-DAA4E99133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22BBCF-20FA-44E6-8963-9E6B894374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B6C243-29CB-4017-8603-E4B5FD9534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2A46BF-82C4-44D4-8A62-CF5623AD7E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9C3C4B-5CAC-4E24-832E-11403A95A7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369FD9-6CB0-48A8-B044-62A5813C6E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E13E80-33FB-47FE-859B-4C685FB0C1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79A687-26D8-42FF-8E68-7FC960B4EA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A24541-E6F6-476C-9B25-489F32C4A5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EEC1F5-C449-48E6-9E72-D60932D41D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59D550-D2E9-496B-900A-CEF15E9FB1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0D4B76-7438-4A8B-A124-4AF2159CC6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08E80B-373F-4691-9538-365625C5D9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748BEB-4163-4D80-A055-41763FB340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E0C496-7171-416F-A79B-D3D96760D1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A2A735-0854-45FA-9DB4-7B6450F17D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E78FEC-FCB0-4062-B446-489D272F0C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A24E83-5F11-4C5E-8328-5F14796920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6E89AD9-8AC6-4D36-AE5F-07983C94903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AC82CD8-BAB1-4799-AD17-40948A9E469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apparatus to fulfil practical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is function/ tasks that need to be done?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Develop schematic of task progression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Work on each task separately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Infrared is best way to get data to reciever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controls chip, which controls flow of data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controls interface, and therefore chip and data flow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32400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95280" y="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Working Design Schematic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1042920" y="2997360"/>
            <a:ext cx="1080360" cy="736200"/>
            <a:chOff x="1042920" y="2997360"/>
            <a:chExt cx="1080360" cy="736200"/>
          </a:xfrm>
        </p:grpSpPr>
        <p:sp>
          <p:nvSpPr>
            <p:cNvPr id="105" name=""/>
            <p:cNvSpPr/>
            <p:nvPr/>
          </p:nvSpPr>
          <p:spPr>
            <a:xfrm>
              <a:off x="1445760" y="2997360"/>
              <a:ext cx="20160" cy="736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1748880" y="3164040"/>
              <a:ext cx="20160" cy="414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1042920" y="3378600"/>
              <a:ext cx="377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746720" y="3362760"/>
              <a:ext cx="376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"/>
          <p:cNvGrpSpPr/>
          <p:nvPr/>
        </p:nvGrpSpPr>
        <p:grpSpPr>
          <a:xfrm>
            <a:off x="5373720" y="3294000"/>
            <a:ext cx="950400" cy="206280"/>
            <a:chOff x="5373720" y="3294000"/>
            <a:chExt cx="950400" cy="206280"/>
          </a:xfrm>
        </p:grpSpPr>
        <p:sp>
          <p:nvSpPr>
            <p:cNvPr id="110" name=""/>
            <p:cNvSpPr/>
            <p:nvPr/>
          </p:nvSpPr>
          <p:spPr>
            <a:xfrm flipV="1">
              <a:off x="5373720" y="3471480"/>
              <a:ext cx="316080" cy="28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5734080" y="3294000"/>
              <a:ext cx="24768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V="1">
              <a:off x="5995080" y="3415680"/>
              <a:ext cx="329040" cy="29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7451640" y="3068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2916360" y="256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916360" y="443700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7164360" y="3860640"/>
            <a:ext cx="14335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698560" y="5229360"/>
            <a:ext cx="1495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User interface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265360" y="378936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45560" y="37893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843280" y="3357720"/>
            <a:ext cx="750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214520" y="4005360"/>
            <a:ext cx="2372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2195640" y="2997000"/>
            <a:ext cx="504720" cy="215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2124000" y="4365720"/>
            <a:ext cx="576360" cy="358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>
            <a:off x="3924360" y="3573360"/>
            <a:ext cx="1152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588000" y="3500280"/>
            <a:ext cx="5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 flipV="1">
            <a:off x="3348000" y="3789000"/>
            <a:ext cx="0" cy="43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 lasting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manipulate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Straightforward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Reliable / clear infrared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2005-02-04T18:00:36Z</dcterms:modified>
  <cp:revision>15</cp:revision>
  <dc:subject/>
  <dc:title>PowerPoint Presentation</dc:title>
</cp:coreProperties>
</file>