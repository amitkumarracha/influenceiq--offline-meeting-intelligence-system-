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BA6729-2412-4F85-9CE0-215E03BAB1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600727-52DC-4DDA-B55A-B0B3E258F6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CA64E0-C09E-4AF2-9B3A-606D4766CC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7C3ED0-CF7B-4E7B-9B0F-165F0AA75E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D0A665-0914-44FF-AA3B-02102DF273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60FEE2-7EBA-4B4B-BE6D-74ECA29EB7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D06F6D-343F-48A6-9372-690D9DBCD5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884C44-B21D-4764-B179-7356C900E3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45F8D8-C532-414E-93C9-C1D2C46CF6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6380CD-76F5-4CD3-BA41-CC0DD6F56D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444BE4-C9C0-4401-A6D8-932E434B5A7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3A6841-38C5-4528-84DB-8CA482633E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6CFC6A-4117-4B96-BB33-D4F33BC520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D9CB12-2B3D-4DA2-9542-5AA79795D3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F6185D-0BE5-4EDE-92A8-0EAEABEFB9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7584C1-1A6A-4435-A4C7-286E686729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5FE812-D5D0-4453-A500-A4282889AD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257C78-0162-4FDF-88FD-334DC6DE6E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EBF7CD-1EAE-4D74-AC0F-6B8A6C1742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D02896-83A2-45DB-AA05-54C970744F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349001-D67A-42B0-844C-4F5B27A65E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679A4B-F468-48AD-9D88-4D96009110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1294CE-D16D-45F7-9656-BF1AEA0033D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A1F2DE-7659-4E38-906E-22D4BFFB1B2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7D4AB13-804F-4C81-8C7B-676E6EAF45B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7A63A1F-8FDA-4440-A314-2EF04239BA5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Iain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2205000"/>
            <a:ext cx="8229600" cy="3921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Determine the essential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Choose a concept that supports these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features around this concept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Make it look coooool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-541440" y="1484280"/>
            <a:ext cx="671688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Simplicity</a:t>
            </a:r>
            <a:br>
              <a:rPr sz="4400"/>
            </a:b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3938760" y="1413000"/>
            <a:ext cx="520524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Fashion</a:t>
            </a:r>
            <a:br>
              <a:rPr sz="4400"/>
            </a:b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Photo of a set of remote controls"/>
          <p:cNvPicPr/>
          <p:nvPr/>
        </p:nvPicPr>
        <p:blipFill>
          <a:blip r:embed="rId1"/>
          <a:stretch/>
        </p:blipFill>
        <p:spPr>
          <a:xfrm>
            <a:off x="0" y="0"/>
            <a:ext cx="9325080" cy="6962760"/>
          </a:xfrm>
          <a:prstGeom prst="rect">
            <a:avLst/>
          </a:prstGeom>
          <a:ln w="0">
            <a:noFill/>
          </a:ln>
        </p:spPr>
      </p:pic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61928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ahoma"/>
              </a:rPr>
              <a:t>Yuk!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Simplicity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3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539640" y="1557360"/>
            <a:ext cx="2570400" cy="4392720"/>
          </a:xfrm>
          <a:prstGeom prst="rect">
            <a:avLst/>
          </a:prstGeom>
          <a:ln w="0">
            <a:noFill/>
          </a:ln>
        </p:spPr>
      </p:pic>
      <p:sp>
        <p:nvSpPr>
          <p:cNvPr id="104" name=""/>
          <p:cNvSpPr/>
          <p:nvPr/>
        </p:nvSpPr>
        <p:spPr>
          <a:xfrm>
            <a:off x="3564000" y="1773360"/>
            <a:ext cx="5122800" cy="41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Only four buttons!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Still can access all features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324000" y="1916280"/>
            <a:ext cx="3429000" cy="3782880"/>
          </a:xfrm>
          <a:prstGeom prst="rect">
            <a:avLst/>
          </a:prstGeom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4067280" y="1557360"/>
            <a:ext cx="4619520" cy="45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Colourful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Cool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Very few buttons: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channels (five or so)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Volume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Other features accessed through </a:t>
            </a:r>
            <a:r>
              <a:rPr b="0" i="1" lang="en-GB" sz="3200" spc="-1" strike="noStrike">
                <a:solidFill>
                  <a:srgbClr val="ffffff"/>
                </a:solidFill>
                <a:latin typeface="Tahoma"/>
              </a:rPr>
              <a:t>display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on-screen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…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 LCD?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2005-02-04T20:31:56Z</dcterms:modified>
  <cp:revision>10</cp:revision>
  <dc:subject/>
  <dc:title>PowerPoint Presentation</dc:title>
</cp:coreProperties>
</file>