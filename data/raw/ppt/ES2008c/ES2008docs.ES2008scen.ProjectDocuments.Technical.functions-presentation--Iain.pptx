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7C40F5-1B2A-4955-A9CC-5982BCCEAE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CC614D-EC67-438B-AD2A-C837634955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A100A0-C886-48FA-A0DA-5F99FA63F4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B1986B-F229-4502-8918-CC435CA1B5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7CD38A-D59F-485B-B593-3ABC2FCA54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816336-A22A-42E9-BB9F-4A7C57D45A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E7AFD1-5DBD-45AA-A94C-480E120349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1F1E0A-A31B-4381-BFDE-5424258399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4BB6FE-2825-490B-B67D-47726558AB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8DC871-72E1-428E-A44F-F3971730CB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8325BD-042F-4BDC-BF90-7E02AD1E652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9DEC9B-C1C6-428C-8E2C-CBD4C69807E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CFD582-B4C2-447D-B908-2FC6C8023F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3FC7C1-EE28-4638-BC5A-16A91D08FA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C07A0E-D4DB-4DEF-946A-4BF2A83356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9B0C6D-A3C5-41AA-A4E5-1ADAAD2F7D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5D662F-0AD2-4E5A-AB36-AAB2DBB07F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CCF18C-7821-4257-ACB4-D16A00379C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D38783-CE1D-4430-A5D2-5A31670258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54A59A-1E0E-4123-9733-8A9A9AABCD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61422B-F15F-49B0-A8EC-3AB7DB7F4F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44F414-7B2A-4043-88D7-14F9576D77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5A0026-1D0C-4C0F-A7D9-257443996ED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8E8FC2-2B53-404E-A471-8C96A268D21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9B62F93-D41C-44D2-BDAE-C8A8D5AAA94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A0ED70E-A671-4813-9C0D-3640C80C8D6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Iain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Define specifications for the final product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prototype user interfaces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Conventionality?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Novelty?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Get feedback from others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Consider practicalities: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Technological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Economic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Examine existing TV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do they do </a:t>
            </a: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well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do they do </a:t>
            </a: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badly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can we </a:t>
            </a: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improve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on their design?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can we make our product </a:t>
            </a: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unique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95280" y="234900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Your friend?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125880" cy="1055844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6039000" y="0"/>
            <a:ext cx="3105000" cy="10485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Opinions on remotes are </a:t>
            </a:r>
            <a:r>
              <a:rPr b="1" lang="en-GB" sz="3200" spc="-1" strike="noStrike">
                <a:solidFill>
                  <a:srgbClr val="ffffff"/>
                </a:solidFill>
                <a:latin typeface="Tahoma"/>
              </a:rPr>
              <a:t>subjective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 want a remote that is: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Simple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Has big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Does </a:t>
            </a:r>
            <a:r>
              <a:rPr b="0" i="1" lang="en-GB" sz="2800" spc="-1" strike="noStrike">
                <a:solidFill>
                  <a:srgbClr val="ffffff"/>
                </a:solidFill>
                <a:latin typeface="Tahoma"/>
              </a:rPr>
              <a:t>everything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Looks cool, feels good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2005-02-04T17:38:46Z</dcterms:modified>
  <cp:revision>9</cp:revision>
  <dc:subject/>
  <dc:title>PowerPoint Presentation</dc:title>
</cp:coreProperties>
</file>