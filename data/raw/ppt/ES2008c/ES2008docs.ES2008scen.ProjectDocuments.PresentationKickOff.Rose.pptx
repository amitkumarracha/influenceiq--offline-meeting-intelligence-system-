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45879E-E6DE-4C3F-8024-1717C5243D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F60927-D7C0-468D-803C-E575EDD5FB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AC109D-0905-4FBE-AED5-CCD7135DFB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CCC4A3-51AC-4212-A442-5FA666242A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E810AC-DDBB-4243-8140-5138C54B7C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663161-4AF2-4D4D-B862-61D61AF831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0F499C-F854-4F6C-88F8-C51D73F031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67E08B-9EAF-4FC7-AE2A-B7FC70BD84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C18DBF-3DDD-442D-897D-67139D171A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C19FB8-AA49-4799-A8D0-24BB52C846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61DB5D-B028-4ABE-9D98-B40859BBE6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B73E8D-391F-4A87-8551-32FC26A921A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0058F5-18A1-43C0-9D7F-008AAA840B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4F90D9-5EF4-4605-870F-E76D5AEB69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596553-49D8-43AD-96D8-14FF67E123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0C5E39-5A5A-4D27-8B71-BC91C3EF3F7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B038CA-6A12-4447-91CC-AA21F320AD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EB7FA6-61B5-4B1D-8013-E2CB203A73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F7A1D7-4938-45DB-873C-146FD0AD1B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26975D-ABCE-4D48-9D82-A8E1FE8835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80601C-2E65-4278-B79B-C21731B7D8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518312-34E2-4701-A31E-FA7153CE3E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6EA628-41E3-46A4-A103-DCAFBEC030E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947DFE-8E2D-4AE6-AB3E-64A23D4CEA1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24E6079-7744-4A5E-9F73-1C8EE4543D28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32E33C-A465-4693-BE86-C677D3CC78DD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Rose V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Getting to Know Each Other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are a team!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2005-02-04T18:19:47Z</dcterms:modified>
  <cp:revision>33</cp:revision>
  <dc:subject/>
  <dc:title>PowerPoint Presentation</dc:title>
</cp:coreProperties>
</file>