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37F094-2DAF-4088-8F96-96A8149949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59C639-8189-4F6E-A1E1-3C5C4FC1C5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DC1942-412E-4FB3-808F-3E1A24BA46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D4FD13-1BD9-453B-986E-AE46705407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64053E-9965-448B-B8FC-B6D6265099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9DA25E-32C3-4DAE-9641-6628214C35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B65DD8-4DF2-4459-8150-BE063830BD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9D92B9-2D27-4E6F-9A78-ABC5923A01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0EAB69-D01F-4894-9176-878256536D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E5388E-ACE2-439B-BC64-DDE658328E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0E39AE-AAA8-481F-B2FE-E1F92082AC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8FB930-09CD-4485-8DB2-303E5794F4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AAAFB8-E5F4-43C5-89F4-4401096EFF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DBE4DD-E84F-40C7-A0E4-38AB81630B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D3BAAA-3F6F-4D79-AFE2-655055582F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F33B7E-5C88-41F0-BD24-CDF597E547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9990CD-5318-48C8-9EA2-A87B54358E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EF6FD5-B461-4856-B331-39243671E5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5DF8FC-F6B5-4DB1-8B96-E87FCC9778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5A212B-66D1-449B-B462-F565A3E2A1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BD8FBB-DB24-46E3-A60D-4FE0EBFA28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DED121-5BB2-49AC-AD82-EC14CC6E60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6D7E42-7B0A-494B-A3AB-257C46A72D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AD2757-B9DC-43CB-A29C-7FDD3FE798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280507-DF9D-4794-92EA-BEA0566096B4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58DD71-E3D0-456C-92A8-63630DB1EF31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Minutes from Functional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1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Target Group- focus on who can afford it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International appeal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For all age groups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Objectives:  Simplicity and 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Something to keep remote from getting lost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Large buttons for essentials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Possibility for extra functions (sliding piece)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Long-life battery or charging station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Three 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Conceptual specification of components, properties and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Conceptual specification of user interface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2005-02-04T20:55:33Z</dcterms:modified>
  <cp:revision>22</cp:revision>
  <dc:subject/>
  <dc:title>PowerPoint Presentation</dc:title>
</cp:coreProperties>
</file>