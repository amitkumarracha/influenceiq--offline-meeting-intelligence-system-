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0F539B-3670-4014-BD74-B259769449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BE3264-275F-408F-8411-DEC8E9B63C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51B13-F856-4834-A7CF-6FCB769B74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99D90D-6419-4C88-A000-526F4AB7CA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6F1438-A71F-4559-A9E6-1555049927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3159C6-A962-4363-A174-05A097B032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404637-BEBE-4968-BCBA-239A486F19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CD9246-59F1-4714-BA48-329F5561CD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7A3C86-9E11-4E66-94CC-472999DF10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801B9C-D564-4AD3-BD6E-DD82162B28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83B21E-1766-49E3-8076-9612B09494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DEB83B-712E-484D-B030-00617ED179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94006E-A5D2-4152-B970-CD294B8E6B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B12FDB-D2A2-43B0-8D50-8A05F30BC9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0F2AB5-8200-484C-8420-97C4DF2BFA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53F2DA-DF00-4E98-8008-EBD49D3DBD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8ED0DE-01B9-41DE-A50B-AFF544E9B2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F57222-01F2-403A-9C45-9BBCF4A6DD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C9AF8D-A8BF-4FCC-BCDA-3C5CF9307C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BE06CD-2112-44F7-B903-86FCEA0DB9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5F7DC9-93FA-4304-890C-8B79AB81F4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A4C943-92F1-42FE-8DAF-F737C2D303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3314BF-0620-49DE-8807-A6A48EA868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BBACA4-7239-406F-A86B-B2AD832457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3E9BFB2-4C80-4588-83D2-E71094C4CCEC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944E28-757E-4C8F-8B86-251F24063964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2005-02-04T16:22:46Z</dcterms:modified>
  <cp:revision>32</cp:revision>
  <dc:subject/>
  <dc:title>PowerPoint Presentation</dc:title>
</cp:coreProperties>
</file>