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55BE7F-DE87-4D0B-BE0D-617744B341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BDCEB0-FEE2-4220-B1F1-B76BA8CA1E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BB90D4-CC4E-4E90-A7A4-BF1044E47A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74242F-19CA-4AAF-BA9D-8AAA3DA6B9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565D14-4626-43E3-9A36-E94FCFFF6C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F0DF17-9E45-47F0-BA55-4F90534711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48AD9E-D417-4D66-B082-AF2538BA9F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38A7F4-8B67-48FA-B053-5D642D384A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388833-8C10-4B5D-8872-72AC811A14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D4D86E-B82B-480A-BF5D-A7364821BF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F27D4F-E13A-48CE-9941-D4A1032A435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546845-135A-4BB5-B603-B9FF167F58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98E083-E0A0-4AD7-BA69-EAB9D24D80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E8E271-344E-4A90-A9C3-785036CA38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3D9196-1383-426E-A809-F22E3DDF5F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0B7225-CCB3-4B8D-B96F-1CFBC208CF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B9F570-D955-4E51-A3F8-2D67700DA4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0D5D66-C882-4CA1-982D-FCF36D9ED9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D0C93C-83E4-4365-9510-4EA972D451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3C075C-1573-436E-9DDA-59C2AB8CEA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712F75-E54F-4B05-A48C-31C4282EC0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2B55C6-A190-4BD2-BC39-556FDBD6BD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B67E7E-9F05-4D2B-AE1F-7AF2A2FF60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2854CB-2EBB-4D87-81FE-B9372D50E2F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216399-5632-4CD7-9D7D-42869BBE29F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43BD41A-ADDD-4175-B6EE-DD50C73702D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General objectives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Functional Design Objectives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Requirements Specification: what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needs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and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desires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are to be fulfilled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Technical Functions design: what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effect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apparatus should have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Working design: how the apparatus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works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 fulfill its functions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Three 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Teletext has become outdated, due to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Our corporate image should stay recognizable in our products. Our corporate </a:t>
            </a: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color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slogan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must be implemented in the new design.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Decision on Functions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Who is our target group?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Keep in mind earlier objectives: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Needs and desires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Effect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it works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2005-02-04T18:18:58Z</dcterms:modified>
  <cp:revision>22</cp:revision>
  <dc:subject/>
  <dc:title>PowerPoint Presentation</dc:title>
</cp:coreProperties>
</file>