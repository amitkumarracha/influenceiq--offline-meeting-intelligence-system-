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1B604F-64E9-4087-89D8-4C67A654E7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0C44AA-09B9-47E6-BBE1-8661B32C33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AF9E71-BDF8-4854-9F60-48115938B0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F7ADA-A72C-45C9-8337-CC793B47CA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EC3944-8E17-42F8-BAB1-78A4277CB2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87A6C2-5891-4FDA-AA6B-8E05C4A198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F97284-0BE6-4090-9B81-D185B96FD1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8EFB1B-682F-40AD-ADE0-955EA3D5F1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6D7B40-B247-4520-9677-CFCD22D9E1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4F91EA-3A29-4EBF-AA28-0DA36C13F1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D16DA5-4573-4C69-8A97-70EA3DF64E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F035B1-356E-4AD1-B9D7-C8E47378A02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8B0825-3213-428D-9C3E-1F1B7FD325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B930B1-CA24-4827-9CBE-3FE56EAC50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98DB43-B48A-49B6-A03F-2B8882047B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CD8695-2933-481E-B40C-ADEFD3CBDD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C3FA6F-283D-4422-8850-65391BCBAB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9EC89A-64D6-4FFF-BEB1-2110C26DAF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63C10C-E1BC-4820-8CD6-680233F276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C0E523-665C-47A1-947E-B1936B7889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055FF0-A5E0-47FC-B3C9-345899A616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7B50AD-DAEE-4379-8251-83A10C15E4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CA6FF9-8CAD-42FA-AFAE-D44D4CD4A1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067ED6-8F86-4BAF-8DC6-04A22BEDE6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D28112-B85B-4B42-8945-2478485C6DF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F2A6DC-78BA-4544-9D7C-F6F762AFAC7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2005-02-04T17:22:22Z</dcterms:modified>
  <cp:revision>33</cp:revision>
  <dc:subject/>
  <dc:title>PowerPoint Presentation</dc:title>
</cp:coreProperties>
</file>