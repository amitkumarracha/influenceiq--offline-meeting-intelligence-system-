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961A09-FAC8-4365-9887-AAE1175EFBD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2AE104-1B99-4FF2-BA76-A14AB601F6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61B345-E037-4C21-9869-CE9A970DD6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1AEEE5-9F28-41E0-93E6-30F0A439C8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5BA549-05B9-4482-AE27-A62FC871F5A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CD58BB-AE33-4A6A-AF62-20908E542F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3358BA-D177-460C-816A-E73F665F2F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90CC7F-6293-426E-AD54-4B7633E594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C1FF6C-42C8-4D92-A207-8E71141C77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E576E3-CA19-4CDB-8697-175AE6F161E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768A94-C7E1-43F2-B77F-B53CCF0BDE9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2EA5FF-0A1D-45C6-8220-A8BFADA80F8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C2110B-DB51-4923-8C54-A7B71B617C0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844274-C05D-43A8-8890-EFF5F8285E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6EFBAD-2A92-4A8F-A446-6B1783DCBD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00B88F-19B1-49CE-96A3-4FE18DC6534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4C35F9-4D73-4F22-8D25-5576F3E4CF3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2DF455-BAD5-44E7-8B25-977B86EB3A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8A574F-8BAB-4562-98FF-2B1CBF19DB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85D8FE-EFF5-4DE2-8D32-D42F03A3E7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B50451-6CC2-4248-9DB5-18C226CBB7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DDB2AC-B5C6-46F6-A905-F04B2A9C4DB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A47F71-6B78-4D8C-BE22-7DC28E52386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E006DF-6F23-4F0D-A481-197B6D3FB09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9EB875C-BB86-4C0A-B37A-0A93C07BA37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9CD16AC-3D74-4303-A5AE-BF597CD7C24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Alima,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Examine each element separately, but design as a whole. Elements are: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Circuit board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Battery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Flat, curved, double curved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Plastic with elements of wood, latex, titanium, rubber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Push, scroll, LCD screen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Circuit Board and chip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Simple, regular, advanced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Battery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Basic, kinetic, solar, or old torch style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Curved or double curved case, variety of design elements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Simplicity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Push buttons, or scroll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Kinetic battery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Simple or Regular chip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2005-02-04T19:49:37Z</dcterms:modified>
  <cp:revision>12</cp:revision>
  <dc:subject/>
  <dc:title>PowerPoint Presentation</dc:title>
</cp:coreProperties>
</file>