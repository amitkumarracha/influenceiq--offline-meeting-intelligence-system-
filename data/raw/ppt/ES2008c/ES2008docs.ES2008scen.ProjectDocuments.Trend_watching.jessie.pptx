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E9465-89D3-43C6-9B49-11E0EFB2A0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0C8842-BAD8-4ED9-9BE8-E50ACA6A74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572E1C-383C-42D0-A001-BC0C17E026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918680-348E-45A1-BFA7-247FD349C9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E903B9-84F3-4A05-BB96-19AA045AF5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F3A1D-8B98-4858-ABBB-4F5F948962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F97F7-3045-4873-B207-4A8474FB75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EC156-9C3C-42CA-AFF3-A4DB343DB7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2AC2E1-F6FC-4FDD-B838-401FD1D543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E74B1-DF8C-47A5-8688-8132CB36B6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33CD8E-ADB7-4F60-9082-C91E9EA00B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34D65-62A1-407E-804A-A62C7ED362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DF4A6A-0A1D-4047-BA43-DF16F3CA0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37311D-34F9-40CA-B80E-2216D2A63B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7A6564-CEA9-45A7-AF02-70987C5993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6B7AC-717F-4DBD-93EB-C5C918D2B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422202-7B2B-42D8-B848-70C860D2E9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88BE54-48A8-42D3-8593-89178A1888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204C46-3AF9-4075-B429-18E5A11541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E3E3A-622F-4B54-B97B-6FD7E91D8A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0ED5DF-A4CA-4306-83CE-54EBA8BBD1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BBAA22-1D37-45D7-8B28-70202F511E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8E5DA-B9B2-4E48-A7E3-F1982E3FF9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DD2E49-D173-4A2F-8A2A-E98EB96E3D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4FC1A2-1C7B-48F9-8D25-433369DA85F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61CF5E-E963-424D-B030-FA48DDF9C0E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Market Investigation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 Watchers in Paris/Milan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IN" sz="4000" spc="-1" strike="noStrike">
                <a:solidFill>
                  <a:srgbClr val="ffffff"/>
                </a:solidFill>
                <a:latin typeface="Tahoma"/>
              </a:rPr>
              <a:t>Ranking Important Aspects of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916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#1: Research urges switch from current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functional look-and-feel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#2: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second-most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#3: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Ease of use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third-most important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GB" sz="4000" spc="-1" strike="noStrike">
                <a:solidFill>
                  <a:srgbClr val="ffffff"/>
                </a:solidFill>
                <a:latin typeface="Tahoma"/>
              </a:rPr>
              <a:t>Fashion Watch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This year’s top trend for cloths, shoes and furniture is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 for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spongy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feeling 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wants a spongy remote? Or one with a fruit &amp; vegetable pattern?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 wouldn’t want to make a product that is so trendy it’ll go out of style in a year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Slanted nature of research by Real Reaction is likely to favour fashion over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Disagree with ranking preference from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technology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easy-to-use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2005-02-04T20:35:21Z</dcterms:modified>
  <cp:revision>9</cp:revision>
  <dc:subject/>
  <dc:title>PowerPoint Presentation</dc:title>
</cp:coreProperties>
</file>