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C67E39-FE33-438F-8F3C-8C557BE8DA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20CD8E-8294-450B-91E8-79E8B7AA14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44BCD6-CA30-4BB8-A752-02F62AECCB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E18BD7-5582-4487-9F69-54A4EF1D25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187BF0-B9B9-482D-BBC0-7CEA1EB9B7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FB6123-C25B-4077-A0B7-50DD87001F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DE9F38-FC0F-4E7D-9CDF-38A33FC41B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76530C-1926-4E0A-964A-26051C4567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53F661-BCD0-4A6E-84E8-4DC3AB25C1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927EDC-6976-4326-8E0F-19033FEC3F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AF0922-5967-4334-BC1A-1CFBEB41F47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6B950D-372A-4AB8-B429-B2E99AAEA6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4BF635-24C5-425D-9671-35F4FDD3C6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41EE54-AC92-44A6-97D2-68EDE13164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2F3833-A656-4B7E-987C-047D38CEF4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809CFA-C115-45FA-8FDA-F086F38E28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53665F-DAFF-4683-8E94-59BF38E344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209284-6DB3-4754-8500-DF956DDBBE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E9F657-91DF-4BB0-A67C-F8D02428BF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1E2A19-4DDE-4BDA-9303-37F50B5698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19714E-AD8B-4669-9CC1-870D9B1F04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A48F71-9B83-4CB3-B625-0CE7684C64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7DDCBE-A04D-4213-9660-57990F9301C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D11095-1610-4C56-8633-BC584E686B9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020FB95-1CC2-454D-9633-B418D24D0B1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942A88-413B-44FB-8A05-174E8E60F1D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2004-12-14T17:34:13Z</dcterms:modified>
  <cp:revision>20</cp:revision>
  <dc:subject/>
  <dc:title>PowerPoint Presentation</dc:title>
</cp:coreProperties>
</file>