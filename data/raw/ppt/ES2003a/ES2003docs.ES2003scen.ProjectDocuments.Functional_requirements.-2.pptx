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8E0758-5D45-43A8-8004-63048EA870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21AE7-E2AA-4C8B-B31C-14B552F293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2D046A-246C-442B-AC6D-3206F1F5F0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73BA8F-007C-4786-AF7F-FDA7AC01BA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4DF8C1-5041-4D68-86BD-28E2BB8AF6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07D4EC-065B-4EA3-8D28-3A17E947A3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7FD6F0-4345-4F1A-A58B-665F1AADE6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89031-3E16-4F59-B7D1-CEFB8867BC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A7D78-A814-4FAB-802B-1D4DAB11FE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EA2AB1-0B1A-4350-8CF3-3AE8DBBEB8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8B075D-1F7B-4555-A888-5D49173334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591D3-08B0-4FE3-8A3B-A2A68B00F3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7202DC-3474-4547-8BA2-3F19967FFE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CC9C5C-1022-40B1-BF5A-8528A024E5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4F788C-D20D-454D-88AA-1ACAEFECE6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623E40-A9FC-4D47-AB69-8D5142431E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EF6F6-AF0F-4A74-8BCF-E77A797479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43FAB-B3D0-4C53-8AF7-3F86C56455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369EB-31ED-4366-A529-24FA2E48E8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98F0E-D8D6-4055-8CD1-4908F485CA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92D077-5825-4BE6-980A-95DD3C2248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5446CD-C557-4027-9831-8087841F1F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CC7563-6F30-4AC8-80A7-79DC9C3B3E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5FAC0A-3832-4CC8-BEEA-4330A9C386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BD0F66-0D30-4C87-BD5A-A412524BB59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206840-F3FB-4C03-9E0A-9ED14D2FE97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2004-12-15T17:28:36Z</dcterms:modified>
  <cp:revision>14</cp:revision>
  <dc:subject/>
  <dc:title>PowerPoint Presentation</dc:title>
</cp:coreProperties>
</file>