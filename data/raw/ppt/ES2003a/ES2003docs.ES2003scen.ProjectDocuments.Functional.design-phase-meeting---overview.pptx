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A8F3F-CF80-44D7-B33A-EDDC3D87D8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63AE33-2965-4399-B38D-4CFAD70479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CC0480-9004-4C9A-B9B8-24FED196B8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C08D55-09FE-42E4-B227-1F7AA63583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C59370-6529-46E5-BE09-D99EF66F58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B9885-5E0C-43B5-8E80-CEE19378EA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3E5BD3-C577-4A3C-8C9D-469152874C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E023CC-70CA-40FD-A0E5-8745DE0F0E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C11BE6-2E96-4786-BCDF-89FEF68334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05A3BD-DF61-4BB6-94E4-D889BB864E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96F20-1BCE-4AA3-B052-C3F2771658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5D8B3C-FC62-47F2-B416-70149D621A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925388-B965-4B4C-B3E4-CB4FA9218D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00DE7F-19B4-4938-85D3-F68347BCDD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C36451-B161-4CE7-BEF6-F146DD09D2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125659-6CD7-46E1-88DD-06C56C8E46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657E8C-713E-4808-9752-76159E797B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D3C515-3388-4C76-9D5F-3DB9EFEBCE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8884EC-E417-4CAB-979B-FFBF1ADCB3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BF2A6E-A5AF-485F-A61E-E4444496C1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3F06DB-1F59-49CE-A236-2FA7024EE1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23EE97-A255-425D-91EC-025A21E002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64F86-12AE-46D4-9D4A-2330BA7D2A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A1847-D031-490F-8222-2A0942790B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C48A59-5843-4FE7-A643-59AB00BDF3A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3A3536-29D3-40CE-B007-09438C27F51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User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must be implemented in the new design as can be seen below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2004-12-15T18:03:10Z</dcterms:modified>
  <cp:revision>21</cp:revision>
  <dc:subject/>
  <dc:title>PowerPoint Presentation</dc:title>
</cp:coreProperties>
</file>