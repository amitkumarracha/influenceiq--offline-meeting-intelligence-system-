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5CD9F3-4980-4734-9FAD-234A5A7DE3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6D4A3-EA6F-4100-A8A7-0FA6876E7F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1D3A8C-DCAB-4D73-8125-F341428548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535DB4-3848-470D-AB38-D7ED3D2EA7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393982-09E1-4EEE-A1DA-445E35D88A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78CCD8-8E1E-47B4-8FAD-F47A3F578C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C2D1C-9BF6-4AB0-8197-96623DA46C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C3096-EBCD-4F92-B3DC-DD4BE76846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6DBB57-FC10-4E06-87DC-D7FDE6A0E9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D7AEEC-D46D-449D-958B-5538C2A503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070785-2440-44D9-95F8-E58A41EB58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40C622-44C0-4EBC-83B9-760568E6EF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76052-CF3F-42F5-AEC9-B99377D014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4BBA8D-12C9-496D-8F8B-0EA3B42DFA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19E8AB-C6D6-45CC-8A75-A4E5442872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068880-EE83-4B91-B0D6-FF11F96229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F6F2C6-014C-46E1-AC4D-1145167A19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30C320-F51A-477A-BE27-67C4387DC9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A101F2-FDC0-4CD8-A811-D1FA9247D0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FB664-FF05-4135-BED1-92D984CBFF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B39AAF-45BC-4C85-97C1-67002807D5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15EEB6-8885-41FD-8B2A-9C63EE423A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A661EC-A843-4BA5-A6C0-DFB36C2F47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578A20-0D05-4785-9AA2-F5BA98F8FD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8F007E-33AA-4200-9D36-136918CA87C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BACABB-7BF5-4F8B-8598-C8FFDF36E43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