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DDEE41-8BB8-4A42-B9BE-F70A14DF3B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AD9A13-9AAF-4610-8C78-07E1DB35ED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B23A70-D47E-429F-9749-336E10CD90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7E97D7-BD88-4199-80D8-E2532BD5FC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C2740-BD7C-49EA-BB2A-341A012133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0FA00-D74D-440E-8ED6-4F251476F4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EC884B-6217-4B20-B380-E9968F2BB9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9E731-431A-40EE-8935-9436837CF1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A8BA8-8D00-4D79-AE5F-D9DB8610B9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AFF078-6706-4182-A082-95AED2ABAF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2DC2A-EA29-42F4-B8A3-29F5331D2D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FF394A-8DEE-42EC-87A7-D83372116D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4954F0-8E85-4074-85FC-C4C227CCF4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65DE0D-2671-4FAA-A06F-F7ABDAA3E4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836F83-70C3-4AC4-B31B-F2C717E0F7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0018D2-46F0-44A3-B184-03584ABDB2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B97FB-7BF3-44F6-B2B4-234842CD60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CEB19-A2B4-45AB-8F4A-3DCAFDA7F2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DAE5B6-1B51-45CA-9F6A-5BAF700D8D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1DCAB-E2C1-4ED2-A523-873708CF7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94DBEC-245C-4E50-AEDF-E7F777BD90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50B6E9-797A-474A-8C0D-09E4CD6715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36459B-13CC-43BD-91D3-28B2F18585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39BC81-39FB-400B-AAF4-8B1AC9B36F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9D5C10-E029-463A-B759-EFC5673047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657448-4C70-46EA-9C65-11B4D72399D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have looked at previous RC models for general design principles and considered how they may be improved on.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 remote control sends commands to appliances, in order to save the user from getting out of the chair.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Two main trends in RC design practice;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Engineering focused – aims to cram in as many functions as possible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User focused – aims to make the device as simple and intuitive to use as possible, but at the expense of some (presumably marginal) functions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 paring functions down to the basics, those most commonly retained are;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Channel control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Play, pause, stop, rew, ff (rec for vcr)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 user-focused design, but sufficiently adaptive and programmable to allow the user to decide what functions are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a small number of function buttons, plus joystick, with flexible functions – plus a display to inform the user what is set to do what.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2004-12-15T17:26:34Z</dcterms:modified>
  <cp:revision>9</cp:revision>
  <dc:subject/>
  <dc:title>PowerPoint Presentation</dc:title>
</cp:coreProperties>
</file>