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89B25B-5C03-458F-A060-58F5D84EF7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3FC6BA-6EA0-4FBB-B5BC-01C65E5023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395121-7A4E-4D0C-8B01-D4955A0531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22DE45-1DC2-4FD3-9345-1B1F33547C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AF0878-6EB0-4340-84B5-74ABA58B83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4DB8A1-CB61-49F0-A4CA-812F19A493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4CED3B-11F9-42C4-A8F2-B9441014E1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B5ED5C-A0D4-4757-9165-0B0BF222A6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0C414C-B43E-4316-9C7E-4DF4768E16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9C659C-AA96-48BE-9E24-2984D05979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CCC154-56DA-4C81-8F71-9B708E485B9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5BB0AD-4AE3-4F44-9C7D-87336F92DC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09788D-0DC4-409E-A529-8F2874B0CF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1D790D-BA07-41AC-844B-C790A841E2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75AEB1-0F13-440B-9A01-AFBD404D17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0F3AFC-021A-4B97-B0EF-E97BE463B4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32E502-CBA7-4A99-84F0-F73C5B984F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615086-67C7-44D1-8C6F-BEF9926A0F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97765C-61C0-485B-A2CA-81A4576924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9E92E5-8141-435B-9939-48B3AA6609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BD9222-4BCE-4668-B7F8-51E222620F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33C058-DE39-410B-8F19-C03A87EA7F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0CC467-2F58-4071-ADD2-577BC8A376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867A19-2144-40FE-82B8-2A8179B95F6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7A1A89-BCC0-4A6B-AB3E-B63B1D4F56C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78106C-E888-4250-A537-E1ED797B04A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2004-12-15T19:32:11Z</dcterms:modified>
  <cp:revision>20</cp:revision>
  <dc:subject/>
  <dc:title>PowerPoint Presentation</dc:title>
</cp:coreProperties>
</file>