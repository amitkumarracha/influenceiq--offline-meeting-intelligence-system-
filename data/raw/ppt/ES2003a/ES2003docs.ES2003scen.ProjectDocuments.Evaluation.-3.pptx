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4F5283-5BD1-4946-B626-8A8A94C2C7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9103AF-CA07-4C9A-BF8E-9545F0EB36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377F86-5CAF-4DF7-A6BD-9FA585649F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7D9DA3-FFCA-478B-8C9B-EA52FC372A1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32A190-66DF-4955-9987-A03ABFAB0FC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89A2C5-0AB8-4DEF-BFD6-546A1636993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EFF441-0CCA-487B-81B0-1F730BCEB3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984BD1-9A18-47A4-A8CF-74D2C14CFB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412D58-1339-4945-9E61-CB14B9E6D4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47ABFD-81A2-466B-B6A8-E11346E4DB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0637AF-0684-43CD-9622-4FADFE86740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CB161F-243A-4F24-905F-8ABC95E32F2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30E7CD-A242-420A-9D00-635C1AE5BD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D07584-9B5D-468B-BAEE-0C62046B155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F78C29-7CFF-4D3E-B9C8-92E375FA89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1EC8BD-7ECE-42F9-8B21-D6A974A4B1D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1B212D-BC37-4056-9E04-7F38E52B41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439367-5B8C-42D3-AE42-830F87DFFB3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AFF44F-E053-45F5-946C-BE8B8908364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58E51B-0961-411C-9694-0A12B52F0F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5E3A30-AE9A-416B-B7AA-BE6D0F6428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677A57-7E2F-4B1A-B3D7-6472E7C2B8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7014A4-2F56-4D3B-9826-E9507EE78D4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DC0B8C-D1FC-4B1B-A33A-3A90C62991A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4090906-B972-4C39-A213-6E91DA786A3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1196810-3283-45E6-BB5E-6913D2FA8B2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Ebenezer Ademisoye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51912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 have a list of criteria from the user requirements and 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 have to rate the product by each criteria as a group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 average score will give us an idea of how well a realisation our prototype product is the abstract product 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3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Criteria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Ability to stop remotes being lost or to find them once they are lost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Reduce the number of unused buttons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Easy to use interface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Easy to use for visitors (similar or same as above)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Fancy look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Technologically innovative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Material that people find pleasing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Inspired by the latest interior and clothing fashion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points are: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3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1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1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2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3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6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5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Average of 7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2004-12-15T21:35:20Z</dcterms:modified>
  <cp:revision>16</cp:revision>
  <dc:subject/>
  <dc:title>PowerPoint Presentation</dc:title>
</cp:coreProperties>
</file>