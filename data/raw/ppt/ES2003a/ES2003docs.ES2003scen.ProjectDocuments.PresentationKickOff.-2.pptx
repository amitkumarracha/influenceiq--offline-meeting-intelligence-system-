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87B80B-B132-48A6-8161-EA32D68A88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ECF3F2-28DE-4E38-B6C3-7AB5D163B0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0BA19-B78E-4F5C-9FE8-117D1E7F68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02A069-E196-4217-A42E-1765AF185D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FF0BD-3F97-4804-B162-FEB60DB7F3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C60CE3-4CF1-40F6-AD96-0CDF0FFE47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083E8-DE54-4542-8411-F297E46FD0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5521FC-38EA-4A01-9FD9-CDA2604872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4D7E3-91E9-4E11-8C6A-3A96F94054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2BA94-9CFB-40C5-8A87-CCF7AA98C9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56C282-4B3A-45E4-8C37-8942DD5960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B9328B-431B-4C9A-9015-B0B9D74018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BE77D-CD9D-41D2-9794-ACFE7E1518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55341C-BB75-4955-BF44-CC4C67BA20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8CD3F2-89DD-4D22-AA01-42F207D31F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DDD421-2EFF-4B58-91AA-D132D19EAA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D6844C-4576-4AF2-8F34-04E0860F3C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D30FA8-0E79-451D-825C-28E68A0ACA4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A4A1F0-9B0E-4790-9EA6-B3601F2BF9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74ECFE-8E8C-4BF6-81C6-DD06CAECFA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1FFBAC-DE9B-4837-B210-FEF2192EF4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7F8155-A3EC-4C53-A4BE-1A9059F82E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709C73-4C3E-4227-94A9-FC548AE800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CB304E-6DAE-442D-9931-006F8D59AF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998422-6F3D-492F-85F5-D44839890A9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F840EB-36CD-4CD8-9197-DA9243565EA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Adam Duguid,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2004-12-15T17:02:46Z</dcterms:modified>
  <cp:revision>33</cp:revision>
  <dc:subject/>
  <dc:title>PowerPoint Presentation</dc:title>
</cp:coreProperties>
</file>