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7E7EC6-53DB-422F-833C-784A0279BD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1B2C46-7F84-42C9-A253-FA4A675E94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3CAA51-9062-4CAE-9BB3-550C97EC47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3EC07E-F86B-4F89-ABBD-5FB63FAC08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CE72D7-B5E0-4CC8-991A-C15F931AE9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BEB0ED-0221-459F-99A4-BA03B07339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584F60-64F3-4289-98D3-2E1ADA22EE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A2EE8B-C355-4317-A9BB-F657A5A271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F6DA70-3AB0-429D-8FCE-19880F2A24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05DBAC-CBF4-4FD9-A5E6-50A03F44B9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8A1550-6C8F-4E9A-BF2F-3D6080E7B6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6A5FB7-3B42-4073-9C08-77F81E5A39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55B0BA-8E91-47BE-89E5-15C36705E0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B03BA0-1131-4A05-81EA-995EF021B6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F4918F-BF08-4D13-86CC-E581C023E8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A303D4-95CF-49CC-AFD2-0979E3F668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2F3256-DC75-4FBA-AAF4-15201B7100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BDC305-E997-47A6-A897-B527AE4A8E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ED5D9E-486C-4FBB-91D3-1B565AEB06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6A79A5-2D4D-4112-A724-9E9D756501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8905CB-2C05-41FE-8033-C0790CF56B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DC55CA-BF0F-447F-8BB7-87249DEE32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5B1084-4ECE-4114-B57B-E7FC2DFD7F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E25DE1-905B-4F32-864C-737FED9579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8922B4-82A4-4833-A3D6-20D6A925B9D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D3F195-AAE1-4DEC-86C6-354F878C548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