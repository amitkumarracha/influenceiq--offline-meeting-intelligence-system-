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A2ADC-77DF-427A-AF26-B912BE2AA3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0B9A7-BBEC-4311-83E4-6B3583B81C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EDA086-FDAD-4528-AAA9-0E6EBF6EC6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E5455-CAB9-4A97-9D32-E8AB1262E0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333CC-3A80-42BA-89B4-59D57840C4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036446-0211-4766-B0D4-2F2D2A8D35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054CB0-1EF1-47C0-A16E-A488EEC885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774F31-AA2D-44A8-A38C-09D6F4B435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C390C-C220-408C-8336-0A79790566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2DD5DD-3DE0-4A83-96FF-E15D5B19C2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4FF5B-5C55-4F27-BBE9-257D619F58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99E5A-77E6-4AAE-A9AE-89E6D2E140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BD501D-2A35-4ECC-9FDF-FBE7F51D72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31214-FD81-4C52-825F-622D32C63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E741F2-F9D2-4A31-984B-B2337B20D7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4F14E-D271-44DB-8C6B-73CC0691FE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CEFB47-A2F4-4FDD-AB71-C6363763C9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282A97-C99C-48E2-9356-219773AE48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E28BD-3AB2-4221-8875-66DB124CE5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D1FE74-E99F-4AC9-9236-FED12E1F57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5788BD-8DAC-4104-8706-612003397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12E73A-3B3E-4782-8BF9-777EA1E3E1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7A805-0910-4EFF-B8A1-9B22AFF169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49450A-3804-4C04-B4C8-BAF8989B67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208E46-3BB2-45FB-879F-320D6F9E06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0CB725-C886-4938-9A00-6697CBAA2ED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16.5 Euro for current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Cost mainly stems from use of LCD, buttons and joystick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Will have to go with plastic and a solid unit with a single curved design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2004-12-15T20:50:39Z</dcterms:modified>
  <cp:revision>21</cp:revision>
  <dc:subject/>
  <dc:title>PowerPoint Presentation</dc:title>
</cp:coreProperties>
</file>