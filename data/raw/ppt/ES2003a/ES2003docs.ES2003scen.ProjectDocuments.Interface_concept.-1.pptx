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FB4954-E435-49C3-BBB7-4854502968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411E8D-4D65-4BC2-8CA8-3CCD0012AC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6BAE4-7B20-40F0-BCD5-2A25489801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C7B994-570D-4AC7-9440-941F3C9647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FD0415-3EF7-4EFC-929F-0EFB140AB6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86DD00-21F4-436D-A3AB-BF69B6827B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9B2F80-B97B-4B89-A020-76E2D6CB51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6F4E45-AFA5-410F-8C28-C8C175E22D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8E4A0E-E7DF-4016-8D28-3429957A21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07775E-678F-45ED-ABCB-B86FC0468C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34ED6-0694-40EB-A600-0A57A9B109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B716D2-03CF-4974-8E96-AD6E271A37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7152FB-987D-457B-8468-62B9A29F85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6C374F-4AC9-4DE7-BA21-B127C9ACCD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E9A3BB-C04D-4738-80A9-D9F81F6321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963223-A0EF-4452-9672-F82F80CB04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A0BBBA-80A0-4B43-A760-2A2AB60A8A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3FED7D-E241-4FFC-9C6E-1DD7B23345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0076F4-459A-4AFD-9EE0-3DF1517633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22C518-36C6-48FB-8E49-AFD1C8E107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4A0324-E117-4F2C-AA13-322A55BC62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2CE9CE-A8DA-4381-8053-96BE34B094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203CF1-6C73-4DC4-B065-7428424133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148648-6B91-4D7E-A753-A822A76E0A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92E3D8-8DAB-46C5-92A1-2F979BFAE31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F1FD23-6B9B-4C53-82A0-CB8F86B62D7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Dave Cochran,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Ditch preconceptions and just think about how the remote will sit in the user’s hand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will have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Joystick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2 function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Lcd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Also, 2 modes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Basic mode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Menu mode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For optimal ergonomic properties, must be articulated so as to be usable for both left and right handed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Joystick to rest over joint of forefinger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Mid grip section to house function buttons, positioned for forefinger and middle finger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 to rest on wrist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FB is power button in basic, enter in menu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Bottom FB switches modes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USB to download programmes, or customise on computer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2004-12-15T19:43:17Z</dcterms:modified>
  <cp:revision>9</cp:revision>
  <dc:subject/>
  <dc:title>PowerPoint Presentation</dc:title>
</cp:coreProperties>
</file>