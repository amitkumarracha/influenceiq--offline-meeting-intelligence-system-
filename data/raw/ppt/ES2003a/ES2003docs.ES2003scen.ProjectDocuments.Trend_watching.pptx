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88217F-925A-4AE4-BC5A-EEC001368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67137-9E14-4839-B6E8-8AF79777BC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7B2952-D260-4FCC-A298-1B5DF8F9B3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E00507-108C-44B5-B18F-15D2B39796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AAF0B6-4EBC-4BDB-96FD-8FF6292681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50D91-AAD0-4BD2-97AC-6E748DC886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C3929F-E934-4245-9917-C482A40D0B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4468C-6E2A-477E-9FA2-006A4FA586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6A9177-0E05-4B5A-B2CE-9B10C710BD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E35D1-64E7-4276-859F-B2C14F76E8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6D9980-DCDC-4754-81EE-3B50B983A5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E5C77-7048-4747-8B2B-C00EB1A856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C8C999-5B87-48B0-A437-2151C0691B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C14AD-486A-41C9-BCC8-33B2DCE001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E77149-6D19-4E54-BD94-945BA4CE77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569222-A5DE-4D94-8C60-D45B118622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A0A715-83A5-4484-B0FA-7E783D423A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C60BB-34D3-470B-8590-A65B816511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2722D5-8745-447F-936D-540B26D8DD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97F295-841D-47B0-8554-B078D316C3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9E83EA-D56F-4D4F-A31F-4BDCEC24CD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CA755B-798E-40EE-8EEE-0102EC8133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1AF0AB-D2FB-4082-A938-94BF03A2A7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ACB8C0-E438-4C02-90DA-370A630E65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E9B19E-16D2-4979-B04B-E94120A5401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8016CA-8972-4924-A19F-4D78573CE2C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Compared functionality against appearance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Researched recently fashion trends from Europe 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 order of importance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Fancy look and feel instead of functional L&amp;F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&amp; Veg. most important for clothes, shoes,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Spongy is the new black for material.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We want something fancy and technological innovative… what we need is something from the future but not tacky….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 for clothes and other stuff… two options: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Stay well away from fruit and veg.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Incorporate the whole idea into the product, e.g. a potato peeler.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practical is spongy material for an electrical product? How do LEDs fit in? Can stress it is long lasting!!!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2004-12-15T19:18:19Z</dcterms:modified>
  <cp:revision>9</cp:revision>
  <dc:subject/>
  <dc:title>PowerPoint Presentation</dc:title>
</cp:coreProperties>
</file>