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09B321-535C-42A9-A8A4-203625616F8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1BADB77-0B14-4C62-9242-8ADB3F16A00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0CC5D3-44A4-42F7-9440-FF2733A7F10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DF9949-3C04-4108-AD46-F77A57D77D3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A139A0-7C62-40E5-855D-F4EC7AF1E78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3DE88D-3CE9-49AE-ABC7-F53303D4C38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533DDD2-ECF4-407C-8B47-AE2BBC1CBA5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E596FE-2AAC-4B6D-86C9-24BA8749970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70D059-7C5C-472E-97D3-45D91EFA77A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31A56B0-5F03-4C46-A32C-0872FA78E45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2E69BD9-7266-498F-8DCD-2C8C7847FC7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19BA3E-CE33-46B3-A04C-53EDA7FD76D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318D12A-5718-4F4F-8EE9-CE3E31EF22F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CFEEE09-B552-4D63-83FC-FB5FBE98FD7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BABECC9-F4F3-46A0-A885-E66422933B9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5155A6E-48DF-408C-85C1-2439B47D3D5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19D0319-F3C7-4735-88CA-7E8CE7A75B2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07EC8B1-AF44-41FF-A558-4F3E70D7DD1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A88F5B9-4238-4813-B88B-BBB6138794F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C952113-1459-4658-95AE-9E4BD3019F6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14245E4-514C-40D1-A0D2-9BCE919979B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A5C9AB8-86C2-42FF-A7FD-E6BD3ECFC93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CD933BF-9FAC-4BBA-89E9-4C67E959FCD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B72BDFE-5E01-4029-96A0-451B2A6FEE6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7D80A9A-B4E2-4E4B-9D85-6105689D1998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FC6D108-56D3-4B55-AACB-07F759DFE50F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Tarik Rahman,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case (properties: solid; material: hard plastic)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Infra red transmitter (off the shelf)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joystick (material: plastic)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buttons (rubber, plastic, touch)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Batteries (off the shelf) –sufficient for l.e.d., speaker, and buttons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LCD screen(plastic cover)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68360" y="2599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Internal 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3848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translate key-press into infrared light signals that are received by the TV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chip detects key press, translates the key into that key’s signal and sends signal to Txer to amplify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4648320" y="2374920"/>
            <a:ext cx="4038480" cy="2976480"/>
          </a:xfrm>
          <a:prstGeom prst="rect">
            <a:avLst/>
          </a:prstGeom>
          <a:ln w="0">
            <a:noFill/>
          </a:ln>
        </p:spPr>
      </p:pic>
      <p:sp>
        <p:nvSpPr>
          <p:cNvPr id="101" name=""/>
          <p:cNvSpPr/>
          <p:nvPr/>
        </p:nvSpPr>
        <p:spPr>
          <a:xfrm>
            <a:off x="5435640" y="1700280"/>
            <a:ext cx="431640" cy="1224000"/>
          </a:xfrm>
          <a:prstGeom prst="line">
            <a:avLst/>
          </a:prstGeom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"/>
          <p:cNvSpPr/>
          <p:nvPr/>
        </p:nvSpPr>
        <p:spPr>
          <a:xfrm>
            <a:off x="5724360" y="1413000"/>
            <a:ext cx="86364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chip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5292720" y="1268280"/>
            <a:ext cx="136692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chip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4500720" y="1700280"/>
            <a:ext cx="71892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chip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3848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4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For each button there is a black conductive disk. When the disk touches the contacts on the printed circuit board, it connects them and the chip can sense that connection.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7" name="" descr=""/>
          <p:cNvPicPr/>
          <p:nvPr/>
        </p:nvPicPr>
        <p:blipFill>
          <a:blip r:embed="rId1"/>
          <a:stretch/>
        </p:blipFill>
        <p:spPr>
          <a:xfrm>
            <a:off x="4648320" y="1963800"/>
            <a:ext cx="4038480" cy="3797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Battery: i) a hand dynamo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ii) kinetic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             </a:t>
            </a: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iii) use of solar cells.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Case: -&gt; Shape i) uncurved (flat)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                           </a:t>
            </a: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ii) single curved or even double curved.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            </a:t>
            </a: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-&gt; Material i) plastic, rubber, wood, titanium (not double curved)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Buttons – scroll wheel, LCD, rubber (if double curve rubber, must use rubber buttons)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Chip – button -&gt; simple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          </a:t>
            </a: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scroll wheel -&gt; regular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             </a:t>
            </a: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LCD -&gt; advanced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2004-12-15T19:36:42Z</dcterms:modified>
  <cp:revision>11</cp:revision>
  <dc:subject/>
  <dc:title>PowerPoint Presentation</dc:title>
</cp:coreProperties>
</file>