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presProps.xml" ContentType="application/vnd.openxmlformats-officedocument.presentationml.presProps+xml"/>
  <Override PartName="/ppt/slides/slide1.xml" ContentType="application/vnd.openxmlformats-officedocument.presentationml.slide+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6EA1A2CA-2369-4700-81F2-685DDD416EB2}"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C1DE99B-80EE-4125-A453-18DEB9529010}"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29CC197-6942-402B-9250-20B438CC36D8}"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FBA92CCC-C1EC-4A4E-9BD2-EC4499E47C28}"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11609453-20B1-402F-ADDF-D19320DD58DC}"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412A7D10-2170-406E-9DD0-E0A139604272}"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848DE7C-6850-4759-9331-28277EA398D9}"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9779777-9AA6-4824-96BD-99C9112FF603}"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5D3D7CC-3599-4C94-8C6C-77AB11678CE2}"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50E16D3-E54F-4A43-A84A-01758057FD6F}"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9E79AB16-8365-4319-9D72-0E3A221C7FE6}"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7A71390A-FCD7-4620-8CE3-02C157661919}"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5D9627C4-2FFF-4788-A7FA-05894BA286F2}"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0982679-5D16-4A52-B0ED-A94937BD61AC}"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22E563C-E8AF-486A-85F6-B9E7101DC91F}"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4855BDBC-ECC6-4127-A787-C3B51F77CB1F}"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7CF0AB7D-F87C-488E-92A1-598A6E1A700A}"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3D5C932-DDBC-4A94-8108-D7BE68EEB95A}"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A9AA6CD-2C8C-4962-9147-69536B4B2E04}"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972BD190-AF13-4957-9CAA-493FA982EC21}"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5776C2E-CE0F-4206-959D-2EDC4DEF6716}"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6C124F68-162D-4958-99A5-E08B1A1D2C00}"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C245DA7C-72FF-4491-973F-A7CA96FA473D}"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C8284F45-939C-4320-909C-4DD28C827E2F}"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016E52-7926-4AB8-8EF7-8AD6EF480F63}"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CE4A88E-7B06-42F3-B482-43ABB2139C28}"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Jahnavi,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pc="-1" strike="noStrike">
                <a:solidFill>
                  <a:srgbClr val="ffffff"/>
                </a:solidFill>
                <a:latin typeface="Tahoma"/>
              </a:rPr>
              <a:t>Specification of Components</a:t>
            </a:r>
            <a:endParaRPr b="0" lang="en-IN" sz="40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Case </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a.Plastic</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b. Strong</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c. no harmful materials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d. recyclable</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  </a:t>
            </a:r>
            <a:r>
              <a:rPr b="0" lang="fr-CH" sz="1800" spc="-1" strike="noStrike">
                <a:solidFill>
                  <a:srgbClr val="ffffff"/>
                </a:solidFill>
                <a:latin typeface="Tahoma"/>
              </a:rPr>
              <a:t>e. Use of coloring compounds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Integrated Circuit (</a:t>
            </a:r>
            <a:r>
              <a:rPr b="0" lang="en-US" sz="1800" spc="-1" strike="noStrike">
                <a:solidFill>
                  <a:srgbClr val="ffffff"/>
                </a:solidFill>
                <a:latin typeface="Tahoma"/>
              </a:rPr>
              <a:t>labeled "TA11835”)</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a. Highly sophisticated</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b. resistant to hign as well as low temperatures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c. with timer and alarm facility</a:t>
            </a: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Resistor</a:t>
            </a: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Capacitor</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endParaRPr b="0" lang="en-IN" sz="1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000" spc="-1" strike="noStrike">
                <a:solidFill>
                  <a:srgbClr val="ffffff"/>
                </a:solidFill>
                <a:latin typeface="Tahoma"/>
              </a:rPr>
              <a:t>Specification of Components</a:t>
            </a:r>
            <a:endParaRPr b="0" lang="en-IN" sz="40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Diode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Transistor</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Resonator</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Battery</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     </a:t>
            </a:r>
            <a:r>
              <a:rPr b="0" lang="fr-CH" sz="3200" spc="-1" strike="noStrike">
                <a:solidFill>
                  <a:srgbClr val="ffffff"/>
                </a:solidFill>
                <a:latin typeface="Tahoma"/>
              </a:rPr>
              <a:t>a. Rechargeable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 </a:t>
            </a:r>
            <a:r>
              <a:rPr b="0" lang="fr-CH" sz="3200" spc="-1" strike="noStrike">
                <a:solidFill>
                  <a:srgbClr val="ffffff"/>
                </a:solidFill>
                <a:latin typeface="Tahoma"/>
              </a:rPr>
              <a:t>Circuit board</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How it works</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You press a button</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When you do that you complete a specific connection.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The chip senses that connection and knows what button you pressed.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It produces a morse-code-line signal specific to that button.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The transistors amplify the signal and send them to the LED, which translates the signal into infrared light.</a:t>
            </a:r>
            <a:endParaRPr b="0" lang="en-IN" sz="24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 </a:t>
            </a:r>
            <a:r>
              <a:rPr b="0" lang="en-US" sz="2400" spc="-1" strike="noStrike">
                <a:solidFill>
                  <a:srgbClr val="ffffff"/>
                </a:solidFill>
                <a:latin typeface="Tahoma"/>
              </a:rPr>
              <a:t>The sensor in the TV can see the infrared light and "seeing" the signal reacts appropriately</a:t>
            </a:r>
            <a:r>
              <a:rPr b="0" lang="en-US" sz="2800" spc="-1" strike="noStrike">
                <a:solidFill>
                  <a:srgbClr val="ffffff"/>
                </a:solidFill>
                <a:latin typeface="Tahoma"/>
              </a:rPr>
              <a:t>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Few pictures</a:t>
            </a:r>
            <a:endParaRPr b="0" lang="en-IN" sz="4400" spc="-1" strike="noStrike">
              <a:solidFill>
                <a:srgbClr val="ffffff"/>
              </a:solidFill>
              <a:latin typeface="Tahoma"/>
            </a:endParaRPr>
          </a:p>
        </p:txBody>
      </p:sp>
      <p:pic>
        <p:nvPicPr>
          <p:cNvPr id="103" name="" descr=""/>
          <p:cNvPicPr/>
          <p:nvPr/>
        </p:nvPicPr>
        <p:blipFill>
          <a:blip r:embed="rId1"/>
          <a:stretch/>
        </p:blipFill>
        <p:spPr>
          <a:xfrm>
            <a:off x="1176480" y="2668680"/>
            <a:ext cx="6791040" cy="23889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5" name="" descr=""/>
          <p:cNvPicPr/>
          <p:nvPr/>
        </p:nvPicPr>
        <p:blipFill>
          <a:blip r:embed="rId1"/>
          <a:stretch/>
        </p:blipFill>
        <p:spPr>
          <a:xfrm>
            <a:off x="1225440" y="2784600"/>
            <a:ext cx="6693120" cy="21571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7" name="" descr=""/>
          <p:cNvPicPr/>
          <p:nvPr/>
        </p:nvPicPr>
        <p:blipFill>
          <a:blip r:embed="rId1"/>
          <a:stretch/>
        </p:blipFill>
        <p:spPr>
          <a:xfrm>
            <a:off x="1501920" y="1600200"/>
            <a:ext cx="6140160" cy="45259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9" name="" descr=""/>
          <p:cNvPicPr/>
          <p:nvPr/>
        </p:nvPicPr>
        <p:blipFill>
          <a:blip r:embed="rId1"/>
          <a:stretch/>
        </p:blipFill>
        <p:spPr>
          <a:xfrm>
            <a:off x="1249200" y="1747800"/>
            <a:ext cx="6645600" cy="42307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11" name="" descr=""/>
          <p:cNvPicPr/>
          <p:nvPr/>
        </p:nvPicPr>
        <p:blipFill>
          <a:blip r:embed="rId1"/>
          <a:stretch/>
        </p:blipFill>
        <p:spPr>
          <a:xfrm>
            <a:off x="2165400" y="1600200"/>
            <a:ext cx="4813200" cy="45259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4320"/>
            <a:ext cx="8229600" cy="8506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Findings</a:t>
            </a:r>
            <a:endParaRPr b="0" lang="en-IN" sz="4400" spc="-1" strike="noStrike">
              <a:solidFill>
                <a:srgbClr val="ffffff"/>
              </a:solidFill>
              <a:latin typeface="Tahoma"/>
            </a:endParaRPr>
          </a:p>
        </p:txBody>
      </p:sp>
      <p:sp>
        <p:nvSpPr>
          <p:cNvPr id="113" name="PlaceHolder 2"/>
          <p:cNvSpPr>
            <a:spLocks noGrp="1"/>
          </p:cNvSpPr>
          <p:nvPr>
            <p:ph/>
          </p:nvPr>
        </p:nvSpPr>
        <p:spPr>
          <a:xfrm>
            <a:off x="539640" y="1197000"/>
            <a:ext cx="8229600" cy="4525920"/>
          </a:xfrm>
          <a:prstGeom prst="rect">
            <a:avLst/>
          </a:prstGeom>
          <a:noFill/>
          <a:ln w="0">
            <a:noFill/>
          </a:ln>
        </p:spPr>
        <p:txBody>
          <a:bodyPr lIns="90000" rIns="90000" tIns="46800" bIns="46800" anchor="t">
            <a:normAutofit/>
          </a:bodyPr>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push button requires a simple chip, but a scroll wheel requires minimally a regular chip, which is in a higher price range. </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As energy source we offer a basic battery or, more ingenious, a hand dynamo (such as in 50 years old torches), a kinetic provision of energy (such as some modern watches that you shake casually to provide energy), or use of solar cells.</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Our products can be delivered in different cases. The general case is uncurved (flat). A more original case is single curved or even double curved. </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Findings</a:t>
            </a:r>
            <a:endParaRPr b="0" lang="en-IN" sz="4400" spc="-1" strike="noStrike">
              <a:solidFill>
                <a:srgbClr val="ffffff"/>
              </a:solidFill>
              <a:latin typeface="Tahoma"/>
            </a:endParaRPr>
          </a:p>
        </p:txBody>
      </p:sp>
      <p:sp>
        <p:nvSpPr>
          <p:cNvPr id="11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just developed a sample sensor/ sample speaker.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34</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2004-12-13T18:54:16Z</dcterms:modified>
  <cp:revision>12</cp:revision>
  <dc:subject/>
  <dc:title>PowerPoint Presentation</dc:title>
</cp:coreProperties>
</file>