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221B53-EF74-4AD6-B8A8-A48C591F8A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FC37B-F035-471B-8527-6055083B97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A975E6-DD62-4DC7-89AB-A12181A462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10D669-4492-4437-89D9-DC31F7946E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32829D-0F87-4B81-B257-34FB83D3090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8D42D5A-03A5-43C5-9574-72C6288755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2B7050-40A6-410F-9F95-239DE24606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8F83CF-F0C8-4797-B387-E55589D7B0F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B20468-8DF4-4BB7-96F8-B8115554CE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B5EC6B3-F9DD-419B-A95B-A1B4A8D26B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4887BD-60B6-4336-8520-9498C851F0C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A6B0B6-91FF-4890-859D-68451B98489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0F49B0-FB3B-421B-8178-2950E093BBF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35F48F-42EC-4079-9AF3-31E999E929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365847-3945-446E-B09B-9F934479CF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4B75948-082C-42B9-BB29-59F4F20F6E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E41F66-831E-4A2B-AAC4-FA7649D01F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8CCB7A-DC99-4019-852B-7D914A778A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442C12-2D22-445F-8CB8-E79AC0ABA7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92E841-32AB-4EDA-858D-E4970E98900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6E678D-00D3-474C-B775-39A83A7DB9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3016BE-EC7C-48B9-8F57-A9542E27BE7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F7BA31-122E-4081-AD6E-BD0E0BFA395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064BAD-5500-40DA-B3E5-1862CDB1431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C3F124E-D736-41D5-8765-87B346BCBA6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B53779A-0814-450F-8DFE-66CC12855D6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2004-11-08T18:50:49Z</dcterms:modified>
  <cp:revision>18</cp:revision>
  <dc:subject/>
  <dc:title>PowerPoint Presentation</dc:title>
</cp:coreProperties>
</file>