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5C7AA6-25D9-4781-B5C6-7895B3A1F7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292816-F2C5-478D-8135-6085514277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B3B283-B4CB-47C7-97FD-03B379CD3D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77CC57-DB64-4C6E-8C30-B78B59C4FB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526C56-4D26-4752-B6FB-0E375C858A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F97218-9D3A-404F-BDDC-DCED9D3333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5028BF-44FC-46B2-8F6D-AB0D385CF8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8896C3-5193-49C3-90E7-F5D414E4C1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8EB713-4602-4E68-A485-6C5EB7088C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E660DA-7EC2-4574-82F1-B975BE9EEA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D3B1D5-80A0-49E9-9319-0EA441A685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077CE4-D217-471E-ADBB-34FA332961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8D975F-D5DF-4183-992F-5E8FEF6BBA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FB6261-7A32-485E-94C3-8A0C6D94FA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4BDC43-D208-46E5-8823-D31AB8A02B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E35767-6901-4757-B910-F80F6DAB4B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5AF132-3EE3-4B9B-84DD-908B61B66F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5C80B8-534B-4461-AB92-AD0086B0EF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BDC710-4BFE-48EC-B10D-1B697F053E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F8CA36-7DFA-4D98-BC2D-E09DDEF1CE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B29371-989B-42AB-895E-020330FD09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1EC20E-4A84-470B-8E1F-78080E1155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C9071A-EA61-40CD-B6CB-AED3A5FEC4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120CA1-4583-441D-B381-B93B7C56E86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BA62C5-236F-48F4-A230-C4320261452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D842B6-4794-4255-A870-EDCB3F7ECDB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Reading press and ads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Internet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Personal observation in groups frequented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Small is beautiful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is beautiful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Eye catching is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Get to market before the competition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Develop one or two features we can dwell on in our ad campaign—too many will confuse the consumer and defeat us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Fruit and vegetable design – soft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2004-12-13T18:39:48Z</dcterms:modified>
  <cp:revision>9</cp:revision>
  <dc:subject/>
  <dc:title>PowerPoint Presentation</dc:title>
</cp:coreProperties>
</file>