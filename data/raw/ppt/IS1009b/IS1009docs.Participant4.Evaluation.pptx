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C599E0-3C53-4EC6-9290-888D9CF67A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42E658-4C21-4A62-8444-8A2CA8E5C3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B973D-F0B6-457B-8049-AD81F711B1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FFF85F-1EA9-48F6-BE2C-5A69FEADEA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202DA5-DA5D-4216-992C-1DBF0DD968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A42D2E-226D-4B92-A2FE-C3EC0A2817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9E3BF-9AC2-4400-B8EE-2D15F84CC6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615919-30FA-4958-9C5D-09D895E2A3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8D04BE-E0AB-408C-8DE8-85A2BBF126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D04C7D-FE29-48C5-880B-07AB41217F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0BA2E7-2969-4BA3-8D43-F9D1CEB496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18C4C7-7ABB-4057-8042-D84A047161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030269-51E3-4F2E-A0B3-0E873F617B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F141B3-FF7C-4558-82A9-F8A9EB5948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C566DE-AEEA-4C0E-B5D2-CB2359973A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E911FF-9C33-4230-87C3-5669433B6F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D1EF40-2D7A-47E1-BA2B-0102CC6C6C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7D5249-7C65-4D0E-9FFC-D9A2842950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3760E0-DA5D-4D25-A596-CEFB05B3A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CAEA9B-A6FA-4141-A891-5592869A94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35206-87E0-4E1D-8776-2C844C1F12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D99E2C-9EF0-425C-86C4-3A4F46A889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B9C845-6CDA-4B43-8881-3A19ECBA39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F0F44C-5D30-41E5-8A6D-4015B53408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57976A-4540-4287-AB05-C698E8BC5BC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7DC3B4-98BB-4DE7-9624-C6CE660C691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Will it sell????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people from various age and socio-economic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consumer research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Go with our best intuition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 biomorphic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Size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 bright warm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Feel as soft as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Shape biomorphic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Size small  4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Color bright warm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Feel as soft as possible 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points) 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2004-12-13T20:00:55Z</dcterms:modified>
  <cp:revision>14</cp:revision>
  <dc:subject/>
  <dc:title>PowerPoint Presentation</dc:title>
</cp:coreProperties>
</file>