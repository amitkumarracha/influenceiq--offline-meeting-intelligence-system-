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53484E-8F63-4C36-A703-9E0CCCAD531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007980-554E-4350-A991-E7F8E8ADDA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AA1F91-7927-4510-AEDC-83E85FE04F9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C4127D-6B43-4C6D-B952-737161EFB0B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718EE9-25A6-4250-8E1B-A9C882CA7B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795773-2397-4A62-A583-9CDBCB525A8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7DBEC5-0708-4FFB-8361-2A78B111BD3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B50BBB-0085-41AE-AAF1-B6AF535418B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FE52A2-9B4D-4FD7-A146-071027B6D77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4290B7-3284-4FC6-B7DE-27016AC7749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14A249-DD05-4F93-92BE-665C806F507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776025-1E61-4989-BD4A-98078B6B57E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0A2A0F-2CDC-4269-B490-DAD57D66070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F50720-D0B0-4F1B-A38C-56A436DEF0C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9CF1DC-EC1A-4445-819B-A447D56A81E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8B604F-2030-4DBD-9256-F4E518C3A13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8B29A3-287E-4ADE-BB85-01B902345B7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28C157-245A-4E45-B5DD-61DC3A47ABE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749202-2724-4E31-A4D7-1A09A88027D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ECBAF7-9FD4-4395-8752-23CEF58294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3B3F4E-7D3F-463E-94E2-14B8E16B51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81D867-3BC9-4989-8F7D-E1EA632AE02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16B2ED-B4B5-4AC8-8BEC-4843BFA8BA1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91E5A5-AD6C-46DF-BCD3-5CC8FBCD482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6093E3F-79C7-4550-A01A-2B63F4F0298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5572173-7B85-48D1-9EEB-BD9B781C61E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Final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Presented by: Jahnavi, Industrial Designer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And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Francina User Interface designer.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Look and feel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We have made a model which looks like a snail and made up of clay.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a. form: snail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b. Material: Plastic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c. Color: Blue.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Interface Elements: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a. Function: 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 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i. Switch On/Off button placed on the top, material used is soft rubber, form is round, color is red.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 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ii. LED: front, florouscent green, bulb, oval.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 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iii. Mute: white, side, round, soft rubber.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 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iv. Channel Buttons: round, yellow, soft rubber, both sides.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 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v. Next/Previous channel buttons &amp; Voice control buttons: Orange, round, Soft rubber.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 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vi. Menu button: Green, round, soft rubber.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Case holder could be in shell shape.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2004-12-13T20:02:33Z</dcterms:modified>
  <cp:revision>11</cp:revision>
  <dc:subject/>
  <dc:title>PowerPoint Presentation</dc:title>
</cp:coreProperties>
</file>