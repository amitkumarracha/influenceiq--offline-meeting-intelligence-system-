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6D6101-7636-498B-87D9-6E8711D5FE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0CC23-9A74-448E-B671-7D7B75D31D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A09A61-42DD-448B-BC8A-1F5C6B0B12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122CA-3597-4135-9233-9A6BEE3C72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136F9-BFB4-4EDD-BC67-15466141AC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967E85-84CA-42C6-86BF-8BCE2CAD4C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C92402-EFAB-4D04-A321-0CE94C5FDA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8E828A-BF04-4921-8E18-AA81CF0202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02D25D-12A0-4811-B3A9-7602595E5F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54DC04-AE24-4A4A-B289-4A87AB1069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35F0E2-6FFC-4166-B162-F9D80D74FD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3FAE5A-45DF-4219-8FF0-1DADE3851A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417B7F-BA8A-4363-8AB8-852C717938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B06EE3-D6B0-4F90-9ECC-D208D91DC9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74DB79-F6CA-4188-8822-566744231D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6C2A77-19DB-47D6-A5CA-28E2B92B07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66B926-9520-456A-9987-5EC954DE09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A4BCD1-3975-42CF-AFD0-3E6F40C8EE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715AE-6EB3-4E73-8F36-D319991A6C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190DEF-7545-440A-9127-C02E8D01C4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8FD4C5-2AAB-4E0C-9EEE-F19072A395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27DCAF-C5B4-4BB4-8920-C841D98847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1860D9-4E68-4566-8F09-98B873FAF4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25573C-8C9C-4688-B806-B49A0D153A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379AE8-29E8-409D-AC68-A2AC69A7200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6FF540-7B35-4E4C-A419-CEF0B075214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Gather suggestions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Accept/eliminate suggestions according to design and budget feasibility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industrial engineer on cost and lead time for each feature (we need to go to market by Sept for the Christmas market)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user interface person on “friendliness” of features and hierarchy of importance for inclusion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Whole house control will not be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Some extended electronic entertainment control should be possible, i.e. DVD, CD, stereo tuner, vcr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Concentrate on « sizzle »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Shorten learning curve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Simplicity is good - minimalism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Finding it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Should be attractive impulse purchase at 25 euros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put the fashion in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2004-12-13T16:28:54Z</dcterms:modified>
  <cp:revision>16</cp:revision>
  <dc:subject/>
  <dc:title>PowerPoint Presentation</dc:title>
</cp:coreProperties>
</file>