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584BFC-E3B9-40F0-8CBF-9CB1F5149C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A9EDA6-6EA0-44DA-A96F-3A3F772793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038820-7858-466F-9726-9F8D5C4D65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3D8919-F376-44C9-A274-8CA1C728D7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08BD6F-C7C8-42BB-89F0-CF25CA97B1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73AD4-80F1-4343-B343-7C27EC5FC9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2E8464-CBB7-4115-8C4B-3216BA0FDF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D0014-803C-4D51-B19A-425D6A36F6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57B70C-16B0-49B1-8AFC-635949DF9B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049575-FE3B-46AB-9B9A-1209CE0369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A301AA-5F7B-4339-8A2D-B078D575DE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398FCA-D6DE-4696-9F85-B512C2383E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1A902-8932-4F58-8403-7DA9917640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09C551-8BD2-42EB-AA2A-EC06F6FF08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8FC2D9-400A-4548-882E-FEC31C7878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45D47B-AD96-4C28-93CF-ADFB05DB44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458B03-8956-4899-B1CD-19FE69A8DD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A8BC04-94C1-43B2-8941-13361FD4A3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A1E5B0-9408-4851-80C0-A6867C9476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B230BC-2DF0-465E-BB07-B4B4E4E07C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CE7B8F-C011-40AA-859C-0CFFCECAFF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319DAE-F653-4EE1-B0E3-276A4B530C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681F7B-35D8-4AB5-B2B8-19F2CE64AB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30A605-B11B-4740-988B-CF0D6526465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182F06-978C-437C-BE2A-569816BBC06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A43C7B-9F5F-4AB0-A207-FC6CC07F933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Jahnavi,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An energy source(say battery) feeds an integrated circuit (chip) that can compose messages, often in the form of infrared bits.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A user interface controls the chip, and accordingly the messages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115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Extra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text/ buttons which can be seen even if it is dark (like flouroscent)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beep if many buttons are pressed at a time.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Child lock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Make it usable for more than one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Different shapes.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Display clock.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Bulbs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Infra-red bulbs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Battery(power suppy)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http://messenger/AMI_DEV/HomeParticipant.htm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2004-12-13T16:32:43Z</dcterms:modified>
  <cp:revision>14</cp:revision>
  <dc:subject/>
  <dc:title>PowerPoint Presentation</dc:title>
</cp:coreProperties>
</file>