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33E474-8CBC-4B25-AB74-4D5CA803EF4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BE1721-D987-465C-95B1-9060E6B490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F5D517-903D-4275-A387-C039CDB17A4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E08B13-F50B-45B1-8DB5-DCF800E7CAF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48DE92-1FE6-4548-9E64-51738BB2D82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B08A92-60C0-4816-BBE1-42BA5DBD962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3D8C94-8A72-4D51-BCC5-5E1B9E47D12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BC63F2-0F8F-493A-B0AE-491A40FC581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F57968-F965-4223-9225-597879EDE0E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F0C729-1499-4427-A837-310D3522613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89348F-72C9-42E9-AC39-35F6A312508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65C03A-3F7A-4F0B-9990-30E4489785B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A8C8FE-7F2E-41D5-A26F-CE13B8B71C8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A60CE0-3226-408E-8138-C2455885966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7FA868-CC82-42B8-B3B4-F7170E23EB6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F5F666-489C-4A1D-8403-4219F4F850A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3552F5-D5EE-4C74-9538-5C8470EE83D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2E6F91-C8E4-4D31-B757-776005CF6AE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2270F2-8AE9-4096-AA08-CB5DF32F2C0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D4606E-C1E4-4F9C-B6CB-2061883DCBA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42EF45-4F8D-4499-87C1-166560B06F6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63D090-F23E-4298-9CE6-DC30DF95F2F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5805E3-B19F-4BB9-BB12-D59045AA778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F026BD-83B9-48B2-B654-53F57E142BD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88BB563-D587-4715-B533-C4CD7D49142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E7BCAA7-EC7A-46D0-9A47-0290658E14B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Now: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cosmetix</cp:lastModifiedBy>
  <dcterms:modified xsi:type="dcterms:W3CDTF">2004-11-08T18:27:56Z</dcterms:modified>
  <cp:revision>18</cp:revision>
  <dc:subject/>
  <dc:title>PowerPoint Presentation</dc:title>
</cp:coreProperties>
</file>