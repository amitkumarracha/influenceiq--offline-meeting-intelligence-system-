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63F282-30EC-432F-A75D-5821B98D9BD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591677-BA0C-4D39-BC5F-A638EF3F6FF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F8A789-67F1-4DFF-8CCB-6C36BE6A82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74ABAC-DD5B-4383-A70D-86A67D63822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4E8E57-876D-467B-9FF7-3E0C6F46508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BD4CC6-7B17-44FC-A5B1-1E76AC2DEC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DD0A6F-A4B1-40FD-B20D-79F25DD9F8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8DE7E2-13D4-4FC1-917D-5503CEE7ED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0F0DCED-C8D3-4736-86A4-499AEE0AA2A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1A88B1-E04B-4D91-8192-6A2807D5EA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A67FA5F-AEDA-4C38-BBFD-C968ADFD067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F04AF2-D7FB-4C90-9BDB-552068D8593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50D8AC-B0B1-43AC-A146-402A23980AF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86196E8-55B8-4545-8F3F-9800F09877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7F44D5-E7BD-4D6C-A0BA-66FB3536A9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511439E-552B-4B2A-AE8B-AF9C9CC5F94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F89ADB3-75F4-4620-8C73-C6E2E47242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B6CCC8-190E-4B90-AAAE-D33A2677695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ED03C1B-23C0-4BA6-BD1D-25B760FBEA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80B4233-3D7E-4FF9-B1EE-A57C332DE5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1C2D719-6779-4524-99AA-8F43FB2BF4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117DBC-D8D6-4D73-9216-E02888D3B0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688C7B6-1098-43B0-AC0D-A7522D96BD1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44CF47-BBA5-454A-821A-70C228A69DF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206451B-8F7A-4958-9515-2A568A2024B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2CB011C-ED20-4452-BFB0-18D9D35A731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Detailed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Prototype presentation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evaluation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Excel sheet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Calculate production costs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Are the cost under 12.50 euro?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No: 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redesign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Yes: project evaluation (next slide)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process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Satisfaction on for example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Room for creativity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Leadership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Teamwork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Means (e.g., whiteboard, digital pens, etc.)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New ideas found?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Are the costs within the budget?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Is the project evaluated?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Then: Celebration!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cosmetix</cp:lastModifiedBy>
  <dcterms:modified xsi:type="dcterms:W3CDTF">2004-11-08T19:02:27Z</dcterms:modified>
  <cp:revision>18</cp:revision>
  <dc:subject/>
  <dc:title>PowerPoint Presentation</dc:title>
</cp:coreProperties>
</file>