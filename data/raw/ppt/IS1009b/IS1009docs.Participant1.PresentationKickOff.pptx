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BFEB47-172B-4045-9682-8D2644C5810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3E3251-01BA-41B5-AAED-21A58924CD1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FF138D-AE83-4E96-A81D-6C7D14E229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E69501-7752-48AE-9786-E9555617F34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849503-D2F7-4A44-A74D-A45744CE3DE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EB6640-08DA-4814-AABE-F1B04EF0487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0E17A7-3C6D-4173-874B-510FED462FB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4C4C2C-BFC0-4BB4-8AE5-467FAE226F6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E027BB-B494-48FD-A704-1D68C81629F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9C2DCA-93CE-4B67-B9E1-24FBB0D174E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7E324B-92FB-42EB-8E18-505F0B02455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02E6C0-8395-4B88-BCCA-0C30D3E6B09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7A9FEE-50B6-40CA-9482-91AAC0E5384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B94C05-0FB9-4947-9618-2EAE95A90EA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7E348A-5F84-4CDC-B9B4-8DCB62B4EFC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A6173DF-3DC5-4D2D-AC01-7B2956EE5A4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43FD4C-E8E4-4640-A36C-275BE7BB917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F70C0BA-4EF1-498F-9222-112FC2B2F64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6AB208-F9D4-471E-874F-41E8755A390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F6342B-281C-4702-ADBF-DD45D65DA0D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49C6B2-F2CA-4AB2-8955-A29A522147A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4F5656-164A-40F9-86C4-8316A6EFB18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AC69460-9BCF-4474-8D14-1B4302FB626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CABDF8-4B65-4F3F-B3E5-06E156877E6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00CBC6B-4285-4452-B5AC-EDDFBE0F3E06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EE24ED7-F3BE-42F3-9EA6-4AE4809DD102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Try out the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Participants can draw their favorite animal and list its favorite characteristics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Profit aim: 50 MEuro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send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cosmetix</cp:lastModifiedBy>
  <dcterms:modified xsi:type="dcterms:W3CDTF">2004-11-08T18:06:46Z</dcterms:modified>
  <cp:revision>32</cp:revision>
  <dc:subject/>
  <dc:title>PowerPoint Presentation</dc:title>
</cp:coreProperties>
</file>