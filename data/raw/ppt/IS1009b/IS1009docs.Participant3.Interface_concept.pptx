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8EE43D-59BE-49DB-A64C-A24741F042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695FDA-C39F-4DFD-9534-BC7FC1A822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DA19CC-8BBC-47EA-BAF5-945B65998AA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1DCBE3-E774-4AFC-BE18-7F08AEB7F50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614BF-D3B6-4400-9390-42E37AECE1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198483-3694-4E65-88E4-16ED65D581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5C17D4-8FCF-430B-88C6-8A1E5B5810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7F2B9-5FD1-4FBB-816C-231FD8B2FE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88C170-44AB-4FF3-B059-26F2BDE5A8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6829E8-8336-45CC-9384-EA9237328E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512E5-8B11-41A5-97E2-4440750D2A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19381A-61CD-4490-9D68-3FC87E54A89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59DA3A-85E2-433D-82D2-B35718371E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EA0F78-0E4C-4BC9-B6E8-B953E8BB10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DC0D71-93F6-4468-8869-32A6317E3B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C06153-C5C9-4A7C-B39C-90D686E26E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BD2036-B749-4A46-909F-89889DA71AE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857F7B-E214-44F7-BD58-B9DD9E3DCA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348810-E3F4-4285-BA94-946A68F425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4FE6998-C255-4741-931E-C40102BBFA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FCA015-6D59-4C74-8153-BD468E24E4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7CF42E-3D70-4CD9-AA48-C48D1E4134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6DA14B-EDB0-4B44-AE3C-FB8348952B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6B590D-503C-4EC6-90D4-F4A131A792B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3204CE-6358-454C-8E36-A72FDF90BF8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12CBD53-7B62-4FDA-A52D-0BA3F3FC3E5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981000"/>
            <a:ext cx="4038480" cy="514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function of a remote is to send messages to the television 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messages are 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1.Switch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2.Switch to next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3.Swaping the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4.Switching on to a particular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148360" y="836640"/>
            <a:ext cx="2952720" cy="528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turning the volume up/dowm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for getting subtitles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to control features like colour,contrast,sharpness,brightness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Memory 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Mute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recognition feature :integrated, programmable, sample sensor/sample speaker unit such as voice recogniser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700360" y="46080"/>
            <a:ext cx="3743280" cy="597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Different interfaces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Photo of a set of remote controls"/>
          <p:cNvPicPr/>
          <p:nvPr/>
        </p:nvPicPr>
        <p:blipFill>
          <a:blip r:embed="rId1"/>
          <a:stretch/>
        </p:blipFill>
        <p:spPr>
          <a:xfrm>
            <a:off x="468360" y="1341360"/>
            <a:ext cx="8351640" cy="46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Stores Up to 80 speech samples, Controls 4 Devices -TV, Cable/Satellite, VCR/DVD &amp; Audio. Record your own verbal labels that is connected to a remote control function :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4572000" y="3645000"/>
            <a:ext cx="4176720" cy="24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Child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friendly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692360" y="2276640"/>
            <a:ext cx="4392360" cy="367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Oversized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1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16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1463760" y="2205000"/>
            <a:ext cx="4763880" cy="40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recognicer which will respond to voice.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2004-12-13T18:50:42Z</dcterms:modified>
  <cp:revision>19</cp:revision>
  <dc:subject/>
  <dc:title>PowerPoint Presentation</dc:title>
</cp:coreProperties>
</file>