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83AD4B-0498-4165-AF4D-613994DA24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4ED431-8020-4411-AEF7-CB3885CABA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D7AF9F-AA19-4FC0-837F-ABAF3890BF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CC16A-0FB3-4D20-A68D-C3731D56B1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390BB9-8EBC-4061-9230-E6DD0F6BFD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5C1B9B-A818-461A-80C9-0DE0A59EC6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D95092-D1F6-4AF7-8F8A-83E35E69F0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A0A8C8-4447-467B-812E-84B08A37D8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988BAA-ED79-4FA9-A0CA-DB3102D16C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C28415-0077-4BA1-A32A-7D7CE87202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EB403C-3931-4546-A83A-4A192DC85F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0508BC-6339-4513-B5F8-30E6BF12EC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9A62A1-EC39-46F1-878B-9E8CAE9692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099DD1-7C62-4091-A9A7-B94A154DAF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0E6B0-CC7D-4D5E-B98F-EA4B83421F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1B6B5C-A420-4F34-BD7A-8917FF19C5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3ADFA-B1C9-4DCB-BD3B-281D2F5BEA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C99C73-B64B-44E7-875E-1DD39AA5E9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2E33AC-90F2-4634-8682-92C590BA7B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8DD4D0-B561-423D-91D8-C5697A0B55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B98377-0B30-4222-94BF-7540A45D7D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2C3925-69D3-450F-8C92-B3DA537E1A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03E34E-9841-45F4-B3C7-B713A70108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897B8A-B1F5-4558-9549-7FC0B72FA9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BD3EF9-A2C9-4FE1-83B9-052AF1575AE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ADFE72-42EA-4BE0-A0EF-11FC7208CBB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by:francina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1.functional design :purpose is to control the television function using a remote.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switch on/off button 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signal or a LED which can be used to change different functionalities in the television.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some timer to set for viewing a particulat programme or switching on/off according to the user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a child lock system 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It should be compact.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It should be in the shape of a “T” alphabet for more compactibility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Using of plactic for making the remote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There are different remote which can be used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Infre red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Radio wave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Remotely controlling a range of television functionality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Multipurpose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Child lock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save electricity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Timer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2004-12-13T16:31:22Z</dcterms:modified>
  <cp:revision>11</cp:revision>
  <dc:subject/>
  <dc:title>PowerPoint Presentation</dc:title>
</cp:coreProperties>
</file>