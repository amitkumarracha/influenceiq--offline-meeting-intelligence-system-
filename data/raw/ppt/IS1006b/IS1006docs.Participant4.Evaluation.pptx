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06A803-9992-4C20-B71C-3DB3071D64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D1A7B6-F055-4DD7-A492-AA4D878FE3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ACA96E-C4A2-4B9E-8906-C0B8A60CA6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2C349D-08F8-43ED-9C47-DBDDC4E0A65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912CEF-3FAA-43EA-9D86-2B6B4D64D9D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FC09EE-4ED0-40BF-8680-E5D45AF8566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0F58A4-ED00-40A8-8A2E-6C4FFEB36F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CA9D4C-5236-4375-823D-CC4D76C6AC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B21F9D-C2F6-49F0-A2DC-BA4EF312B8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3D67E1-146D-4137-89B9-873C1B49786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AB3962-AD9C-4F34-9FD3-4D6D569A821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D051CA-FE9A-4DA8-B0CD-5FBC51368F0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F7BE45-85C2-4461-9B69-6DB4860277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577D0F-311B-4576-B048-D925D081D8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A813AE-44B8-4B89-808C-2489AADF7D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FF8128-05D6-4A44-8398-91A677744F4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F7CA99-62C3-4B17-915A-65F078963E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DFD933-A65E-4E03-9CA4-A556B44137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F9E24F-B5AE-4B3D-8DC2-04A977052CE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C55C88-57EB-4C25-9A22-003C68609C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32253C-A2C6-4519-A521-4B308D8AC6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7F7DFD-AD25-420C-923F-453A43C8AA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27E3F6-2433-4AF1-AF58-4A4875E6ECF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18123F-F21B-4050-B323-1B05CADE7CA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A763EBA-D4EF-497A-B7AD-81DE5324EC8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9227BB4-E022-4D75-9F19-3F4FCBC6AF5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Samy Bengio,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Evaluation of the prototype is VERY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 need quantitative methods to assess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Let us use a quantitative scale: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From 1 (strong yes) to 7 (strong no) for each criterion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Then, average!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Fancy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Technology-full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Robust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Useful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Right size and weight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Right color and shape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Adaptive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2004-11-30T18:34:08Z</dcterms:modified>
  <cp:revision>15</cp:revision>
  <dc:subject/>
  <dc:title>PowerPoint Presentation</dc:title>
</cp:coreProperties>
</file>