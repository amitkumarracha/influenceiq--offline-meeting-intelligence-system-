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09AA6-D021-4818-96CE-1B128B5DD7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1D7292-2703-446D-BB6C-2463749869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4B55B-28CB-44C2-8296-7B33A3AE40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DA2BF-5EEA-41CE-8EAB-F5A5AD24DC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1BC91-03F7-4D71-982B-12DAFDF607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36AB0-C0F1-42E4-B4D2-027D99668D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726447-0FA4-4363-823A-5936961B13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B76BBC-F37F-4709-BFC1-DE2978946B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E483C-9DDE-4CEE-A195-AEACACB2E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97EEE3-C1EF-4A2B-B6AE-6658A98100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8D603-E2E9-4059-9778-A2B9A19D83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2BE335-2AC8-43D9-8BE1-5A2DAE9D16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77ACD-ACCA-48A5-90A5-7E4BEC1F5D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7E9C7-95D6-4104-9404-E6C71B0685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2643EA-9932-4687-A8FA-528FF55DE9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22F0F8-BBA4-436F-9DC1-25CF7894D2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22D11-7DFE-4193-9BAA-4A8183945E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5121D-DC68-4468-872C-20BFD44D1C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470FF2-87D6-415C-AD19-D901211001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CFA675-B32F-465C-97A4-5C95235642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B06056-85BF-4C8B-B7BE-00B3E71E2E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1B4EF6-6ADA-42EA-8E58-26C8155ACB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27A0D-C0ED-4049-ABAA-050D19E586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32033-B0BF-403C-B230-FF3A005FE9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9497AC-83D9-4D89-A22C-6019C366B16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E81E15-BD81-499A-8755-A4B5F6037F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