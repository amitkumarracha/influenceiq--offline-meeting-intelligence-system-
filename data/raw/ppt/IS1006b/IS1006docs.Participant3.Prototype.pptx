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6.jpeg" ContentType="image/jpeg"/>
  <Override PartName="/ppt/media/image8.png" ContentType="image/png"/>
  <Override PartName="/ppt/media/image7.jpeg" ContentType="image/jpe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D1F3C1-24A7-48D8-AA56-7394DB4C73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00BDF7-976B-48E0-B070-3E7AF5E5B9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85D848-F2A2-422D-AA58-B9D2152563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D21EBE-0957-4157-9B5C-FE7D2DEAA2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4B86C7-192D-4631-976C-B38567D3A4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53648F-58CA-43C5-9D68-FAFE5318F9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E84ACE-2E60-4256-81BA-0FBA2D0BC0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4D087C-C94B-49E1-A7C2-C3DD496E6C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75722B-4E7F-4572-A31E-EDA729146A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C8BE78-0E3E-4B50-AFFB-089F33A30F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4D9CD1-21FE-4FBB-A677-905D1D25E1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036A7C-251D-4C75-9811-D1AEBF085E9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45F639-5386-4614-8BF2-BDFBE9D7F1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5F3FAB-C07F-4E9D-9EF1-281E8599C8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94CDAA-642A-4FD5-951C-D5C20DF7CE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B14695-36DA-43EE-A049-B50C6F3DB8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DD52BC-AA17-4647-88A7-5D60D3CA70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8C2DE2-8F41-45A2-A198-037A6779CD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E6B23B-FE96-452D-849F-88EB1C2558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E0C1E0-2078-4406-AA08-7D5E4AA317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DAC395-E8B0-49BD-BCC6-1D75421220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1128BA-754A-4432-86A5-C705423F30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2648A6-0865-452E-B61F-6D5A9980EFF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E2417D-C607-4B1B-95EC-FEA61A3982B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E644EF-DA62-4ACF-835F-43F09D737F5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AC5DCA-835E-4CAE-A034-0796E49D54B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www.fcc.gov/oet/info/maps/colorpal/cpmipal.gif" TargetMode="Externa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Mark Twight,  Rama Rao -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1692360" y="981000"/>
            <a:ext cx="287280" cy="14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468360" y="620640"/>
            <a:ext cx="2860560" cy="452592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3851280" y="2781360"/>
            <a:ext cx="1297080" cy="0"/>
          </a:xfrm>
          <a:prstGeom prst="line">
            <a:avLst/>
          </a:prstGeom>
          <a:ln w="127080">
            <a:solidFill>
              <a:srgbClr val="00ff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5580000" y="549360"/>
            <a:ext cx="31543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02136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2485440" y="5013360"/>
            <a:ext cx="6897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Yes.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260360" y="2349360"/>
            <a:ext cx="116820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I’ll buy it.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086520" y="3500280"/>
            <a:ext cx="12412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Splendid.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724360" y="836640"/>
            <a:ext cx="10569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Perfect.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668720" y="5516640"/>
            <a:ext cx="126108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TITANIUM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826920" y="1197000"/>
            <a:ext cx="5635800" cy="3445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Function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Position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Material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Form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Color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189600" y="125280"/>
            <a:ext cx="2786760" cy="825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ffffff"/>
                </a:solidFill>
                <a:latin typeface="Arial"/>
              </a:rPr>
              <a:t>Prototype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08" name=""/>
          <p:cNvGraphicFramePr/>
          <p:nvPr/>
        </p:nvGraphicFramePr>
        <p:xfrm>
          <a:off x="5508720" y="1557360"/>
          <a:ext cx="2495520" cy="31622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9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508720" y="1557360"/>
                    <a:ext cx="2495520" cy="31622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39640" y="115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"/>
          <p:cNvSpPr/>
          <p:nvPr/>
        </p:nvSpPr>
        <p:spPr>
          <a:xfrm>
            <a:off x="2275920" y="1557360"/>
            <a:ext cx="5877360" cy="3749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Power ON/OFF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Volume control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LCD controls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Speech Recognizer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Location 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68360" y="43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Position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3708360" y="1916280"/>
            <a:ext cx="2495520" cy="3162240"/>
          </a:xfrm>
          <a:prstGeom prst="rect">
            <a:avLst/>
          </a:prstGeom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2340000" y="1989000"/>
            <a:ext cx="1440000" cy="289080"/>
          </a:xfrm>
          <a:prstGeom prst="line">
            <a:avLst/>
          </a:prstGeom>
          <a:ln w="63360">
            <a:solidFill>
              <a:srgbClr val="bbe0e3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613080" y="1700280"/>
            <a:ext cx="160416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bbe0e3"/>
                </a:solidFill>
                <a:latin typeface="Arial"/>
              </a:rPr>
              <a:t>strawberry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"/>
          <p:cNvSpPr/>
          <p:nvPr/>
        </p:nvSpPr>
        <p:spPr>
          <a:xfrm>
            <a:off x="169200" y="4508640"/>
            <a:ext cx="897732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pc="-1" strike="noStrike">
                <a:solidFill>
                  <a:srgbClr val="bbe0e3"/>
                </a:solidFill>
                <a:latin typeface="Arial"/>
              </a:rPr>
              <a:t>Ultimate fruit-smelling spongy titanium alloy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3419640" y="1773360"/>
            <a:ext cx="2409840" cy="186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Form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3132000" y="1628640"/>
            <a:ext cx="2901960" cy="209232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3133440" y="4581360"/>
            <a:ext cx="275328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- Simply perfect.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Color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3" name="" descr="Color palette from MapInfo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68360" y="1341360"/>
            <a:ext cx="4753080" cy="3865680"/>
          </a:xfrm>
          <a:prstGeom prst="rect">
            <a:avLst/>
          </a:prstGeom>
          <a:ln w="0">
            <a:noFill/>
          </a:ln>
        </p:spPr>
      </p:pic>
      <p:sp>
        <p:nvSpPr>
          <p:cNvPr id="124" name=""/>
          <p:cNvSpPr/>
          <p:nvPr/>
        </p:nvSpPr>
        <p:spPr>
          <a:xfrm>
            <a:off x="5850000" y="1073160"/>
            <a:ext cx="2160360" cy="5335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Monday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0000"/>
                </a:solidFill>
                <a:latin typeface="Arial"/>
              </a:rPr>
              <a:t>Tuesday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00"/>
                </a:solidFill>
                <a:latin typeface="Arial"/>
              </a:rPr>
              <a:t>Wednesday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99cc00"/>
                </a:solidFill>
                <a:latin typeface="Arial"/>
              </a:rPr>
              <a:t>Thursday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1bfed"/>
                </a:solidFill>
                <a:latin typeface="Arial"/>
              </a:rPr>
              <a:t>Friday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333399"/>
                </a:solidFill>
                <a:latin typeface="Arial"/>
              </a:rPr>
              <a:t>Saturday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dce2bc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……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Party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"/>
          <p:cNvSpPr/>
          <p:nvPr/>
        </p:nvSpPr>
        <p:spPr>
          <a:xfrm>
            <a:off x="1189080" y="3933720"/>
            <a:ext cx="126000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Welcome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2004-11-30T18:38:03Z</dcterms:modified>
  <cp:revision>9</cp:revision>
  <dc:subject/>
  <dc:title>PowerPoint Presentation</dc:title>
</cp:coreProperties>
</file>