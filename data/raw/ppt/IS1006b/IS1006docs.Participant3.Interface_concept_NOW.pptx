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120738-EE0F-41B6-8DC3-53656F9B40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A062166-BF70-4120-9252-E40F6E4E5E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6BDF3B-219F-4F76-BDDB-3B22F2BDEB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9B6110-44D9-416C-BFAF-8764AF03FD0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0BBBDA-AA6F-4127-ABD9-427B1A8A22C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28FC4-DF3E-461D-AB9C-4B9D08DD658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8F656E-FF6E-4B3E-9040-3619E5160F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BF0045-5723-4B5B-8DC6-78D907F100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4F9731-C4B3-43F9-8E64-1E7E011270D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1F0BBB-E06D-4BD9-84B9-572F5738F2F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1C5375-73F5-4D00-B00D-44421CC7F5E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9B5544-05F7-4E1D-AB8F-10D9FDD32CD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DC0BD6-1F97-46EE-B155-9E4CF602C34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4238DF-2CA3-4F64-B23A-C63206C9D9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65F88B-920A-4D0F-89C5-5594824ACC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F7525FF-9207-497C-9D60-C514605096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C0FBF1-094B-451C-8E04-8CA913164F7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971E56-A5F3-4CB0-ADB8-60E2BBB07B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D87311-FF48-4F97-8D5C-A427A0BB2D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AF28B4-4BC3-49AE-82D3-628248688C1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6D71588-A90B-4BD9-8A38-BAF4638CFE3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3C34431-0975-4A08-953B-D65B79D5EAD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E59E7B-EF45-4CF5-9621-6CD2FDCFFA4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E6CF2E-74CB-40F5-A275-6C72EC1464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8FBC92-3DFA-4A2F-800E-79FC5EAD885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CACAC53-966B-485B-AA5E-6FFF60D47DB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Mark Twight,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771640" y="333360"/>
            <a:ext cx="3476880" cy="538164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1692360" y="981000"/>
            <a:ext cx="287280" cy="14436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"/>
          <p:cNvSpPr/>
          <p:nvPr/>
        </p:nvSpPr>
        <p:spPr>
          <a:xfrm>
            <a:off x="1260360" y="476280"/>
            <a:ext cx="6581520" cy="52142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3600" spc="-1" strike="noStrike">
                <a:solidFill>
                  <a:srgbClr val="ff0000"/>
                </a:solidFill>
                <a:latin typeface="Arial"/>
              </a:rPr>
              <a:t>NO</a:t>
            </a:r>
            <a:endParaRPr b="0" lang="en-IN" sz="336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755640" y="260280"/>
            <a:ext cx="7488360" cy="5583240"/>
          </a:xfrm>
          <a:prstGeom prst="rect">
            <a:avLst/>
          </a:prstGeom>
          <a:ln w="0">
            <a:noFill/>
          </a:ln>
        </p:spPr>
      </p:pic>
      <p:sp>
        <p:nvSpPr>
          <p:cNvPr id="100" name=""/>
          <p:cNvSpPr/>
          <p:nvPr/>
        </p:nvSpPr>
        <p:spPr>
          <a:xfrm>
            <a:off x="2485440" y="5013360"/>
            <a:ext cx="6897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Yes.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1044720" y="3213000"/>
            <a:ext cx="116820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I’ll buy it.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6086520" y="3500280"/>
            <a:ext cx="124128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Splendid.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724360" y="836640"/>
            <a:ext cx="1056960" cy="3988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0000ff"/>
                </a:solidFill>
                <a:latin typeface="Arial"/>
              </a:rPr>
              <a:t>Perfect.</a:t>
            </a:r>
            <a:endParaRPr b="0" lang="en-IN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8" dur="indefinite" restart="never" nodeType="tmRoot">
          <p:childTnLst>
            <p:seq>
              <p:cTn id="9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4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19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4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nodeType="clickEffect" fill="hold" presetClass="entr" presetID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29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1619280" y="404640"/>
            <a:ext cx="6346800" cy="4415040"/>
          </a:xfrm>
          <a:prstGeom prst="rect">
            <a:avLst/>
          </a:prstGeom>
          <a:ln w="0">
            <a:noFill/>
          </a:ln>
        </p:spPr>
      </p:pic>
      <p:sp>
        <p:nvSpPr>
          <p:cNvPr id="105" name=""/>
          <p:cNvSpPr/>
          <p:nvPr/>
        </p:nvSpPr>
        <p:spPr>
          <a:xfrm>
            <a:off x="325800" y="5229360"/>
            <a:ext cx="849888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</a:rPr>
              <a:t>- SHOULD THE REMOTE CONTROL PROVIDE ANY ADVANCED REACTIONS?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2004-11-30T16:16:07Z</dcterms:modified>
  <cp:revision>8</cp:revision>
  <dc:subject/>
  <dc:title>PowerPoint Presentation</dc:title>
</cp:coreProperties>
</file>