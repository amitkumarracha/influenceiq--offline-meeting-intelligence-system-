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7F1B6B-89C6-4F25-8E91-8D0D96B6A1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689B1D-9376-49C8-BFB5-B3A34E2B89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E5B64C-2ECC-455F-9FDE-2CFCA63549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2A3D6E-7253-4BFE-AFC6-CB02CF5911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CBF7FC-E109-4EA8-91A6-4E3C57EDFD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CE187A-C91F-4283-AA02-20E0070885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D666FC-CFF3-4EF5-9A95-EBD21D0A84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B8F7D9-BDD7-4AE0-8569-2C13C98A21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E3C676-C191-44B0-823D-3758F6A9C9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BB2098-1168-4B16-BB12-76E9617CEA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F866E4-FF22-4BB6-85EC-9461270EE3B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A32067-4330-4BC6-9F9D-CB86DA96651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01B79A-4BDC-4837-82B5-9A84F96EB2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989B1E-26CD-4F91-8316-C3BDCCD52C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F7EEF9-7BB5-4B63-BD4A-A62351EA0F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5532B8-6EAF-471B-83B7-077A39E2E8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C57D38-6079-48B8-965A-A48CD3A765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F6E490-7C5A-450D-910A-597C693A6E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D4DA49-BFFB-4C85-83AD-4A72879CEB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511AFC-A918-4238-9D9B-C1ECD9C7DE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C6EA4B-AC37-4A77-9F16-4EF93E3BDD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1BEF88-CEDA-4702-993C-5BAFA28B9B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1B7721-21FF-4FC0-A2E6-5B43902608C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94C1EC-60E8-4371-ACBE-769491F6682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E3FBC24-6250-49C1-B6C1-E629D965E32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439CA3A-BBAE-43C6-B317-F1F724E2E4E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Rama Rao,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Energy source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Battery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Use of Solar cells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Material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plastic, rubber (such as used in anti-RSI stress balls), wood, and titanium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Push buttons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LCD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speech recognition feature: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integrated, programmable, sample sensor/sample speaker unit.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Location of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Titanium (no double curved)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Push button as it requires simple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2004-11-30T16:17:18Z</dcterms:modified>
  <cp:revision>13</cp:revision>
  <dc:subject/>
  <dc:title>PowerPoint Presentation</dc:title>
</cp:coreProperties>
</file>