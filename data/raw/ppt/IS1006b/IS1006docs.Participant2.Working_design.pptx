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359CB-FFF1-4413-9B26-E448E31E7D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517155-1265-4A50-810B-05B648248D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5A477-68FF-4F4C-B582-8DECEF942E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3FD6C-834A-45A4-AF21-53494D7E84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C8F8D-1B73-42AC-B394-E17229FC0F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23653-5225-46C8-971B-B2F47D95C7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ECF3A8-478A-4520-B447-25C36B85F8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685F3D-6671-495C-BE7C-C2ED1FCDAC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BEC58-E6E8-40C6-BA6C-59260AD90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DC554-3897-4D4B-A396-D61DFFD679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61C33A-04A2-4F18-97FE-45671A4A54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C7B2B-DC77-46B8-9A8E-DFFBEEA08B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88F456-B14A-4A5F-A702-75622A2455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81E674-6C0F-4EAE-B994-1F1F29817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0A23DF-65A8-4FCE-B0EC-3FF6AFB147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D498B2-2AF4-4066-BD87-41337220DA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2B978C-878D-4CBF-AD6E-F2588D25A4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46DBB9-64C1-4781-A565-F160599170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AFD11-A128-41C1-999A-C2841C2052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45D6E-271C-441F-AC3D-FC707EB6C3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41B113-AE1F-4F62-B5B8-12918AA71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9DB457-A38D-4B0A-AEE1-27820FAB49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11C362-CA00-4459-990E-B333D9C29C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0C38ED-BB32-4234-942D-40BA58F701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1BAEF5-F034-46E2-B4AC-0103A22AE7A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8316BC-3BFC-410F-8E05-6DC45259CAF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The basic function of a remote control is to send messages to another system.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An energy source feeds an integrated circuit (chip) that can compose messages, often in the form of infrared bits.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messages.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(keypad, VR,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Programmable DSP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 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Encryption codes for different TV makes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2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3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1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6516720" y="2421000"/>
            <a:ext cx="791280" cy="720360"/>
            <a:chOff x="6516720" y="2421000"/>
            <a:chExt cx="791280" cy="720360"/>
          </a:xfrm>
        </p:grpSpPr>
        <p:sp>
          <p:nvSpPr>
            <p:cNvPr id="123" name=""/>
            <p:cNvSpPr/>
            <p:nvPr/>
          </p:nvSpPr>
          <p:spPr>
            <a:xfrm>
              <a:off x="6811560" y="2421000"/>
              <a:ext cx="14760" cy="720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"/>
            <p:cNvSpPr/>
            <p:nvPr/>
          </p:nvSpPr>
          <p:spPr>
            <a:xfrm>
              <a:off x="7034040" y="2584080"/>
              <a:ext cx="14760" cy="405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6516720" y="2793960"/>
              <a:ext cx="276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7032240" y="2778480"/>
              <a:ext cx="2757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7" name=""/>
          <p:cNvSpPr/>
          <p:nvPr/>
        </p:nvSpPr>
        <p:spPr>
          <a:xfrm>
            <a:off x="3059280" y="400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900000" y="4005360"/>
            <a:ext cx="1656000" cy="68112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(buttons)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556000" y="4292640"/>
            <a:ext cx="503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885080" y="4005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6012000" y="4005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7740720" y="4292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651720" y="4272120"/>
            <a:ext cx="1076400" cy="274320"/>
          </a:xfrm>
          <a:custGeom>
            <a:avLst/>
            <a:gdLst/>
            <a:ahLst/>
            <a:rect l="l" t="t" r="r" b="b"/>
            <a:pathLst>
              <a:path w="678" h="173">
                <a:moveTo>
                  <a:pt x="678" y="8"/>
                </a:moveTo>
                <a:cubicBezTo>
                  <a:pt x="634" y="21"/>
                  <a:pt x="652" y="33"/>
                  <a:pt x="631" y="63"/>
                </a:cubicBezTo>
                <a:cubicBezTo>
                  <a:pt x="614" y="87"/>
                  <a:pt x="587" y="101"/>
                  <a:pt x="560" y="110"/>
                </a:cubicBezTo>
                <a:cubicBezTo>
                  <a:pt x="493" y="99"/>
                  <a:pt x="483" y="86"/>
                  <a:pt x="434" y="47"/>
                </a:cubicBezTo>
                <a:cubicBezTo>
                  <a:pt x="419" y="35"/>
                  <a:pt x="402" y="26"/>
                  <a:pt x="386" y="15"/>
                </a:cubicBezTo>
                <a:cubicBezTo>
                  <a:pt x="372" y="6"/>
                  <a:pt x="339" y="0"/>
                  <a:pt x="339" y="0"/>
                </a:cubicBezTo>
                <a:cubicBezTo>
                  <a:pt x="267" y="15"/>
                  <a:pt x="267" y="48"/>
                  <a:pt x="221" y="94"/>
                </a:cubicBezTo>
                <a:cubicBezTo>
                  <a:pt x="207" y="135"/>
                  <a:pt x="158" y="160"/>
                  <a:pt x="118" y="173"/>
                </a:cubicBezTo>
                <a:cubicBezTo>
                  <a:pt x="90" y="164"/>
                  <a:pt x="47" y="118"/>
                  <a:pt x="47" y="118"/>
                </a:cubicBezTo>
                <a:cubicBezTo>
                  <a:pt x="28" y="60"/>
                  <a:pt x="55" y="130"/>
                  <a:pt x="16" y="71"/>
                </a:cubicBezTo>
                <a:cubicBezTo>
                  <a:pt x="8" y="59"/>
                  <a:pt x="6" y="44"/>
                  <a:pt x="0" y="3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236000" y="2781360"/>
            <a:ext cx="5029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7740720" y="2781360"/>
            <a:ext cx="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7596360" y="299736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7667640" y="3068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3419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3708360" y="4292640"/>
            <a:ext cx="230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>
            <a:off x="3132000" y="458136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2987640" y="5373720"/>
            <a:ext cx="289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3059280" y="544500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6300720" y="4653000"/>
            <a:ext cx="0" cy="647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6156360" y="5300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6229440" y="537228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3500280" y="4724280"/>
            <a:ext cx="1722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All powerful chip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481440" y="4797360"/>
            <a:ext cx="8193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IR LED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170120" y="3716280"/>
            <a:ext cx="160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Phototransistor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H="1">
            <a:off x="1763640" y="2781360"/>
            <a:ext cx="16560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1763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1763640" y="472428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1619280" y="5516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1690560" y="5587920"/>
            <a:ext cx="144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4" name=""/>
          <p:cNvGrpSpPr/>
          <p:nvPr/>
        </p:nvGrpSpPr>
        <p:grpSpPr>
          <a:xfrm>
            <a:off x="4643280" y="2637000"/>
            <a:ext cx="954000" cy="174600"/>
            <a:chOff x="4643280" y="2637000"/>
            <a:chExt cx="954000" cy="174600"/>
          </a:xfrm>
        </p:grpSpPr>
        <p:sp>
          <p:nvSpPr>
            <p:cNvPr id="155" name=""/>
            <p:cNvSpPr/>
            <p:nvPr/>
          </p:nvSpPr>
          <p:spPr>
            <a:xfrm>
              <a:off x="4643280" y="2809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"/>
            <p:cNvSpPr/>
            <p:nvPr/>
          </p:nvSpPr>
          <p:spPr>
            <a:xfrm>
              <a:off x="5020920" y="2637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"/>
            <p:cNvSpPr/>
            <p:nvPr/>
          </p:nvSpPr>
          <p:spPr>
            <a:xfrm>
              <a:off x="5267160" y="2811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8" name=""/>
          <p:cNvSpPr/>
          <p:nvPr/>
        </p:nvSpPr>
        <p:spPr>
          <a:xfrm>
            <a:off x="3419640" y="2781360"/>
            <a:ext cx="122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5580000" y="2781360"/>
            <a:ext cx="936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2004-11-30T15:08:33Z</dcterms:modified>
  <cp:revision>19</cp:revision>
  <dc:subject/>
  <dc:title>PowerPoint Presentation</dc:title>
</cp:coreProperties>
</file>