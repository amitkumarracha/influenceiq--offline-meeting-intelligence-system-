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AE156E-DC95-41D7-B7F0-D7DC76CD67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D2400-7923-4E0F-9134-101D60F895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95852-89F1-40FC-94E9-4814FBBF54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98D9C9-E0F5-4572-AB3C-75E12DB0AB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2FD929-7F83-426A-9E65-1D0C251869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116F7F-3954-431D-A630-FEA43438AB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797FAB-E7AC-4606-BC61-3BFADE7D25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FF5BF5-39E3-4516-B0C1-3B612B1C37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8AE67B-147A-4358-8610-4DD0097867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07B240-3E30-4AE5-B5EC-01A8FADC73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B59A07-C2AC-4CBB-B7E2-23DE6BBA10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CC4CE7-9ABD-44BE-BB31-923D79958D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E2C9B6-FC69-4072-AF92-1722F1BD60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FFF0D0-0DE9-4F63-A0A3-75783E0D0B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795937-8272-43D5-B46A-6B9FCF3685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FC5CE9-B160-45F0-9616-CE6D1152AF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DBC75D-85E5-4856-BA59-1532562E61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846CA7-3828-4040-A9D5-492BDE6701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0087DD-0E7A-4B72-BC1E-22A2C81F69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DE715D-6779-4AEB-AA65-080D88FC6A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27EF9C-9BB4-48CE-B07A-AA47578288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17B666-B745-48B1-9674-DEA06D1C93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7E5E9E-CFA9-487F-84FD-62057B7C76E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2C3A9E-34F9-49B6-903C-10ED6B7289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39D7B2-ADE4-4FBD-9610-F47D907822C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CF0A5C-4809-4C3A-949F-BB05F3F8A79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