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3496B0-886C-41CF-8FD0-896FDF0323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9C90B3-74A6-448B-B3A5-2B96D99125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9E93D8-9702-4F3D-B86A-1AE1FE6EB5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A75E4E-E762-4BC4-80D4-9C57697B2B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6E3E11-3E93-49CA-B019-6A7BC9FBC1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3BD5CA-2651-4D7C-92A1-1AE0398ABF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0B9A14-552E-483B-8BA7-EEFC40D416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DE6A73-7AA1-4E42-83C9-304BAAE66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C264DD-3186-4590-9280-B6E9188046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A1D022-E894-4079-BE81-DDBDAB3C3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2CC28-B86D-428E-B07B-5448AFD25F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34566-3DAE-4634-80CB-8E99DA99D1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DD3E56-D055-4D6A-8A49-6EB967CD71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B237A8-80A1-4491-97F9-12D73AB332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42A3E9-1849-49CC-BA6C-F4D196C6D2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A305D-6F00-46DD-8B8D-74AB776730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58A81-EA64-47D8-94A6-C004D0767D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DD0A74-1077-4479-A50A-6BF8235033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96A98-280E-42F7-B06A-9E9B720FFB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4328FF-4F11-4915-A4A5-ED472BCAB0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55CBD8-C7F8-434E-8061-1570B66C6F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629BFD-D955-46EB-80E7-B62B80384F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A4E987-6E26-461F-A665-C96D0936EB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3AD6F4-E5E5-496E-8E43-9152806FDE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5E36BA-DAD2-45E5-BAB9-34F7202933E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FA980C-1AE9-4D11-9796-65BD8A960A1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Ask the users themselves about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don’t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And what they DO with them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Functions used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often but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selection often and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Volume selection not often and very relev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Audio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Screen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not often but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ahoma"/>
              </a:rPr>
              <a:t>Speech Reco in the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547640" y="1989000"/>
            <a:ext cx="5667480" cy="31053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2004-11-30T15:03:10Z</dcterms:modified>
  <cp:revision>13</cp:revision>
  <dc:subject/>
  <dc:title>PowerPoint Presentation</dc:title>
</cp:coreProperties>
</file>