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8636E8-B7F1-4F4C-90A3-71BD84CEB3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4DAE54-6561-4FB2-B713-041B3BD2FF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0F372-A420-4F3B-8CAC-B237B24FE7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E8D326-551A-467C-B1B0-9CDC6F4FCF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31052F-D10F-42F5-9502-9BAF728F57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373875-5DED-4A32-8512-7BC0FC24E9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51B5B-EA19-4271-86B4-509AAC2844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A0509C-4367-46F7-83FD-E7B4450A3C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08FD82-1904-4363-AB8B-3BE436B8AF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71297D-1C19-45A5-835A-08BB2E6579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F7C6EA-EF26-40E6-9DF1-BAC109F885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573602-2307-4827-8080-F3F47A1EA5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34FCA3-30D2-4AC7-819A-39E93171B2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3A02AA-3DF5-4714-AA12-D79BAD6198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80BBB5-FBDD-44AE-B880-67F3EB6788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2DAA59-E2B5-475C-9AC2-68EF209D85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160FF5-0263-43A6-89F2-EFB8ED46F6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47C3CB-3451-42B6-9345-646FD1AF4F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FE0077-B462-46D8-9653-86CB68A333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733567-1504-4702-B0E2-B52E07CD66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889C37-0AB4-446B-85FD-F9BF88E92D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F2A65A-909F-4334-9ED4-428FFA961A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5CE5D0-08DE-4F59-B056-4A7DE39058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3F5904-EB37-4AB7-9B56-1003E8586C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C79CAC-2010-4784-9844-8DBC07588BC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5B09B9-AF4C-4A01-9B89-8921B19CDE1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2004-09-07T15:40:33Z</dcterms:modified>
  <cp:revision>7</cp:revision>
  <dc:subject/>
  <dc:title>PowerPoint Presentation</dc:title>
</cp:coreProperties>
</file>