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7A2441-16FA-46FB-AD7E-537CD4A14E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EB4A16-9AC9-480C-8CDE-F774037B7C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225E7B-9929-4F76-8BB9-88A59ACA98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34E2EC-D2A7-4DF5-BDCB-BEC1430597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18BAF5-B4D1-49B0-A14D-DCC845C058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E4D79B-9901-4732-8601-FC5620D7E4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F200DF-357C-4E75-ADFF-38B8024A0B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D6D3C9-C348-4A3E-91D6-FF24F84DA8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B28F68-9155-4710-8C63-AB9BEE4091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9B91E5-7B08-4AFA-B8B4-35D5029B93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FAB095-B781-498A-A86D-31E3BA8B9B7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C20FE9-3B9B-4777-AAED-58B5CDE042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28A660-36C9-4E59-938A-AB6D7F7271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049F5A-BA08-4C00-A224-F3FFA339A3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4B3132-923D-4C15-9B01-9A34387E9C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C2C95B-FB99-49DC-A893-EC6955EF86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C33C9C-A3A8-4A47-BF5A-2F87DB297F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841483-A3D8-49C5-92A1-D2BE427B1B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FAA66A-EE8B-4A12-AA48-9437F3A8FB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A0A18B-EFA6-4F05-A0A2-6852B2BAFD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5C9151-1A96-4634-8B23-4A0E5C7692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99F960-C8C9-4F78-B800-A100E7917B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29F801-1EFA-40DA-802B-BEFDAC0023C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003509-A6AE-44A8-AD0E-216B925749E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BAAE8C-1A8D-4F7B-8B35-F729B88742C6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B8F8B0-3341-4ACE-A2FA-3D2A8992E485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2004-11-08T18:06:46Z</dcterms:modified>
  <cp:revision>32</cp:revision>
  <dc:subject/>
  <dc:title>PowerPoint Presentation</dc:title>
</cp:coreProperties>
</file>