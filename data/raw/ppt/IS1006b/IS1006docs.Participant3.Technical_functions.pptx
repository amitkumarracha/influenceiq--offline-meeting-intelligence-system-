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3D63F4-32D5-4794-A225-84E6E3C5A5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0F7168-2027-4EBB-9163-2A987C4A2A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634E89-7FBD-4EB6-8645-18C6D9F346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0AD4F2-1F31-46DB-A0C1-297C7145203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C78EAF-DBC5-4B57-BCA0-11B6154090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155404-5ADB-429B-947B-8FC336D8542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471398-34C0-4065-86AA-83DC2040A3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12337A-1169-4159-90BD-ECD42DEF44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91DA90-88EA-4761-821E-B6F73AEB81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C84A03-9490-47C1-B36C-CCD6A98DD26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9A6174-BEB5-4E6A-B3B6-67C93641908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2B5FBB-1C69-427A-AD16-7B7AD73FB6C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50651F-5BA2-4EF4-AC4A-788EDC205B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321824-E509-44BB-9AA6-0326D7E1BA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33B4B9-3EDB-4049-89E6-132BA76EB1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C834E8-665A-4C68-ACE6-6B341DCB4C7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C3CF72-D6E9-4430-AE39-AAB1E08A9B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1F2F3F-0838-4E36-A399-CB94BCE7CD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790628-B83C-404A-895D-A701449CD5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DE4E1B-74F8-498B-A9AD-B4FA7CA1F3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C3A44E-D6EA-43EF-888B-A0D57DB786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3C6911-8E5B-426C-A981-69331FE8780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A2F670-8842-41D9-A155-55DD9C82287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B8B92E-C2A8-483D-A1A8-959438D0BC3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14B3E2B-2F79-419C-AAC0-A269021100A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DF38DB6-5D7F-46F3-B9E7-3C39B3B41FB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://images.google.ch/imgres?imgurl=http://www.gemini.no/downloads/photolib/Remote%2520Control.jpg&amp;imgrefurl=http://www.gemini.no/shared/photo_lib.asp&amp;h=776&amp;w=1028&amp;sz=127&amp;tbnid=8Ic1yOc1mlEJ:&amp;tbnh=113&amp;tbnw=149&amp;start=4&amp;prev=/images%3Fq%3DRemote%2Bcontrol%26hl%3Den%26lr%3D%26ie%3DUTF-8" TargetMode="Externa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Mark Twight,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84360" y="981000"/>
            <a:ext cx="78595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Occam Razor Princple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- not to complicate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- never easy-to-use enough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8" name="" descr="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1116000" y="2781360"/>
            <a:ext cx="1749600" cy="1326960"/>
          </a:xfrm>
          <a:prstGeom prst="rect">
            <a:avLst/>
          </a:prstGeom>
          <a:ln w="0">
            <a:noFill/>
          </a:ln>
        </p:spPr>
      </p:pic>
      <p:pic>
        <p:nvPicPr>
          <p:cNvPr id="99" name="" descr=""/>
          <p:cNvPicPr/>
          <p:nvPr/>
        </p:nvPicPr>
        <p:blipFill>
          <a:blip r:embed="rId3"/>
          <a:stretch/>
        </p:blipFill>
        <p:spPr>
          <a:xfrm>
            <a:off x="6012000" y="2708280"/>
            <a:ext cx="1728720" cy="1300320"/>
          </a:xfrm>
          <a:prstGeom prst="rect">
            <a:avLst/>
          </a:prstGeom>
          <a:ln w="0">
            <a:noFill/>
          </a:ln>
        </p:spPr>
      </p:pic>
      <p:sp>
        <p:nvSpPr>
          <p:cNvPr id="100" name=""/>
          <p:cNvSpPr/>
          <p:nvPr/>
        </p:nvSpPr>
        <p:spPr>
          <a:xfrm>
            <a:off x="682920" y="5013360"/>
            <a:ext cx="7947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Arial"/>
              </a:rPr>
              <a:t>Provide simple desires into simple actions. 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6836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"/>
          <p:cNvSpPr/>
          <p:nvPr/>
        </p:nvSpPr>
        <p:spPr>
          <a:xfrm>
            <a:off x="5650560" y="5229360"/>
            <a:ext cx="3243960" cy="520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imes New Roman"/>
              </a:rPr>
              <a:t>*) style is the passion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"/>
          <p:cNvSpPr/>
          <p:nvPr/>
        </p:nvSpPr>
        <p:spPr>
          <a:xfrm>
            <a:off x="3997800" y="3429000"/>
            <a:ext cx="131004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Be simple.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9528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324000" y="1052640"/>
            <a:ext cx="4835520" cy="3605040"/>
          </a:xfrm>
          <a:prstGeom prst="rect">
            <a:avLst/>
          </a:prstGeom>
          <a:ln w="0">
            <a:noFill/>
          </a:ln>
        </p:spPr>
      </p:pic>
      <p:sp>
        <p:nvSpPr>
          <p:cNvPr id="107" name=""/>
          <p:cNvSpPr/>
          <p:nvPr/>
        </p:nvSpPr>
        <p:spPr>
          <a:xfrm>
            <a:off x="5317920" y="1197000"/>
            <a:ext cx="3824280" cy="1800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ffffff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Titanium 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Screen Backlight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Few buttons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Easy-to-find-and-click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6302520" y="5229360"/>
            <a:ext cx="24285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- Automatic turn on\off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" dur="indefinite" restart="never" nodeType="tmRoot">
          <p:childTnLst>
            <p:seq>
              <p:cTn id="14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" dur="2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2004-11-30T15:05:22Z</dcterms:modified>
  <cp:revision>9</cp:revision>
  <dc:subject/>
  <dc:title>PowerPoint Presentation</dc:title>
</cp:coreProperties>
</file>