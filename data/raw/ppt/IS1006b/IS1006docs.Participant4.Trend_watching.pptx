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48031-6539-4325-A626-C3BEA6D171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E4BD3-5660-43DD-B3E6-ECF348C4B7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8F04A-6206-4F35-9DC0-4E58BC2A1C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4DF24-FF54-48D7-AA71-17D6DF9FB3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FE8A7E-99D5-4687-8FBD-2B0D926E9F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9EF04-440C-4537-8C69-74F90832A1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20F4D-C8ED-4296-8F00-F910BC23E9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C484E-7013-4C55-B9E2-3A1838539E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76CD80-9E52-4F4E-8367-F832142DA6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55E84A-5924-4F5F-A79F-CDF5AFF405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A63B6A-8AC5-4EC1-9DB5-FA098AA48B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039B1D-8227-490C-B450-8444FBA13A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2C47B-A5DE-43BF-ABC9-65991A35BF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BAF32C-759D-4F0E-AC3B-BA8698A5DB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C9067F-67B2-42E8-A44F-E6E853A7F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88477D-AD2B-4679-A77C-BEBBB26B03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5FE2B-FA9D-43DA-A8F0-F4CD7C370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C9F16-7453-4DAE-902A-C8903B53B9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BB65D7-3CCD-404B-B52D-CD105E4D8B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6C7A4D-F669-4FE4-B858-147DB3D772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8271FD-59E1-4BE0-AEA8-83DEE11EA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AAB077-5B72-4DA2-8E72-35D6F9809D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AE908-D298-4E89-A14C-06B097A941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B27142-45AF-487B-BF79-3D909BF27E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8A7674-A124-4BCE-BB18-96796FB143A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337F90-44B7-497D-BEB4-72BF6ABB7EA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How to watch the trends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on the web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 people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Be inspired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Invent it (risky but $$$)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2004-11-30T16:10:29Z</dcterms:modified>
  <cp:revision>9</cp:revision>
  <dc:subject/>
  <dc:title>PowerPoint Presentation</dc:title>
</cp:coreProperties>
</file>