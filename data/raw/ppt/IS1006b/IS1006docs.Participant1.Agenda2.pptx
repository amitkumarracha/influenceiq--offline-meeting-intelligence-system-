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DD0E71-317E-48E9-90BC-CE499B89E4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3F9639-CE5F-4800-B5FF-92D1AE13FB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992BF6-A57F-48DA-9D86-0F016569FA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CF117D-6EC6-40DB-930E-A2E8393B3C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16131A-3686-40EF-9E79-F3299C4624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210E4C-5CDC-44B7-8C33-DF35EBD464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95B8E8-254E-487D-AB55-B0A9FBB13A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F0BFD1-DE50-492A-8FC1-41498F806D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39F2F0-E2D4-4BDC-842F-326DB9A19F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40D29A-EFF7-46CE-988A-50ECFAABBE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1B15C6-A6EA-497B-9DBA-906DAF845F2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67DDF8-38A6-4898-B973-61080F8B62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8F469A-6479-4D4B-86F9-F937E05E78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76EEA9-7D31-4A01-80C0-071166FD12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61404C-A422-4227-83B1-A7F28D1E86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12FD06-8551-493D-A34D-7A48AD2A2C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23C643-77DF-42C4-AE98-EB663523A7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12E811-8C8A-48C1-B756-21417A6FA2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9B48C8-F0A3-4B30-8B73-89A5073A41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6733DE-806E-4797-9A3C-CC5265EAE4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5BE6CB-3F86-4ED5-8E57-921E316CB5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1BCB54-A7E0-49C3-8738-9B89C7011E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AE8A3D-1A43-45E1-9272-CB2508EE6B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6686B3-091B-417A-BE78-9C9E16AC2B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D300E8C-A557-49ED-8880-DBFAA8E1258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2C9EB5-BA0E-4CF0-B0EA-29167E6E889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2004-11-08T18:50:49Z</dcterms:modified>
  <cp:revision>18</cp:revision>
  <dc:subject/>
  <dc:title>PowerPoint Presentation</dc:title>
</cp:coreProperties>
</file>