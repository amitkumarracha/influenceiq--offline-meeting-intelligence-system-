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9A1252-202C-4412-BC86-51CB4A5797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7308B7-A305-4A17-8AB7-22252F5844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21D4DC-3422-4CF3-8DF8-5ADA80EC23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BCAD67-039A-4FA4-85D9-C25BA71CCC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4F1F53-0E89-4752-A194-CA29A2BE42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C9923E-0C69-4A59-9527-D2B49633D9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004EB2-9CF5-414E-9C56-CF54C76D22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D7CC40-3C2B-4805-B798-B74AAEE3FE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4E1D1F-7275-424C-B5C5-1A9316A94C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7DDD31-7C69-4225-8777-2427851B4A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815514-3DDA-4ED7-A652-7B019A3CF0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B3442E-06BF-44FD-936D-272457AE92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3F2963-445A-468D-89E9-AE9E444933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6126F4-880C-4586-98AC-E559250001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389271-E8E1-4FAB-8F63-599B9307B9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18B1BB-470A-4026-8D22-932E1BB86A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14A866-A357-4FD7-8233-F5B5EFCF81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238AEB-59CF-43B9-A8FC-378C1AE195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485897-3296-4C80-B33B-72118AF393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F140FE-6A40-4ED7-A401-7093278A88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DB264A-8880-4917-BA0D-93DA441001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A3FB43-EA03-43BC-8B46-25FC0AD089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2EAE8F-5A4C-49C2-AFFB-A2F2290122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8F4E40-EA23-419F-882D-D666D99D28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670137-62EF-4D5D-8C2C-22FEBDC8727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2CE7BE-7C69-4497-B854-6B59C28C755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Project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IRL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Proposal for Protocol – Don’t ask, Don’t tell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Introductions, Background, etc. (have fun if you like)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Our Goal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Remote Control – Reinventing the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absolute Basics – Whiteboard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Write down the name of one of your ‘desert island discs’ and why you’d take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TV show/Movie you like &amp; Why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Something you love about Edinburgh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Your hometown and something you miss about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‘Something you’d like to share with the class’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Experience with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Price and Finances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Size, Function,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Marketing,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2005-02-14T16:38:48Z</dcterms:modified>
  <cp:revision>33</cp:revision>
  <dc:subject/>
  <dc:title>PowerPoint Presentation</dc:title>
</cp:coreProperties>
</file>