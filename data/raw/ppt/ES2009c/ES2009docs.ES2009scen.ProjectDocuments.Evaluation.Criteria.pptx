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7C6F8B-5664-42D8-952E-B93E82290A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EAEB4A-07EB-45C4-A5EF-40A5AE40F4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832616-3795-438A-BDCB-4482AFF8E8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DEA4C1-5A2B-4ED8-8EEC-042A97BC974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76215E-941A-4CDC-8316-7DB8C020F3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D344EB-AF17-414A-B7FF-59001F0781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CF3998-3E46-406A-AEB2-F3386158E7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B8C04A-FC87-4AC2-8F9B-DEDE7C03A2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C5B7BA-5041-4822-8172-FE2A9038FE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AC9990-521D-416E-9A69-C577CB25AE6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1B40C9-7561-4BF7-8B54-DEFB38652E9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BFC94C-7459-41FE-B399-67689C66249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7A5B4C-8480-4C44-A358-584F56A188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194722-D4F8-4EE6-A173-86C0E4D991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91CC1E-2A60-4577-92DA-89AF3C2709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8F43A5-138B-4514-8F9B-8B43F67DA1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C14245-B2E9-4FE7-AA0D-98915FE3A46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C83C74-5CB2-4EA0-A96B-D1F609CC98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37923D-9431-4510-9CFD-06D691E23B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D04C2F-2A4F-492E-878C-0C41741C25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AC7260-AC78-4289-AA9F-3C13C52BCE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1806C4-82C4-4938-8D22-897B8A06E56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04630D-F446-44A7-918A-0262189BA19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99FC3A-638E-4A0A-869A-DC0782B2640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A8E7709-4DCF-47E1-883A-06FF4497939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3E998C0-ED81-45C9-8583-0B4A8BCB885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Sara, 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Function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does it work the tv?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is the interface intuitive?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Technology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do the features work?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Aesthetic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does it fulfill our visual style requirements?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Function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Turns on, changes channels and volume sufficiently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Interface takes adjusting, but works well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Technology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Features selection solid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Voice recognition work within acceptable range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Aesthetic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Is unique and organic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1" name=""/>
          <p:cNvGraphicFramePr/>
          <p:nvPr/>
        </p:nvGraphicFramePr>
        <p:xfrm>
          <a:off x="2771640" y="1484280"/>
          <a:ext cx="3456000" cy="4608720"/>
        </p:xfrm>
        <a:graphic>
          <a:graphicData uri="http://schemas.openxmlformats.org/drawingml/2006/table">
            <a:tbl>
              <a:tblPr/>
              <a:tblGrid>
                <a:gridCol w="2448000"/>
                <a:gridCol w="1008000"/>
              </a:tblGrid>
              <a:tr h="79236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Requirement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Success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280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Power On/Off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068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Channel/ Volume Up/Down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60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Paging Function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136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Settings Menu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068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Voice Recognition of Primary Functions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6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280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Spongy Feel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6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280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Unique Design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316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Ease of Interface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4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2" name=""/>
          <p:cNvSpPr/>
          <p:nvPr/>
        </p:nvSpPr>
        <p:spPr>
          <a:xfrm>
            <a:off x="1835280" y="1341360"/>
            <a:ext cx="604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ffffff"/>
                </a:solidFill>
                <a:latin typeface="Arial"/>
              </a:rPr>
              <a:t>Seven Point Evaluation Scale of Product Objectives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2005-02-14T21:26:40Z</dcterms:modified>
  <cp:revision>15</cp:revision>
  <dc:subject/>
  <dc:title>PowerPoint Presentation</dc:title>
</cp:coreProperties>
</file>