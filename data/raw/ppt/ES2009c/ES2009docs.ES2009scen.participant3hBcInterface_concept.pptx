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5CE77F-FA73-4B88-89C1-49752690C0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3D55E4-45D2-4604-A5EB-50B3EFA0AF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BD0658-DE2C-41CB-AE08-B6C4967CE2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F9FFF3-B43F-42FF-B439-82A6206BE6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335697-3D9C-4314-8260-BF77742C9C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2617B3-508D-4932-802B-31ECEAD3F9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9B7CBD-EB3F-4F75-A79D-E17ACE5CA5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07C52-B439-48C8-99EC-90A0A51B5D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8E920D-711A-4257-AE2A-E03D639B59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B19F4-A292-49B0-9E86-215F25DCB6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225B30-6436-451B-B44C-E0418C99C8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5DE535-6B6D-436D-BF0E-9A7B906582C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CDD589-1C26-4124-A2F4-F0285EA64E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13B5EA-A6EF-45DE-89DF-CC3AB01C6D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8EFC51-7263-4DAC-9B2F-EBA35CF6E1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F0F658-28EB-46A7-ACFE-6E34071F77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973A19-5198-43CF-BCBD-5EE41B9CE8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EF13DE-B6E8-43F3-A726-A165D4649A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6D43D-4A87-4533-AFA4-6C8C3C58C1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810A4C-9669-4918-9F79-C7384FB075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A828BF-7605-456A-AD96-36BFDE718B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809E2B-1EA5-46B4-B47E-CA47DDADF0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1E86B4-B5D7-4367-9CDA-8910C0184E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CFE99B-F137-4480-A0FC-4FEE2826BE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0E8D94-17CE-4ED0-90FF-EDA11B2498B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4BD1FB-A996-41B5-99EC-07055FF09A4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aspects of a computer system or program which can be seen (or heard or otherwise perceived) by the human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commands and mechanisms the user uses to control its operation and input data.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Remote Control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1116000" y="1484280"/>
            <a:ext cx="7201080" cy="41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Stores Up to 80 speech samples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Record own verbal labels connected to remote control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 spinning wheel with LC display: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36000" y="4005360"/>
            <a:ext cx="1314360" cy="18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A scroll button with integrated push button (such as in modern computer mouse) at the side of the remote: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59280" y="2565360"/>
            <a:ext cx="3095280" cy="302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419640" y="4005360"/>
            <a:ext cx="1730160" cy="191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 Components IV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Big Button, Oversized TV Remote is the largest universal remote control available!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 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276720" y="2852640"/>
            <a:ext cx="309564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Slightly larger than reg. IPod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Hard plastic casing (stylishly curved)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Changeable casings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Touch screen interface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Go To” Buttons remain on screen at all times.  I.E. Power, Volume, “Jump”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Voice command system for advanced features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Development of new voice command system with response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Use of recognizable colours and shapes to aid recognition of feature (conform industry standards)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55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200" spc="-1" strike="noStrike">
                <a:solidFill>
                  <a:srgbClr val="ffffff"/>
                </a:solidFill>
                <a:latin typeface="Tahoma"/>
              </a:rPr>
              <a:t>Programmable jokes and lines for remote to say! (FUN)</a:t>
            </a:r>
            <a:endParaRPr b="0" lang="en-IN" sz="2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2005-02-14T20:01:57Z</dcterms:modified>
  <cp:revision>10</cp:revision>
  <dc:subject/>
  <dc:title>PowerPoint Presentation</dc:title>
</cp:coreProperties>
</file>