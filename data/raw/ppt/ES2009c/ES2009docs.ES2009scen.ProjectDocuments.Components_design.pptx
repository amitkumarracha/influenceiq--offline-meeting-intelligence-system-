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B0B554-3718-4C06-BC9F-FAF563A600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C3B5A-DF27-4382-B9E2-B7990E79F0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F1E4CC-FCEC-4272-AA04-7841BADE36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006D01-A18F-40FE-A87A-C859C46F16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85C08D-8D65-4AB8-A966-88DCDE8071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260543-B93B-4B91-87E2-95687D9D1A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F69AE5-17C5-405C-AE7A-D5A1D41B90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56722E-6ABF-4958-ACB8-190F8D8331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2D8D1B-A29B-4BDC-B45F-059CCAE5F1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58CF3D-B767-4381-A014-D663812C5E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020DFE-6FE2-4E3C-9A35-7F60CDAECB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BAE18E-5B4A-4725-933E-F62B07AC0E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33A2B2-AC3C-4208-B9A3-81F91D0FF8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85D5DC-AAAA-404D-A3D1-F60E4959E8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4B6122-7061-418A-8E71-E8DA3BB526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56DBF6-674A-4F5C-A4CA-1E8584C808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AC6E44-8B84-4C90-A257-10857BBB93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0D5BD0-5AEF-47BE-A299-D5DFA3A232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E9B3E0-2EA0-4404-A909-56B433748F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4AF1E2-7F99-4602-879E-24B10E2395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0F767F-283E-489A-A95B-46757C5665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B48717-E270-4A1B-B0B3-659832FC18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889CB3-5BE7-40BB-BA6B-EAAEC20D0D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449F02-6446-49C6-98B0-7C33488F97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52F8C1-6FDA-4003-A64C-591B44E99CD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7743B7-18CE-4672-998E-8C14847275B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 Mr. Participant 2,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Energy source – lithium or solar cells??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Case – plastic, rubber or wood?; flat, curved or double curved?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– multiple scroll buttons are possible (cost more b/c require multiple chips). note that, if you use a rubber double curved case, you must use rubber push buttons. Touch screen = many chips = ££££.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Infrared or “visible light”?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 aka “chip”, TA11835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very limited by what our current manufacturers can offer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look to other manufacturers or just make do w/ what we have available?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batteries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Visible light signalling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Variety of case materials to suit different tastes (but not different face-plates)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2005-02-14T19:55:32Z</dcterms:modified>
  <cp:revision>11</cp:revision>
  <dc:subject/>
  <dc:title>PowerPoint Presentation</dc:title>
</cp:coreProperties>
</file>