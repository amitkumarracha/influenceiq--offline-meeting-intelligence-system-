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7D2AD1-99A5-41BF-A2E4-5318604C44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8E226C-C6CB-4277-8139-D1D9FD4942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DDB2ED-5028-430F-BE5E-A724A53200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E0D6C-EDBD-417E-BC22-C3428D2CE6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156F36-8144-43A1-9CED-0ECB21DEFC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8BFB72-5DBD-41D2-AD32-D99ADA147A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88A00-BA9C-409A-902E-E8D628EB40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3FAED4-8B36-4A0D-8182-34CAB36D82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5D55B-62A7-4C99-8C74-BF78116791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F62CC4-DBAA-4A08-8023-D150090429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41033A-B24A-4A30-8884-2A54DB5052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6B5EE1-CECE-4A66-917F-FC62C29DA6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618747-370A-4E40-9F07-8F06FA2367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AF6FCF-FBBE-4503-964F-426F35D5DE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0F7B1F-843B-4A0C-8C17-6D8B311B83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FB48C9-393A-44AD-9FC3-CF3E2568C9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082BBA-D124-4077-ADEC-55FAFFB3B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C98CD-1A37-4A4D-B218-A1C4F38994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3DAB0E-219F-4CEB-818D-F51D8A48C2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71D74-47C6-47BC-8B03-C76DB46481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035751-E2D2-4BBE-A04C-F27B23E5F2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1BCD47-4C95-49A5-A389-3D565B3D38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C8CC32-5C11-4B42-8182-8C9D5E6861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672896-B3D2-4928-B6D6-30BC534347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5FB6DE-5806-4BBA-8142-2CB54716944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819188-CECA-416F-9C71-FD9CD369B97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2005-02-14T20:01:34Z</dcterms:modified>
  <cp:revision>10</cp:revision>
  <dc:subject/>
  <dc:title>PowerPoint Presentation</dc:title>
</cp:coreProperties>
</file>