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ABEAEA-4C37-42DE-B104-75D244FE01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7DBA5D-CCEC-41F1-BB05-97A0BAEA01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CAF6A8-37A3-47CA-9311-5C8F9E9D16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E501C3-6D1C-4610-935F-7B1BA95200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E96995-9501-4009-9616-505354CC30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E1844B-D718-4781-AF51-FA4A21DFD0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F837D9-ED4A-43A7-807E-96C85F78E8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E72D30-3569-47E1-8A9A-2A94B50401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959C13-26C4-49F3-9BEB-FF485A2990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CBEEA3-E6BF-4A38-8D75-7697A5F140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B88983-E33C-4018-9AFE-CBFE8E2BA3E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242CD5-1E84-4D9F-B330-5834C9D6EEF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EA9561-0ABE-44B2-A88B-DEEFCA8420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732A29-F094-4471-96BC-5E4B610240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978AAB-CD95-4822-85F9-61DD537981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93EE01-E94A-4BA2-B35F-94AAA50AD0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1336FE-ADAB-471A-8125-29C63ABBFE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3BF899-BD27-47BF-9632-E287DA1070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62097D-FF81-4134-B97D-9063972F4A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96E8CB-A1C2-42E3-B76F-5A1A448461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3CD823-F4A6-49D1-B5A7-0B78EA2272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3F06DE-04DB-426B-8F11-988E14833F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B38D08-58B3-4C42-A3B8-05541FAE43D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715D83-F021-43A1-BCB6-6BA05297DAF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ABCD6B-60AE-4093-A580-18B044E8D87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DDB9AA-0D09-4573-BF5D-7CF4D90DEF4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Requirements: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Operate electronic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Universal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Possibly operate several different types of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9999"/>
                </a:solidFill>
                <a:latin typeface="Tahoma"/>
              </a:rPr>
              <a:t>Function of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send messages to the television set.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Eg.: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on“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0000"/>
                </a:solidFill>
                <a:latin typeface="Tahoma"/>
              </a:rPr>
              <a:t>Complicated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many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user will generally have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little use as it is complicated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BORING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6300720" y="1557360"/>
            <a:ext cx="1247760" cy="420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99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9900"/>
                </a:solidFill>
                <a:latin typeface="Tahoma"/>
              </a:rPr>
              <a:t>Simple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Few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for user to manipulate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Cheap look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BORING!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6084720" y="1341360"/>
            <a:ext cx="1322640" cy="446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333399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68000" y="1628640"/>
            <a:ext cx="532764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00ff00"/>
                </a:solidFill>
                <a:latin typeface="Impact"/>
              </a:rPr>
              <a:t>Revolutionize!!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the functionality of the complicated device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simplicity through a new format of display (user interface)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5364000" y="404640"/>
            <a:ext cx="4038840" cy="45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2005-02-14T18:03:47Z</dcterms:modified>
  <cp:revision>12</cp:revision>
  <dc:subject/>
  <dc:title>PowerPoint Presentation</dc:title>
</cp:coreProperties>
</file>