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2F6675-3076-44C1-8A3E-5EF8976791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D64F86-15BF-4F98-B4D5-6B6591EA54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A4F5F7-86F2-42D8-9EFE-287073E177A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EBB37B-A844-416E-8405-D58589085F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D2ED35-C375-45FD-B4F5-CA028066B7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49ADCF-F738-4B0F-824A-10E2A70A41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76E142-D6DE-41BE-85DA-18F1C0E3E7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1DADC1-6E3A-4E7C-874E-675DE6794A9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7367EA-DEC8-4796-B817-594057B33F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90ED10-83B4-4A9C-BCBC-36D2AAEA65C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005FF9-2906-4FDA-AF0F-D7FDFA97055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6DB778-B7B2-47A3-8C65-E764458735E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6EC9D1-0F6F-4B04-AF7F-8AD50F511B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5B1E8C-835F-4A78-919D-EFAF68DEFF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8AADB9-22ED-4E37-BF48-7F15F1A446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EFE9FB-080B-43E7-8F94-A511F18BBD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39BF57-1405-4E71-B0D7-C1B945EC6F5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D0A04A-D829-46EB-80CF-776FEB1E32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D818DF-A0DD-4520-BBA4-8E2BF9A8CD4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73A0ED-EDC5-42D5-A1F9-2ABBEE940B5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023D0B-F02B-493D-92FD-BC560AC1FE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020CE9-3FDF-41EB-BEEA-6BED01ED78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06E0EB-67CF-40BD-B7E2-8D299ECDAF3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E586F7B-58D0-4D29-A4A0-8A38488C5FA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34AEEB6-C037-4F61-83BB-98A3C42EC35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E125438-4620-44D8-8A3F-D19198CF81F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Minutes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2005-02-14T21:52:59Z</dcterms:modified>
  <cp:revision>21</cp:revision>
  <dc:subject/>
  <dc:title>PowerPoint Presentation</dc:title>
</cp:coreProperties>
</file>