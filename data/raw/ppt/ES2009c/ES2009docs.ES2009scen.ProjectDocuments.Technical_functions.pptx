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E35718-A161-4EE7-80C4-8923933410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C2052-C450-4CF1-8589-599167174E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4CCCDD-D562-467C-B18C-FF79CE2ACD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DB12DE-5421-4EFA-ADDD-4F984AB164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1139F-7387-48B5-837A-C73CC0C720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CF674-6267-4E53-ABE5-BBEF07EB8A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0D6D8-EB65-4F3E-B333-4BE8EBA9D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39D992-058F-49F4-B383-C356B23FB5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FFBDF5-9929-46D9-850A-4D0349A69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71D3EF-FB30-437B-A0B8-84EEC1A14A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6DEDFB-CD1B-4A4B-A754-C269F967E3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EE0A50-3AB5-406C-B2E9-D405DB8B1B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EE7251-2A7B-4753-92BE-EBA658A4E0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BAE0FE-A2E9-4A67-A802-12A73E802D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6DF25-7456-46AD-89F3-ECA67DBDDC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3B02B-0A30-4163-A5EE-5A875ED2BB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39294-0C8B-423E-9A7D-C5BD636B7C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4FCD7-B608-4DBF-8D6F-F21D3BE82F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F20C17-58BB-4C60-8DC1-E0813799D8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50A9FC-9C6F-44A9-8810-489997E5C6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CBB99D-EB71-4FBC-A1EB-8A60563686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3D75E-12CA-4D5E-8427-327369ECFD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7B799-FEE9-4F79-9EC8-CAE8DAB1C7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0F58FE-F0B4-4661-AE32-E375B8A617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7402AB-7CD6-42C4-A899-5901409C382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5F2837-AD56-4F03-8646-CB71F5404E9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2005-02-14T17:52:37Z</dcterms:modified>
  <cp:revision>11</cp:revision>
  <dc:subject/>
  <dc:title>PowerPoint Presentation</dc:title>
</cp:coreProperties>
</file>