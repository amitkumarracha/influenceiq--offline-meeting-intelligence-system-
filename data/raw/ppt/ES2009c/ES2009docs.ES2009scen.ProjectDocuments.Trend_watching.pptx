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2F9CEA-01BD-48EA-9380-31CB296E7F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FDDD3-F353-4320-A567-F9D4F36764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E5BDA-92B4-4D08-A226-47D302D3FC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708A9-7416-4E15-8105-98EAAD1D7E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9A41EE-2368-4007-A204-4208A3CB47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E6DE5C-600F-48EB-9481-0061BD51E0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AADE05-0650-4284-859B-D32E1CC68D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4169CB-F09B-4017-9D2A-1A8E9A4974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46C0FF-A9CD-4022-BD67-D7CF38DF9E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0952E-7258-4068-8F0F-7F7611033B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F4FF1-A2C7-426B-83AE-2DFB5F085C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43138E-A735-4192-8409-59F099AB956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0E316E-4143-4A88-9A49-BF77848337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5B656C-07F5-4935-BE94-B3C8992154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99EFEA-B9F4-4A13-A534-1D5441D313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C37E2-3629-424A-AC4D-7AF8251295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8035E-06F4-4DA3-91A6-448B7F2FB7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8EC29C-E400-43F4-A083-369E7441FE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05F60A-2D2C-4BAA-BC09-C4E6FBF721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3923C8-8A04-432C-AAA1-9405133B73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511AB-D96F-45B8-9E6F-758EA94554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5213C3-9DD0-4EED-8851-C7641A6DC5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BAFB7A-6461-47F5-9752-EFD8B3F89D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BE82A-12CD-4011-B5BD-CF62600C88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5B8CD1-9051-4A69-AAAF-0579C2339D3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34578E-A236-41A8-B529-FD1466C3689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at remote control market demands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visual style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technical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current trends in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interior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advertising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fruits and vegetables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spongy” feel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innovative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 clean lines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Fancy”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Natural curves and colours to include current style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Reintroduce skin option, perhaps soft leather casing? Print cases?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graphics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2005-02-14T19:58:37Z</dcterms:modified>
  <cp:revision>10</cp:revision>
  <dc:subject/>
  <dc:title>PowerPoint Presentation</dc:title>
</cp:coreProperties>
</file>