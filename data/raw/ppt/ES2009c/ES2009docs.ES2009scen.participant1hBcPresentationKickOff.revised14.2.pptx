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644CEDE-9EEE-4D42-9965-C5B0A5A8B42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910EAD7-C914-4AEB-96EC-EB5CF9A13F7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7DF7849-E47C-4BCA-88F3-3EF92F69418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9D4D685-A838-40FD-9214-EFB8A46DBCD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D2FEE4F-C87E-4C1B-B81F-475B15CB268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9F25745-5AD6-4E52-A679-BB8F32AE7C8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5AF5FB2-8BB0-486B-BCD9-99783AE8A71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3731559-5349-45D2-8C49-B2210512F83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D0ED1E7-E837-4753-A8B2-3199A15B92F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2D1D779-F649-42D1-927E-5CB641A17EC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25E680E-1118-4A25-AA45-2EC441D067B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69AE5E9-39AB-40EB-A7C6-6F0DE5E48DC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249E5C8-9927-4057-BB13-1C58D3B36D2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F8ECF31-4102-416D-9534-5AC7E58DFB3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09092CE-ED12-4880-9015-75413E36EC0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2A9ED09-2D6B-4D09-92ED-5CD69091D96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90D6497-9BDC-457E-BD0A-A8737E90988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22204D5-06F5-4290-A4FA-DAF26540A50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9AD4E3C-4361-42F5-9BC7-0131B6482C9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9FFCEBC-C0C7-42E6-99C3-73BBB8E5616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28B91E6-2B06-4C94-964D-866C2E57F5B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8262614-7E6C-4988-A1E5-AAA4527585A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665CB8F-385C-4E3C-8404-C0A0BC9E73A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9E74E0B-0828-4F35-B67A-DEBDF1588B3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2C4BA56-B012-4E08-82E5-6E98D3382C5A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A77AE52-61BD-4C6A-BABC-F1CCC8DF24BF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2856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Remote Control Project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Acquaintance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Tool training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plan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25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IRL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Introductions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Proposal for Protocol – Don’t ask, Don’t tell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Introductions, Background, etc. (have fun if you like)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Our Goal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Remote Control – Reinventing the Wheel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Original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Trendy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User friendly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Functional design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Conceptual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Detailed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Tool Training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4000"/>
          </a:bodyPr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The absolute Basics – Whiteboard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Write down the name of one of your ‘desert island discs’ and why you’d take it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Or: TV show/Movie you like &amp; Why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Or: Something you love about Edinburgh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Or: Your hometown and something you miss about it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Or: ‘Something you’d like to share with the class’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Selling price: 25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Profit aim: 50 M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Market range: international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costs: max. 12.50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Examples: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Experience with remote controls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First ideas new remote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Novelty?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Price and Finances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Size, Function, etc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Marketing, etc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working 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technical functions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the user requirements specification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2005-02-14T16:38:48Z</dcterms:modified>
  <cp:revision>33</cp:revision>
  <dc:subject/>
  <dc:title>PowerPoint Presentation</dc:title>
</cp:coreProperties>
</file>