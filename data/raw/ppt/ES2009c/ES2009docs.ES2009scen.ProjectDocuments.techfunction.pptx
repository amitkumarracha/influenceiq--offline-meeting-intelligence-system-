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50270E-1327-4752-95BB-09ACD4C0C4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BC4A0-38BE-4D65-8843-511DB16B11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9EE30C-1246-421F-9E29-A18F286882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7B01F9-CA24-4107-883C-AAD343A09C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D17180-42A3-4623-BD79-A6E6B4695A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B9AED6-BF7F-47BE-ACCD-8832ECE0E3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B4438A-159F-42D1-A931-5D256399B4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B9552D-3204-4B0D-BA55-077A0D61B7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F3F095-1C0D-4E0F-8FF4-BE1D3A575A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3CA531-267D-4576-ADB8-39D0FEE74C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7666F0-3006-4BE6-99B7-A05E043F26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10798E-284D-450B-926A-8C8B55E96D3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2F3BE1-BE36-49A1-85AC-ADD60D4BC8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837F13-4D7C-439E-B129-FADAAD0E3E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F425A5-C9D9-4C63-89B4-FE5AC540EA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BB5234-6C56-44B0-B6B0-FB15355F2B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97D4F0-DFFC-4FC0-A10C-9FB3032DF0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676848-19E7-498B-A236-8B335DE425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A6C61D-57E6-42ED-840B-887E318A22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E7325F-B4A4-4055-8F74-5981B36C0D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6BBE3A-08E7-4CAD-85CF-18FE06A83A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A59FD4-436B-42F5-BB9A-E2A718225A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627797-DABB-41B4-BFC9-BB5C9212DBB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73464F-6C6D-477F-BB80-36001DAEBB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CA2DCE-C91F-442D-89A6-59F74470377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2FB4A6-A5C0-423D-84EF-8BB56F662F5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"/>
          <p:cNvSpPr/>
          <p:nvPr/>
        </p:nvSpPr>
        <p:spPr>
          <a:xfrm>
            <a:off x="1333440" y="4203720"/>
            <a:ext cx="1843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Broad Guidelines from the 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Findings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Questions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Guidelines (restrictions)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Television Only…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 the Company Colours (black and yellow) and Slogan must be present…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Teletext (?)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ID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UID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ME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 and Desires for the RC?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are we selling this to?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does an RC work?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it better/smaller/faster/etc?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it sleek?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Bearing in Mind…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Since it’s only Telly-Relevant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Slick and High Quality can we make it?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Extra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Ideas from last time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Paging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Touch-Screen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Faceplates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2005-02-14T18:14:39Z</dcterms:modified>
  <cp:revision>21</cp:revision>
  <dc:subject/>
  <dc:title>PowerPoint Presentation</dc:title>
</cp:coreProperties>
</file>