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E45909-FE4D-4268-BFAB-96F401797B0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5FDB95-CC92-475D-87B7-5F40D32286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34331B-39A9-40EB-A8C0-0237393E04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7DA40A-7141-44C5-A0CE-21BC3AC0B9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428604-AEC1-4D7E-880B-6EE634D8B6F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6A6AE6-A85A-413D-BF4C-80197A45F5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154221-A28E-49B1-8A32-F5C82D014F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C558D7-D4C1-460F-96F7-81587449594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37EB62-AC71-4542-A061-09FABA4F1B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4D7D26-FCEA-45DE-B1EC-1FA25015A7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1116C9-6FB5-48BF-BAF6-14081D37E63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DEE727-9F0C-4A0A-82B4-65B974179DE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2E2B10-668E-4652-9953-F8BDC1E3C7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B7D53D-A4C3-4148-983A-601304BED4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865443-F628-468A-961B-C1BA3CF24F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AD68DD-14E3-412A-8290-5BACA384C0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F21797-EF6B-4A23-B764-8C18FDD9AE4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E444BF-02D2-4287-B951-783A9F1C15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739B09-6A3E-424B-8AE4-11F972A222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C48515-D3C9-4156-ABD3-2C4A8F7EBC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E31407-91F3-47D4-B2E0-C841446752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FE1574-2898-4CE1-A181-17F71177E9E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25C267-427B-41E7-8962-B2852CEF2F8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7413BB-FDAE-4C14-B367-C6F2ADC4A39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D01D550-1DB0-41AA-8B43-60C83C55E48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66AA07A-2537-4A12-B3FD-355CAAFC22C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Sara,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Research Marketing Reports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Usability Testing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Primary uses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Behaviour interface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Usability Questionnaire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Rank features and functions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List likes and dislikes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Survey future features options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395280" y="14130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Basic functions ranked most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50% frustrated by losing remote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75% find remotes ugly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Over 75% of under 35s would like voice recognition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Primary functions should be most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2005-02-14T18:16:14Z</dcterms:modified>
  <cp:revision>15</cp:revision>
  <dc:subject/>
  <dc:title>PowerPoint Presentation</dc:title>
</cp:coreProperties>
</file>