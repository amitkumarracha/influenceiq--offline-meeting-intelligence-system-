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501FFB-5595-40B1-924F-C3C66FA567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AE055A-1B88-4332-AEFB-23548B797B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C404F0-C60D-4D29-812C-94C3335FEB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0CCBBB-1AB6-4DD0-BE72-6C4AA3E60B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1C9802-1E62-45F3-84EB-E23A185378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FD485D-3B6B-4D62-A831-FBD76295EE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4797F0-B750-4C61-8097-976939BC42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3863AC-3C50-484E-817F-BC9D9CDC60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96E253-DACB-4FE6-9797-91CF087A35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4DF214-57B9-4700-BA2E-E0F0DDEECD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EB5F7A-78DE-4B8E-B717-1AB66128170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47E9F4-8FA0-40DE-8010-D1A32367407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DF309E-6255-4525-8458-0FA0322A11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1A316B-98A8-4C42-B053-21E87948E5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323BD7-49E9-4D12-BBC8-18C922B9D4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C8864C-AA56-4665-94A9-B195A4DF2F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8908A5-D735-4A5A-A656-A8D64514FF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BF865B-B2D5-4313-99B5-287F323866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2092C2-304B-4E51-8B25-AD1ECE5F8D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E2D763-AE26-4B80-906C-FDC3F5CB59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B46C6D-670B-4DCA-A1D0-2B7FC8062F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5E7808-D781-473F-A103-282CEFFA7F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E13C52-77FA-437D-A3CD-F409C7410B8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CB758B-44C1-4C4B-A027-DA62928903B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42051CC-3A8F-4534-AAE9-38532AF0829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6A5CA5C-357B-42DB-A3D6-4ED33A43073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Craig,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Online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Review existing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Read user reviews of these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Suggestions on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Size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Shape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Button location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controls are of “Large Square Brick” type design – not attractive nor comfortable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controls are dark colours – easily lost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Inconsistent colour scheme / icons which can confuse user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Standard colour coding eg red button for standby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Large, easy to use and identify buttons – but not huge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Intuitive markings on buttons eg volume up shouldn’t be “V”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Easily visible colour (if possible with corporate colour scheme)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features will be hidden by hinged opening mechanism – something like a tin pencil case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activated options should always have a button based alternative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Ergonomic &amp; attractive shape overall – “Big Square Block” is ugly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control confirms action by talking back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Issue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Where should corporate slogan go?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flexible is colour scheme?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2004-12-13T19:37:49Z</dcterms:modified>
  <cp:revision>11</cp:revision>
  <dc:subject/>
  <dc:title>PowerPoint Presentation</dc:title>
</cp:coreProperties>
</file>