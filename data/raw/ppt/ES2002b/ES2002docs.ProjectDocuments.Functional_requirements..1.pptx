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6C3F54-6CCB-49E4-9328-CFD58130FB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5F0625-86D4-42CF-BDA3-6007ED17BE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B74CF9-F796-490B-AE35-5B8C05AAEA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75468-8B02-4F33-A2BE-CD935BD53C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D0034-B697-4FB0-BF3A-4D548AFDEB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B1E75-F09D-4077-9946-46638137F9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380816-6240-4D2D-9059-0B7799A6E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712F3C-1830-4977-BC14-D1DF51224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27363D-142E-4D43-9978-4283256764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886D73-F106-4AF2-A8E1-F90B93F194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F1998-C94B-424C-B3CF-B4F45E3CC6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499267-8919-4F01-8537-CD2AC46D41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D17F31-492F-4465-B5DB-4F88F3A055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6B95AF-69C9-4874-B73B-1DE2D2FC9A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ECDE61-57B8-4E07-AAF0-C691535E5A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26F1BF-E05B-495F-9126-2E824C44BA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4A61C-9B11-4DA8-8E1A-9247A297BB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CA2EF9-FE3A-408B-8871-91C332313F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09F09A-78C5-425F-B4EC-FB2919625F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EE7E4D-B32B-4756-A861-8076FA6EFD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0E315E-9D9F-4D9E-A6F4-2F05C71E4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0F4AE7-08AE-496E-8B9B-CDDB9FEAA9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F8582F-F8A6-4673-9ACF-D0EB10A2AB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DA058-D7B8-4D0F-9956-723259222F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0417D6-14FA-4381-83F0-D0F3D3B73ED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85654D-8190-4575-B824-0C6C2CB9BAD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899640" y="3860280"/>
            <a:ext cx="730404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research on customer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Brainstorm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Connect with company 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Putting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Prioritise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Begin planning marketing identity and marketing strategy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773000"/>
            <a:ext cx="8229600" cy="435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controls: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majority of adults would pay more for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Users find it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features get used very little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Controllers get lost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Locator beep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UI Design Reviewing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Craig: some controls could be hidden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2004-12-13T17:45:30Z</dcterms:modified>
  <cp:revision>15</cp:revision>
  <dc:subject/>
  <dc:title>PowerPoint Presentation</dc:title>
</cp:coreProperties>
</file>