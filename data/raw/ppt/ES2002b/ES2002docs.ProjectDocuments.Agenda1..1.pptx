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BA45F3-1804-49A0-99E6-3D65E1331FF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FD0B04-9ECE-44E7-918C-6439DD1BAC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1558A8-E894-43DB-912B-E9731B19A9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BF6A78-E477-4368-8102-119C845EA0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444B85-8E60-4814-AA1B-F469E0B3B9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917EFF-51A4-42C3-8EFC-5ACCBAED44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FA0875-74DE-443B-9558-BC6DBAACAC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5ED53B-B4F5-45CB-8661-899C83BDE6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6B7108-CBC5-4F88-9034-C3C08C5241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901A4A-6B2B-4AC0-8BBC-D920FE8A73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B7EB7B-021A-4B96-ACCC-9110173D111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7E3E9C-6821-4F7C-9A80-34BBDA9B6CF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921406-8056-4964-BB58-ED9CB48931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C963C8-AE8F-4E29-AA48-FED33E2B59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F2A915-484A-4E75-9898-B4436117CB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930347-0AE3-48AD-989C-4EE1692557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9F429A-C8BA-4114-B34E-775CC3F24F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8D381C-137B-4D82-BD85-2A1EB73987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A3427C-D068-481C-92CA-3F283224D2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07A114-F656-4E5D-B34B-BCF96D04CB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A57496-D921-4868-A14D-D692850C4E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7531FE-6E84-4BAF-BC4A-7E50AE51441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A9336B-A2A7-4C0B-BB84-4F0B8EA5788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EA650E-A62A-4F8F-A359-E0A9DD94173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282D76E-486C-44D3-9594-8A7B08AD152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15361C8-C8FC-4779-9834-9A3F54BFBE7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Laura,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2004-12-13T17:56:49Z</dcterms:modified>
  <cp:revision>20</cp:revision>
  <dc:subject/>
  <dc:title>PowerPoint Presentation</dc:title>
</cp:coreProperties>
</file>