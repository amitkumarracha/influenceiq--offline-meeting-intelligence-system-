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ADDE42-8643-45E4-9D8B-FBC07F52C7F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A5B904-585A-435F-A916-6F990713E3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9D1857-89F7-46D6-8661-31B2B418152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9D7301-2D75-44FB-8D45-5776D144791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FC7AF8-818E-42A3-9C44-7D33D033C20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E2CBE3-DBEA-48B0-92B3-B227489C104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7C79B3-C85F-4628-8613-4DBDDB87C44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F627D8-9DD1-4CA1-B9E0-516907C4D54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81E8C6-897F-4638-9AF5-E0808AAC853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952E8F-DCAA-46CC-8D73-C9FBFDBA51C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2944D6-0265-41AA-8907-DABE1116B13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9BD027-CF0E-450C-8A33-FEABBB37F0C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42C45E-818D-4B46-94C5-1C2EBBA26AF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5E7921-2836-48DF-8536-6283CDD674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A853F6-23E2-44F9-82F0-546E7234CE9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569FE6-39EC-4BEF-A981-391CF3454A3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20A0D3-1FEE-451D-B132-3C6E2952EF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629306-B198-4A09-9C9F-8CE588645B8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D30831-F7FE-4600-B04A-A2FF4AF09DA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8EF022-AE6C-4CFF-9AD7-50DF5D5932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D7250F-4E36-4D43-AF82-91946E71BBA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44E420-35C8-49F9-8097-192E3FA05BC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ACD7EA-E212-43C0-88AC-989D309801D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5DBDCA-CB14-43F5-88A7-C11FAE09FFA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5FEA215-6188-4F69-A1D8-BEEA30146B9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581DE03-C0BE-4AB9-A76F-DF3D2DCCF09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240" y="3886200"/>
            <a:ext cx="701676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Andrew Stokes-Rees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197000"/>
            <a:ext cx="8229600" cy="492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1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1-Develop a broad understanding of market trends based on research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2 - Identify trends that will inform the design concept of the 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3 - Discuss design options with aim of narrowing down on the design that best suits the market and the project vision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Market Research 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#1 consumer desire is that the control have a “fancy look and feel” not a functional look.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#2 priority of consumers is that the device be technologically innovative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3</a:t>
            </a:r>
            <a:r>
              <a:rPr b="0" lang="en-GB" sz="3200" spc="-1" strike="noStrike" baseline="30000">
                <a:solidFill>
                  <a:srgbClr val="ffffff"/>
                </a:solidFill>
                <a:latin typeface="Tahoma"/>
              </a:rPr>
              <a:t>rd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priority was for ease of use.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Top Style Trends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Top European fashion trend is for styles that reflect a fruit and vegetable theme especially in clothes and furniture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Material trends are quickly shifting from hard materials to soft, spongy textures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Style Trend Overview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324000" y="1600200"/>
            <a:ext cx="88200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Style is paramount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Innovative design and technology also a must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Ease of use must be ensured throughout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Vibrant natural colour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Softness in materials, shape and function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GB" sz="3200" spc="-1" strike="noStrike">
                <a:solidFill>
                  <a:srgbClr val="ffffff"/>
                </a:solidFill>
                <a:latin typeface="Tahoma"/>
              </a:rPr>
              <a:t>Think  mac iPod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Design 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Shape: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Material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Colour themes / series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Function placement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Marketing identity theme: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Harvest, plantation, seed, lemon, lime, sprout, bean, green, pea, 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2004-12-13T19:42:37Z</dcterms:modified>
  <cp:revision>8</cp:revision>
  <dc:subject/>
  <dc:title>PowerPoint Presentation</dc:title>
</cp:coreProperties>
</file>