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732FA1-8F67-4C46-9A94-2B1A241914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C7B898-497C-49A4-BC01-5C636841C6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BC9B63-3737-443F-98C7-53E08B900E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0A7D9E-BBCB-44D5-9E1F-54568FA4BD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FE80DD-F842-422D-A8E6-070FA5893C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06AC7A-320C-42C4-A768-C53A1BDACD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32AC1-D632-4F22-BE56-545279821D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287F19-AE82-4C81-A8CE-69B5E53964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3B945D-23DE-4B53-80FD-ACFCFD1133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895CEC-D3BF-4CDB-9ED0-F1C66E5115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CE0D9-4BC9-477D-A18C-D6C37772B0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7FAB0-DD95-4814-8061-EAAF19BA11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74C575-A181-4004-9923-5651750FF6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B8C1D-5BAD-4618-A044-8BE35545B1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E89E48-C364-43B2-B123-97E1FA2645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985799-0DCA-4F1F-BE07-0FB0F48D0B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84D108-A76B-4A89-8CA0-2CBA415DB2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E093B5-70D1-4F71-AA92-C5BEEED74D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4DD4C1-7AD6-49E2-A105-72A24A981B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8FB044-54BA-4CFC-A733-E8A39AD219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2A7AA7-AC10-4A63-A9CA-74FB03108B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47889B-F733-4181-A122-2996F7B495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87DE76-9E68-40E9-9C7D-61ADBBE892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D24C90-7F56-427F-B4B0-E3AE3C6681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F1ED37-D86E-4890-890E-A21D2B4887F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62F400-F697-4E59-AC63-32AB0F943A9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