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3AE7EB-E2AC-4CDB-9594-9DA492B5FA1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23BB98-A91B-49B2-AF60-BA27845C34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10F7B3-B64B-4580-A88D-4802ADB311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646F0C-5E6C-4E70-843F-1F677F73A5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10425A-2397-4FBF-8135-882DFAED2D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7F408A-FAB4-457F-A460-BC9FC9EFD0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47F594-C3B4-4D6D-9E69-9D5A6EBCC65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12B6D3-72DE-4CCB-AFD4-36AA309FFA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F90303-40EA-4189-B0C5-3A15442E2D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196E49C-5FAB-45FA-A43D-2BDC583ACFC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F51407-DD59-4DB5-B69F-8299C052650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545AE7-EAC7-4AFA-AB6F-ADEA4417964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07F997-F581-4C93-B4E5-3691E77588B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A7F259-9D72-4F7A-BAF6-FF503C83011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B6EFD5-3B97-4D3E-871E-FEC1E70F00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5FCDFA-E1EE-4FC4-949F-BCC0274FDD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1CE44E-F76F-4517-9892-44FF6E4520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42326F-CE34-41D5-9DC1-8B06CE994D7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FC63D0-1154-4640-B079-C1F0EF65B24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2EE880-EE57-43D6-BD74-B7C906DFD9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418645F-012F-4369-83D1-B727B8F9259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DC3A4D-24B0-4BA9-AA0C-8038AC951D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F551E0-1BEC-4908-8584-C6E2DE10AAD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60EDD7-D4AC-4954-B4BA-1E12EEDF88D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3B70E90-99ED-4953-837E-E7118D2A984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B707F8C-1BC1-4386-9BD2-3D397F6C4758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Research online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Would ask other users for opinions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Will do so at end of meeting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Many controls too complicated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Too many buttons can confuse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Confusing labelling is bad eg PROG/PRG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Simplicity 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but can lead to “clunky”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Hard to access advanced funcitons eg slow motion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Prefer simplicity and attractive look to lots of advanced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Advanced functions should be available but not directly accessible to reduce confusion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Your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example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features?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Dislikes?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Required functions?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2004-12-13T17:23:34Z</dcterms:modified>
  <cp:revision>10</cp:revision>
  <dc:subject/>
  <dc:title>PowerPoint Presentation</dc:title>
</cp:coreProperties>
</file>