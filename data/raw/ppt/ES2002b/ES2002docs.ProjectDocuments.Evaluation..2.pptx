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5B4634-2D91-4E3A-ADAA-E789BF3E6F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6C19E5-1AF5-4EA0-8C1A-A38AEA4346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738532-562F-436F-940B-4A5CBF81B8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235AAC-92AA-416D-B693-8BFFFE7BF7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44D5FF-CBC8-486F-837E-062AAAD654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6AB807-37D7-45F2-8B19-0794617B38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780003-0B3A-47D3-ADE6-9698ED5072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1B42DF-9F79-43B3-ABFF-AD7F14C6B5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88E539-CDF5-492F-84AE-D55ADAA65F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FFB3EF-2BC8-4C6D-8595-27FEFEC343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5C419C-C462-49C9-B5ED-24A61D98AE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566982-7A99-42BE-8936-C09EBFBC09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252039-5009-456C-AFD2-F5C3FCCF29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7B8E5A-7D6E-4A19-AAFB-9FD66E7994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355D0A-4D08-4E9B-BD11-065A91B5D9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1DF443-F5A9-4540-A857-942916A005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07C165-35CC-4F72-A132-3999C0AED8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3233F2-9980-43B5-B583-02C55FE856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7403CD-8274-4A83-BC50-84C3256F16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4709B1-DCDE-4D41-BD4B-8525BD518A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69B017-90B2-4ACC-B527-3FE7D78EC4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822DFD-718E-4FBC-9A65-946FA24298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E90BE1-790F-44E1-94E0-C625010FB5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E8C3B1-8443-4B12-9355-AC05D68DBFC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969C7B-CBAA-45B0-9F34-DA19CC03624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F34DE9-8807-4C1C-A9AA-6DB04791DBC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737712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 of Evaluation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Product evaluation based on original market research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Based on design goals (i.e. company logo)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Together lets rate (1 high 7 low)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Rating – 1 is most true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conforms to stylish look and feel?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conforms to high-tech innovation?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Style reflects a fruit inspired colour?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 is simple to use, simple in features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Construction is soft and spongy?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Company logo is included?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Within budget?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Refining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be thinking more 3 dimensional?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Could our design involve a series of colours available?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go with vibrant colour or earthy tones?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2004-12-13T22:47:26Z</dcterms:modified>
  <cp:revision>14</cp:revision>
  <dc:subject/>
  <dc:title>PowerPoint Presentation</dc:title>
</cp:coreProperties>
</file>