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4F5954-F03F-4634-90A5-340B8A45917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3F8BF6-2FB5-45F1-AA97-3B8A97FF568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299FC2-F76F-4216-9F61-C65B6EBAAFD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57350C-62CB-4980-8EF4-6C8BF918285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1FA2A4-630B-497B-9F08-0A1ADB10C8A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F027AF-46BD-4E73-B1CE-C11396870F3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A706AA-ED01-4BAC-8C52-6063FE88075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0EA88B-FE6B-4CDD-A63D-B36D097FC87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1E5FA2-B313-42B6-8402-326D11E5D5B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D58CC8-A072-4ED5-9EE2-4F1C0355F10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DA2DD1-3CC4-4883-A2FB-07F31ED8C34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0B9109-B249-4AC9-B583-9E00FDB2B73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CDE21B-6774-4B78-B25F-EAD1F59BCFC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A398462-E1F5-49D7-873E-23A2950725F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D183A2-D2DB-4979-9495-7FD91EDDABF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0E65BE-B414-4C68-A0EE-F585A22E6FF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D724B1-EDA7-4ED0-B263-8E32C029375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A7C0F43-D2F3-497E-B2B6-29EDE7CD8D8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40EC622-058B-4681-B6CE-A5966A646F9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1A621B7-1FBB-48C8-B4C1-9C107E2226D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C56BED2-AD91-4155-A779-65B5BC681DD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6B9E318-C63F-4431-A7C9-46E6D968B08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47D00A6-1338-48D8-8205-B0EC21B862F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F4D3628-1E53-485A-8763-6DB252CBA5E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E4E9AFF-00C2-4745-921E-C18C1DBDF28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82B7CCB-3276-4D13-A887-BE297E3A8BC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Craig, 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Research online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Look at existing products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Would ask other users for opinions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Will do so at end of meeting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Many controls too complicated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Too many buttons can confuse user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Confusing labelling is bad eg PROG/PRG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Simplicity good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but can lead to “clunky”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Hard to access advanced funcitons eg slow motion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Prefer simplicity and attractive look to lots of advanced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Advanced functions should be available but not directly accessible to reduce confusion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Your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Look at example remotes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Favourite features?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Dislikes?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Required functions?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2004-12-13T17:23:34Z</dcterms:modified>
  <cp:revision>10</cp:revision>
  <dc:subject/>
  <dc:title>PowerPoint Presentation</dc:title>
</cp:coreProperties>
</file>