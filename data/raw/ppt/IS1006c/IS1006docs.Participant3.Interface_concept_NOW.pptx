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6F176-D713-4396-8BCC-4F97304D1B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68CA17-FD4E-4E0E-9D3A-767245E45D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831D62-787D-4B64-A79A-BB23275313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631773-0859-43BE-AABA-1FF7C95A50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8944C5-25AA-46C7-A545-389E7977FB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B0F3A4-73FA-4CA6-837A-BB0433ABF8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49AAE8-E57A-411C-A0F3-E768890E94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1658F7-5956-4C8E-841C-6CD17D78D0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140778-8365-46D9-A991-01D39BFA58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0B231-B233-4D78-BF4B-D518BECAC2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0AD4DD-C3FB-42C4-B9DA-19D8FCA623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8FEC23-5B74-492D-91C4-6790B63A34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1D9173-D15D-486A-BC4C-3E423BEE43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46048E-478B-47EB-AC9E-C31598514A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D20AA8-C418-4F27-8D6C-FCF6C641B2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23F40-2606-4885-BB92-EA0F8EF58F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7DEF4A-6295-444A-BD89-2CBF64BBD9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D9F102-0E65-4E00-B8AD-6E0C2BBAFA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FABBDA-A3E8-48F1-9449-0777684FBD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D28DFB-D161-4791-AB6E-20F64BD18D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F562A0-91D8-4B96-93EC-51E912A245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AD848-6808-46DB-ACE8-711FB45B40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8C7E0-7D1D-4D03-8152-D45FE856D0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6B421D-1BAD-4E63-ADAD-5BBCFFBC43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2A2A55-F9CC-4917-9E50-C6E336D8D83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95A1A9-6942-4B2A-A5AC-3CBCD6B00AE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771640" y="333360"/>
            <a:ext cx="3476880" cy="538164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1260360" y="476280"/>
            <a:ext cx="6581520" cy="521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3600" spc="-1" strike="noStrike">
                <a:solidFill>
                  <a:srgbClr val="ff0000"/>
                </a:solidFill>
                <a:latin typeface="Arial"/>
              </a:rPr>
              <a:t>NO</a:t>
            </a:r>
            <a:endParaRPr b="0" lang="en-IN" sz="3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755640" y="260280"/>
            <a:ext cx="7488360" cy="558324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044720" y="321300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619280" y="404640"/>
            <a:ext cx="6346800" cy="4415040"/>
          </a:xfrm>
          <a:prstGeom prst="rect">
            <a:avLst/>
          </a:prstGeom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325800" y="5229360"/>
            <a:ext cx="84988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SHOULD THE REMOTE CONTROL PROVIDE ANY ADVANCED REACTIONS?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2004-11-30T16:16:07Z</dcterms:modified>
  <cp:revision>8</cp:revision>
  <dc:subject/>
  <dc:title>PowerPoint Presentation</dc:title>
</cp:coreProperties>
</file>