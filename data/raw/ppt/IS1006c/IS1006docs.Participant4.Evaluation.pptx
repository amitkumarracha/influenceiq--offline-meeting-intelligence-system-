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4A4838-06B0-4096-8D20-03936FEABC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6AF33C-60D4-417E-8BA9-30B79ADEED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A76679-7F56-4ED3-81F8-F8644B663D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34F89-D9C8-4E54-91E9-DA6A965E8B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7F5233-F12C-4A46-BC16-8E34FB5D8F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3DCFC1-C7B5-4B98-911A-FCB366DE47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982446-8981-4B47-9417-16DAA403A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636AA-843B-42C9-AFAE-8883388970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A42BE-FAA2-4C6D-B21E-E9FBD33B1F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05ED71-5340-48DC-BC8A-5C6BF1F752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9C5F6C-E14D-436E-8817-F2DD35A530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6D5F0-1B90-49F7-9EAB-012F77C5A3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328A1-16A2-4A2D-B960-F5AEAE2158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B886E3-CEA5-4926-8907-488919D30E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349B6A-F77F-4BCA-A49A-BD02FF4E8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F6CA04-7F59-46E1-BA23-96F83E24AA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3AA1F1-B21B-4A6A-9048-806C3F24C3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5F310-B180-43DB-AA0D-FA74622EF0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0CACB-C2E7-401A-92CE-244CF97C92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42F231-CA83-4913-AE95-D0C41FC259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EB3640-346E-43E8-BA4E-47AA3C9964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D3CDC9-51C4-4A3D-998D-1C01AEF642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D8D29-12A3-4E16-B86F-74C381244C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DB83B6-A308-44A9-8834-7AC832CEB7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14E3EF-0B2F-4AAD-BA25-835C677BA31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479262-D379-4C01-A5F8-E925A60EFDA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Evaluation of the prototype is VERY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need quantitative methods to assess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Let us use a quantitative scale: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From 1 (strong yes) to 7 (strong no) for each criterion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Then, average!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Technology-full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size and weight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color and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Adaptive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2004-11-30T18:34:08Z</dcterms:modified>
  <cp:revision>15</cp:revision>
  <dc:subject/>
  <dc:title>PowerPoint Presentation</dc:title>
</cp:coreProperties>
</file>