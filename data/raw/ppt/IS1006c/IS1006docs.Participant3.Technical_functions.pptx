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649107-02EE-4035-8659-9FEE0D2479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7E5DC1-0F5A-45CB-A36B-7484A25075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64EE89-1666-4DF2-A0A2-3C44191903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C4930B-51BD-4625-BE03-A3ED385B9F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C99E7E-D02E-4BF2-A92A-E1E7B9FF07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8BC819-0993-4F48-8597-C015249B97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887584-DEA9-4A9B-948F-8800C22288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9DEC40-7C69-45C7-8F8E-F97B756B40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34DC6E-0192-42AC-94D3-F557F751DE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3C7E92-8710-48D3-9687-9E07714311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0F2D4C-1639-4ED6-8B79-E9A0ACEA221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F3A839-204D-41A0-8A6D-0D578779BC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119B39-027B-429A-9426-B31B066537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6A2059-0729-4162-855D-9F080C31FB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32FA05-B5E7-466F-AF29-21BA9D17AA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53939F-1ED3-4B5E-8934-15A028FB18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DE191D-2B36-4F34-81C6-C6A148A287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8876D8-6E9A-4673-B55B-347CADDD7C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A66A7E-2B5A-4146-98E3-163A3815D9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D10FF6-47FD-4878-AE22-7CB155D4AF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237E88-290D-41D9-9550-C3BB07312C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D19914-601C-46C5-B8EE-2DEE5A36FA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2AF869-4C4E-4A5B-9FFF-4BC4BFD2B7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D4F883-4C41-4735-8191-60B26E4D2E1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B2992D-8DFC-4F44-A327-114E4FF029A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869D0BD-FBA7-4C3C-B2BA-67B49901A6A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images.google.ch/imgres?imgurl=http://www.gemini.no/downloads/photolib/Remote%2520Control.jpg&amp;imgrefurl=http://www.gemini.no/shared/photo_lib.asp&amp;h=776&amp;w=1028&amp;sz=127&amp;tbnid=8Ic1yOc1mlEJ:&amp;tbnh=113&amp;tbnw=149&amp;start=4&amp;prev=/images%3Fq%3DRemote%2Bcontrol%26hl%3Den%26lr%3D%26ie%3DUTF-8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 Twight,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84360" y="981000"/>
            <a:ext cx="7859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Occam Razor Princple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- not to complicate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- never easy-to-use enough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1116000" y="2781360"/>
            <a:ext cx="1749600" cy="132696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3"/>
          <a:stretch/>
        </p:blipFill>
        <p:spPr>
          <a:xfrm>
            <a:off x="6012000" y="2708280"/>
            <a:ext cx="1728720" cy="130032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682920" y="5013360"/>
            <a:ext cx="7947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</a:rPr>
              <a:t>Provide simple desires into simple actions.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6836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5650560" y="5229360"/>
            <a:ext cx="3243960" cy="520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imes New Roman"/>
              </a:rPr>
              <a:t>*) style is the passion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3997800" y="3429000"/>
            <a:ext cx="13100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Be simple.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9528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324000" y="1052640"/>
            <a:ext cx="4835520" cy="3605040"/>
          </a:xfrm>
          <a:prstGeom prst="rect">
            <a:avLst/>
          </a:prstGeom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5317920" y="1197000"/>
            <a:ext cx="3824280" cy="1800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Titanium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Screen Backlight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Few buttons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Easy-to-find-and-click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302520" y="5229360"/>
            <a:ext cx="24285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- Automatic turn on\off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2004-11-30T15:05:22Z</dcterms:modified>
  <cp:revision>9</cp:revision>
  <dc:subject/>
  <dc:title>PowerPoint Presentation</dc:title>
</cp:coreProperties>
</file>