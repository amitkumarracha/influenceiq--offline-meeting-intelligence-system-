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6.jpeg" ContentType="image/jpeg"/>
  <Override PartName="/ppt/media/image8.png" ContentType="image/png"/>
  <Override PartName="/ppt/media/image7.jpeg" ContentType="image/jpe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D6254-BC5F-4DA7-9FAC-95AC1F3947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9938C-5B42-48A1-8CEE-B1B5D51FA2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DE7688-BCD2-426F-BAAB-F4DFEA1C9A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1D6C6-74A0-43C3-8048-7BAD689100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49127F-3E0D-48A0-918B-B205890B1E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2EFF8D-5993-430B-ACE9-383C45D162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8E9D61-92F4-4B06-BFCB-17E51AEA21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E7B58-DDAE-455F-91DC-D762559C1D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0592A-EE17-4776-AEA7-C0872E3A2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3B5AE-92ED-4BC0-A97C-865A830E78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BCAA7-9DD8-4217-8EFC-8E5E47FD0D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C5720-DF87-404D-8E02-E81ACFD65F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03DA73-8129-45FE-820B-F81C665BF8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6C5D0E-8382-4BC4-B57C-48BA200599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BF788-1D19-4EE7-BE25-AFCEC225C1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8D8771-3EA1-40D5-AD2B-8B078285B5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34777E-7259-40C0-ACFC-B47ABA0F9A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2C441-CD42-47C6-A0E9-B43D259C06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67A2A8-8C7F-400F-98B9-CC50123357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42D16-66D7-44BA-8107-CC174AA6E3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45751F-FEEA-42DA-9169-254942CABD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A14DE7-BCC6-40E2-8D07-D8BFB6E05C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2667DA-DC1D-4231-8789-043C6459D5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BE8FCD-6EB2-47BD-BBCE-17DDE22598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CC1EE5-9073-411A-A72A-01431BCEF6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55379E-B6A4-4EC2-B1DC-18AF6B0C18D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fcc.gov/oet/info/maps/colorpal/cpmipal.gif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Mark Twight,  Rama Rao -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68360" y="620640"/>
            <a:ext cx="2860560" cy="452592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3851280" y="2781360"/>
            <a:ext cx="1297080" cy="0"/>
          </a:xfrm>
          <a:prstGeom prst="line">
            <a:avLst/>
          </a:prstGeom>
          <a:ln w="127080">
            <a:solidFill>
              <a:srgbClr val="00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580000" y="549360"/>
            <a:ext cx="3154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0213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60360" y="234936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668720" y="5516640"/>
            <a:ext cx="12610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TITANIUM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826920" y="1197000"/>
            <a:ext cx="5635800" cy="344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Function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Position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Material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Form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Color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89600" y="125280"/>
            <a:ext cx="2786760" cy="825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ffffff"/>
                </a:solidFill>
                <a:latin typeface="Arial"/>
              </a:rPr>
              <a:t>Prototype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5508720" y="1557360"/>
          <a:ext cx="2495520" cy="3162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508720" y="1557360"/>
                    <a:ext cx="2495520" cy="31622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3964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"/>
          <p:cNvSpPr/>
          <p:nvPr/>
        </p:nvSpPr>
        <p:spPr>
          <a:xfrm>
            <a:off x="2275920" y="1557360"/>
            <a:ext cx="5877360" cy="3749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Power ON/OFF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Volume control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LCD controls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Speech Recognizer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Location 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8360" y="43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708360" y="1916280"/>
            <a:ext cx="2495520" cy="316224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340000" y="1989000"/>
            <a:ext cx="1440000" cy="289080"/>
          </a:xfrm>
          <a:prstGeom prst="line">
            <a:avLst/>
          </a:prstGeom>
          <a:ln w="63360">
            <a:solidFill>
              <a:srgbClr val="bbe0e3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613080" y="1700280"/>
            <a:ext cx="160416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bbe0e3"/>
                </a:solidFill>
                <a:latin typeface="Arial"/>
              </a:rPr>
              <a:t>strawberry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"/>
          <p:cNvSpPr/>
          <p:nvPr/>
        </p:nvSpPr>
        <p:spPr>
          <a:xfrm>
            <a:off x="169200" y="4508640"/>
            <a:ext cx="897732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pc="-1" strike="noStrike">
                <a:solidFill>
                  <a:srgbClr val="bbe0e3"/>
                </a:solidFill>
                <a:latin typeface="Arial"/>
              </a:rPr>
              <a:t>Ultimate fruit-smelling spongy titanium alloy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419640" y="1773360"/>
            <a:ext cx="2409840" cy="186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132000" y="1628640"/>
            <a:ext cx="2901960" cy="209232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3133440" y="4581360"/>
            <a:ext cx="275328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- Simply perfect.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3" name="" descr="Color palette from MapInfo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68360" y="1341360"/>
            <a:ext cx="4753080" cy="386568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5850000" y="1073160"/>
            <a:ext cx="2160360" cy="5335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Monday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0000"/>
                </a:solidFill>
                <a:latin typeface="Arial"/>
              </a:rPr>
              <a:t>Tuesday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00"/>
                </a:solidFill>
                <a:latin typeface="Arial"/>
              </a:rPr>
              <a:t>Wednesday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99cc00"/>
                </a:solidFill>
                <a:latin typeface="Arial"/>
              </a:rPr>
              <a:t>Thursday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1bfed"/>
                </a:solidFill>
                <a:latin typeface="Arial"/>
              </a:rPr>
              <a:t>Friday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333399"/>
                </a:solidFill>
                <a:latin typeface="Arial"/>
              </a:rPr>
              <a:t>Saturday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dce2bc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……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Party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"/>
          <p:cNvSpPr/>
          <p:nvPr/>
        </p:nvSpPr>
        <p:spPr>
          <a:xfrm>
            <a:off x="1189080" y="3933720"/>
            <a:ext cx="126000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Welcome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2004-11-30T18:38:03Z</dcterms:modified>
  <cp:revision>9</cp:revision>
  <dc:subject/>
  <dc:title>PowerPoint Presentation</dc:title>
</cp:coreProperties>
</file>