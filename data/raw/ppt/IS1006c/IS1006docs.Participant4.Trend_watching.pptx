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9341AB-0422-452C-8240-6D90D84933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B1DCC-1219-4116-BC62-5224528835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B0DC55-97E5-49F5-B6BC-E66294A441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4F3A9B-FA59-4A3B-B67C-67D33711A1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A9574-34B0-4601-99C8-ECDE828D71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BC9B25-2415-499F-8AFE-231F323B0F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642CCF-DBFC-4EB9-B801-B9FC52F705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EF4FD3-455B-4657-B3C7-7238160572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E888EB-5E93-414A-8251-1BFE250683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08497D-A9E0-4497-AAFB-653FFDDB5F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379D64-5C57-4E10-84FD-2F4CC0D281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3377DF-C4B0-4BD4-9105-2C48AADA45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591DC0-F160-4AB2-AC1C-2810D973F4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CE5D81-60D4-4C62-9AB3-E302CD2BF8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768371-8924-43DF-B9C6-829E6AEAC8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19E63D-90D7-4036-9DA0-0355435756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988099-845F-4361-861C-7E745109EB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7AF61-54B3-4421-A22B-58F555AF09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8CC70F-DEFD-4DD8-837C-902907ECCA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3391BE-EE79-481C-A7B7-CE0D9297F2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8129A8-6DB1-46BC-893F-603314C8D8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0BF9DB-3844-4D7F-96C8-2DDCCB5E3C7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30893A-365C-4D31-B102-234B1146C50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8BF60F-54F2-416B-A4B1-9DC0C6FC9A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4E7331-3560-48CE-AFD2-9A78773675F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E32499-013B-4F93-A310-3924104F647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How to watch the trends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on the web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 people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Be inspired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Invent it (risky but $$$)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most important aspect for remote controls happens to be a fancy look-and-feel, instead of the current functional look-and-feel. This aspect is twice as important as the second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 innovative. In turn, this aspect is twice as important as the next aspect.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2004-11-30T16:10:29Z</dcterms:modified>
  <cp:revision>9</cp:revision>
  <dc:subject/>
  <dc:title>PowerPoint Presentation</dc:title>
</cp:coreProperties>
</file>