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0EBCD2-223C-4A54-A2BD-6613079CDB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461802-46B7-49D3-90F6-385316496C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7A6C1F-C779-4460-9A7D-7A5289C1DF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DA4157-705D-42B0-9223-FF0C7B9841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DEF406-2863-49C7-BC4A-E038429B3C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56E4C1-EB97-4ED6-BD1B-C15A5F75AA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F0735B-4CC8-4D82-A376-9F4BB18266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ABA93B-B988-4952-A9FD-56006F520D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FCF4BD-9480-43EC-A165-9FC40C4B68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1EAB76-B3EC-4359-A6E5-AA87FBE4D9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2D55E4-BCF9-46BD-9A49-F6189B87B30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46FE0D-D4A6-462F-97B6-F4D1C2A5DA5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FEF337-CD94-4190-A191-6C356A8C90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B67A4F-71F8-4310-A1C9-E4DF0F8A4F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D3AEF7-EDD1-42FE-BEA8-8AF4D52D84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E7A027-6E0E-452A-906B-09FB3DD835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BA298F-7D33-4F3C-851B-354D99AE9C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BEF057-4CA1-4E77-93B9-471B160D88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51D323-12F3-4D95-BC0F-19833A78BF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100EE5-494E-401F-BADE-5CA358ACF1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75C53D-0941-40F6-96DC-64531AA0B0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DC0A01-42F2-4043-AD0F-0719BB5986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4D6B8D-B9FE-45BB-8CA7-05827A83CE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165BCB-2167-4130-9EA3-B8BD0EDE36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1965B7-4115-44CC-8C8C-2E37009A47C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4FFD37-D709-43A3-B8B7-80DF56BE9B6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2004-11-08T18:50:49Z</dcterms:modified>
  <cp:revision>18</cp:revision>
  <dc:subject/>
  <dc:title>PowerPoint Presentation</dc:title>
</cp:coreProperties>
</file>