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D788B0-5552-49E6-B839-D57373240C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EBAF33-6903-40BB-86F6-1C0043B6D8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C0534D-3A24-4061-B39B-5B7ECAFFF8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79C521-BF81-4480-91DA-405CA85FE3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B028F6-1227-4E32-B489-66DF4FDA1A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913A5C-5A7D-4D68-8A1C-988E97BC56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3749C0-D649-4D98-ADD3-94CA306177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51B50B-D6A7-49B6-8C82-5B15463EAF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DF59C8-00AC-4CBE-907E-EEF61B2C82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2B52EB-8F02-4C35-9275-B21FBFC6FD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58843A-9272-4534-B490-EA97534B9C4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8ABBFB-F4BA-4417-81C1-D5E4ECC14D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AC9A89-65D0-45CF-B5B0-103652F571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2F4A51-B15E-4678-B2F4-08732B8B5A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6A0EBD-B3AC-46DC-B270-0C80D5E4DA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D3422B-18D0-4E3F-A0EF-6A8DC7EACE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A6A574-E65D-4036-96DD-DB37F9CD00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FE5641-1437-4F23-B844-38EAB52147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392AD7-96E8-47E7-B836-F4CBBB9073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5698C6-9208-4460-9981-D03D648163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293346-1E4B-4B8C-AF36-C61E06283F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F8ABDD-B646-4389-83D1-03CF0D5DFD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70089A-756B-4AD4-BCD4-6F317B5577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5B2FD6-CE24-4419-AE5B-466EFE522F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33BD70-7285-44C0-84A3-C0A72A7658D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FA99C2-D54B-4B1D-BF2F-4D6BBF759B3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Ask the users themselves about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What they like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What they don’t like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current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And what they DO with them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dislike the look-and-feel of current remote controls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The biggest frustrations users expressed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Functions used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Power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often but very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Channel selection often and very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Volume selection not often and very relev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Audio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Screen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not often but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Channel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ahoma"/>
              </a:rPr>
              <a:t>Speech Reco in the remote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547640" y="1989000"/>
            <a:ext cx="5667480" cy="31053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2004-11-30T15:03:10Z</dcterms:modified>
  <cp:revision>13</cp:revision>
  <dc:subject/>
  <dc:title>PowerPoint Presentation</dc:title>
</cp:coreProperties>
</file>