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7D121C5-AA80-4FD7-8FBA-FB453AFF5C6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C7C7851-B3A7-4F28-91C6-0064661AF58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0901A9E-A3CD-433B-8E81-A308BB65F9B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EDCE088-E256-442D-8B7C-7EFABA0E20D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726B203-41F2-4B15-BA2C-99453D4A24B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34F9D94-1955-41E2-80A2-83E83F3194E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F7B8878-5763-47DC-84AA-2A685C6B30B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5388EA7-93E6-42E5-8400-69A2BD15224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B8335D9-6716-45BB-BB1B-2BA9618A750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2355DFE-5AB6-48FF-8BDB-4F6BED817EE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C2BFEEE-89E1-4DAF-9172-0AA2D9FD9FDA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7DA8E67-82B5-42C5-90E1-9A2023170D44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CD18AE1-F59F-4EAB-B4BA-B917B2FA0EF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2B31381-571E-4D8F-9AD1-DD8EB783E92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4C51BA1-4355-43EA-9AE1-99AB9BFEA31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E572F64-54AE-498F-B079-559750BFE59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64ED62A-107C-44E3-8C2E-2E79883745F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60CCE39-21C4-4CA9-8653-0ED407404F5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3AE9FE2-C83D-4E5D-803B-39C60D431F9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AEB137A-0EAA-444A-A7A1-F84DAB99231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4A96F60-E2C3-4525-B295-B6D4F2D4E38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47DE888-0923-49DD-8DF6-E86EABEBA98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B3552A4-DE1E-4904-B11A-C01A825918F4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1973D8F-C9B9-453C-B157-F5B737411551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23B401CF-DF54-4AE5-92E9-53E5F8092A60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B636FBBE-94F2-46A3-905C-09540920A97B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Detailed Design meeting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&lt;name&gt;, Project Manager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Agenda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PM = secretary (minutes)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Prototype presentation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Evaluation criteria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Finance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Production evaluation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Closing (we have 40 minutes!)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Finance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Excel sheet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Calculate production costs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Are the cost under 12.50 euro?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No: </a:t>
            </a: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redesign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Yes: project evaluation (next slide)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Project evaluation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Project process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Satisfaction on for example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Room for creativity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Leadership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Teamwork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Means (e.g., whiteboard, digital pens, etc.)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New ideas found?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Closing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Are the costs within the budget?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Is the project evaluated?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Then: Celebration!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cosmetix</cp:lastModifiedBy>
  <dcterms:modified xsi:type="dcterms:W3CDTF">2004-11-08T19:02:27Z</dcterms:modified>
  <cp:revision>18</cp:revision>
  <dc:subject/>
  <dc:title>PowerPoint Presentation</dc:title>
</cp:coreProperties>
</file>