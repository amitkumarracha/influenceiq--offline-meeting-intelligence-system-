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D81C93-6663-405A-B92F-FA553E09F9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6D7B39-7EC0-48E0-ADD5-AF02A21469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568490-E1C2-407B-A899-2ADAEAF24A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4A2D97-2600-461A-8401-5283DC61BE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0F9E37-35B0-4B1A-8F19-FCB8EA8B8C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5ED8E2-01FE-4375-90B4-3D59549455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79D71-C455-446D-8F91-C98FA61CA8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D67665-963D-46DE-830F-952A146DD7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4267DF-59C8-497F-A9FA-B7275A9EC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A08E7-0B7E-490D-B38A-524E004B44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71D4C-6450-45A2-9E1B-051F4A264B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6A64A-424B-41DC-8741-41355F7B7C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D36B5E-16A8-44E3-ADD3-51F3895FC1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C17390-A44D-4C69-BDCF-80BB156CEF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3FBB25-CC85-4AC5-AE59-23DE2FEB34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251833-88C6-4D2D-B2AB-A5388EEE0C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BD5ED5-2214-44BB-ADFD-B6846EF7C4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37085A-79F1-43E7-992C-99CBFE91E9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9AAA28-7040-49B4-A8D5-72975A3C47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E2B0F5-793B-4CCC-9C98-682BEF033C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904FFD-1378-4712-8322-E6BEDC025E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04EBB3-458D-4C4A-B082-5F71C44BBC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C5E548-74F9-4407-80CE-2014A42437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7F2E6A-E65D-436A-A9F0-50E85E1ED1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A7567B-F857-4810-A5A5-8D6FA4AEF9B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7BB368-0D02-44D2-B988-23854DA9D82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Energy source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Battery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plastic, rubber (such as used in anti-RSI stress balls), wood, and titanium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LCD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speech recognition feature: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integrated, programmable, sample sensor/sample speaker unit.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Location of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(no double curved)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 as it requires simple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2004-11-30T16:17:18Z</dcterms:modified>
  <cp:revision>13</cp:revision>
  <dc:subject/>
  <dc:title>PowerPoint Presentation</dc:title>
</cp:coreProperties>
</file>