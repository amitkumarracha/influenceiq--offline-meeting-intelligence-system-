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23515D-11A4-41C5-8F68-2615332F1D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7DB13-1AC7-4EC8-A5FB-4DE464B09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8B77C-B100-4294-B28C-AFB0DA85C8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F2C46-FA90-49FB-A999-9D923B0E95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68E711-8EF4-4CCD-997C-51274DA37A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A607A-C43F-4F14-9FE0-0F178D6491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A287B9-AF3A-4BFB-8DC3-0C10027BDE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2A1A54-E0EB-455F-9E59-0A41689197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82E8B6-D080-4C4F-BDE4-12D6A6307B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9793C-F843-45CD-96AA-F73452A403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3FA51-1016-4EB5-BEE7-1A022F5F93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A7497-3215-410C-8065-C8F7EA7872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6467D6-4740-49F5-902D-B88D917A22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F93D0B-7237-4534-8C02-6C8C8F31E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26B9D-84C8-4232-96B1-F31738FACE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36484-6D8C-48E0-9AD5-895A605B33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615692-E763-46F8-997B-1036732293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CF91D-D5C6-40EE-A967-7EFB21D445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7B9F32-C0FD-4CA8-B4A4-AF50B248DC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05DC25-2516-488A-836C-6C660F68DA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5EC7AE-EF82-4C98-881C-99F0F5D365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7545E4-C034-4F3E-A4A8-F4B06B20B5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6C13CD-B7E0-48A7-B3C3-7B180C6C9F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2B30A8-A83B-48B2-B51B-0B7B039DC1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6D1A70-B054-4B4E-904A-C766024F7CB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20C333-8B0B-4079-973D-D289A129C5C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