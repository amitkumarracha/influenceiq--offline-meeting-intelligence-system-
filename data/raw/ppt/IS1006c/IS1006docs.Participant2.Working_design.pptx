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E457A-542B-40DC-A662-1088FE68E3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4CEFD-BE21-4FFF-9E7E-56835234B4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E44690-B717-455E-9133-7FC8233728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BD9F6D-3724-41E4-9AD5-CC48BBE966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215BD7-9CBF-4707-A4A9-B73137FD37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E29FBD-4F05-4322-891C-1766F5E98B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7A143D-5F66-4879-9C7B-A81C22F4A0A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E66225-9D7F-417C-B703-62DE6C8D2B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98306-8EC9-4D10-8FD3-7E1B814820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A1C66D-FBA0-4A7A-BED7-27C1783DDF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BEA6BA-06AC-497B-A843-8CF89A1048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08BDD7-057A-41CE-9359-3F77E11DEB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368B6A-080B-4FD1-96B8-D1DCAB1D4C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040F1E-5191-4869-BDD3-144E7E012F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66F059-D3D8-4D82-B3EB-A7C55E8F07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63697-48BF-42CC-AB49-F18E7E2406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84988A-CF6B-45B1-BABB-FDB3C7DFB8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A55A34-1118-4854-8F5E-14F9F5CA4D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4F54D9-5B9A-48B5-BA25-2874888B2B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964F4-AAD1-40FF-97E5-D9EEEC8227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E4667-24A4-4FB8-A269-2A22B30AAD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0AC978-0300-4D18-99E7-30128955F5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4016C6-3C9A-431F-8625-1CF3A63E5C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6ACA45-EA46-4634-ACFA-02D6AC25E7A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FCA805-6D00-4FCF-9CBE-F73F35DA55B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F9922F-DEF2-4758-AE5D-2B8335DB379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Rama Rao,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The basic function of a remote control is to send messages to another system.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An energy source feeds an integrated circuit (chip) that can compose messages, often in the form of infrared bits.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messages.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(keypad, VR, etc)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Programmable DSP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 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Encryption codes for different TV makes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2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3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1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2" name=""/>
          <p:cNvGrpSpPr/>
          <p:nvPr/>
        </p:nvGrpSpPr>
        <p:grpSpPr>
          <a:xfrm>
            <a:off x="6516720" y="2421000"/>
            <a:ext cx="791280" cy="720360"/>
            <a:chOff x="6516720" y="2421000"/>
            <a:chExt cx="791280" cy="720360"/>
          </a:xfrm>
        </p:grpSpPr>
        <p:sp>
          <p:nvSpPr>
            <p:cNvPr id="123" name=""/>
            <p:cNvSpPr/>
            <p:nvPr/>
          </p:nvSpPr>
          <p:spPr>
            <a:xfrm>
              <a:off x="6811560" y="2421000"/>
              <a:ext cx="14760" cy="720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" name=""/>
            <p:cNvSpPr/>
            <p:nvPr/>
          </p:nvSpPr>
          <p:spPr>
            <a:xfrm>
              <a:off x="7034040" y="2584080"/>
              <a:ext cx="14760" cy="405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6516720" y="2793960"/>
              <a:ext cx="2764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7032240" y="2778480"/>
              <a:ext cx="2757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7" name=""/>
          <p:cNvSpPr/>
          <p:nvPr/>
        </p:nvSpPr>
        <p:spPr>
          <a:xfrm>
            <a:off x="3059280" y="400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900000" y="4005360"/>
            <a:ext cx="1656000" cy="68112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(buttons)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556000" y="4292640"/>
            <a:ext cx="5032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885080" y="4005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6012000" y="4005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7740720" y="4292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651720" y="4272120"/>
            <a:ext cx="1076400" cy="274320"/>
          </a:xfrm>
          <a:custGeom>
            <a:avLst/>
            <a:gdLst/>
            <a:ahLst/>
            <a:rect l="l" t="t" r="r" b="b"/>
            <a:pathLst>
              <a:path w="678" h="173">
                <a:moveTo>
                  <a:pt x="678" y="8"/>
                </a:moveTo>
                <a:cubicBezTo>
                  <a:pt x="634" y="21"/>
                  <a:pt x="652" y="33"/>
                  <a:pt x="631" y="63"/>
                </a:cubicBezTo>
                <a:cubicBezTo>
                  <a:pt x="614" y="87"/>
                  <a:pt x="587" y="101"/>
                  <a:pt x="560" y="110"/>
                </a:cubicBezTo>
                <a:cubicBezTo>
                  <a:pt x="493" y="99"/>
                  <a:pt x="483" y="86"/>
                  <a:pt x="434" y="47"/>
                </a:cubicBezTo>
                <a:cubicBezTo>
                  <a:pt x="419" y="35"/>
                  <a:pt x="402" y="26"/>
                  <a:pt x="386" y="15"/>
                </a:cubicBezTo>
                <a:cubicBezTo>
                  <a:pt x="372" y="6"/>
                  <a:pt x="339" y="0"/>
                  <a:pt x="339" y="0"/>
                </a:cubicBezTo>
                <a:cubicBezTo>
                  <a:pt x="267" y="15"/>
                  <a:pt x="267" y="48"/>
                  <a:pt x="221" y="94"/>
                </a:cubicBezTo>
                <a:cubicBezTo>
                  <a:pt x="207" y="135"/>
                  <a:pt x="158" y="160"/>
                  <a:pt x="118" y="173"/>
                </a:cubicBezTo>
                <a:cubicBezTo>
                  <a:pt x="90" y="164"/>
                  <a:pt x="47" y="118"/>
                  <a:pt x="47" y="118"/>
                </a:cubicBezTo>
                <a:cubicBezTo>
                  <a:pt x="28" y="60"/>
                  <a:pt x="55" y="130"/>
                  <a:pt x="16" y="71"/>
                </a:cubicBezTo>
                <a:cubicBezTo>
                  <a:pt x="8" y="59"/>
                  <a:pt x="6" y="44"/>
                  <a:pt x="0" y="31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236000" y="2781360"/>
            <a:ext cx="5029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7740720" y="2781360"/>
            <a:ext cx="0" cy="216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7596360" y="299736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>
            <a:off x="7667640" y="306864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3419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"/>
          <p:cNvSpPr/>
          <p:nvPr/>
        </p:nvSpPr>
        <p:spPr>
          <a:xfrm>
            <a:off x="3708360" y="4292640"/>
            <a:ext cx="230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"/>
          <p:cNvSpPr/>
          <p:nvPr/>
        </p:nvSpPr>
        <p:spPr>
          <a:xfrm>
            <a:off x="3132000" y="458136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"/>
          <p:cNvSpPr/>
          <p:nvPr/>
        </p:nvSpPr>
        <p:spPr>
          <a:xfrm>
            <a:off x="2987640" y="5373720"/>
            <a:ext cx="2890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"/>
          <p:cNvSpPr/>
          <p:nvPr/>
        </p:nvSpPr>
        <p:spPr>
          <a:xfrm>
            <a:off x="3059280" y="544500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"/>
          <p:cNvSpPr/>
          <p:nvPr/>
        </p:nvSpPr>
        <p:spPr>
          <a:xfrm>
            <a:off x="6300720" y="4653000"/>
            <a:ext cx="0" cy="6476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"/>
          <p:cNvSpPr/>
          <p:nvPr/>
        </p:nvSpPr>
        <p:spPr>
          <a:xfrm>
            <a:off x="6156360" y="5300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"/>
          <p:cNvSpPr/>
          <p:nvPr/>
        </p:nvSpPr>
        <p:spPr>
          <a:xfrm>
            <a:off x="6229440" y="5372280"/>
            <a:ext cx="1443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"/>
          <p:cNvSpPr/>
          <p:nvPr/>
        </p:nvSpPr>
        <p:spPr>
          <a:xfrm>
            <a:off x="3500280" y="4724280"/>
            <a:ext cx="1722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All powerful chip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6481440" y="4797360"/>
            <a:ext cx="8193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IR LED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170120" y="3716280"/>
            <a:ext cx="160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Phototransistor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 flipH="1">
            <a:off x="1763640" y="2781360"/>
            <a:ext cx="165600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"/>
          <p:cNvSpPr/>
          <p:nvPr/>
        </p:nvSpPr>
        <p:spPr>
          <a:xfrm>
            <a:off x="1763640" y="2781360"/>
            <a:ext cx="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"/>
          <p:cNvSpPr/>
          <p:nvPr/>
        </p:nvSpPr>
        <p:spPr>
          <a:xfrm>
            <a:off x="1763640" y="4724280"/>
            <a:ext cx="0" cy="792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"/>
          <p:cNvSpPr/>
          <p:nvPr/>
        </p:nvSpPr>
        <p:spPr>
          <a:xfrm>
            <a:off x="1619280" y="5516640"/>
            <a:ext cx="288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"/>
          <p:cNvSpPr/>
          <p:nvPr/>
        </p:nvSpPr>
        <p:spPr>
          <a:xfrm>
            <a:off x="1690560" y="5587920"/>
            <a:ext cx="144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54" name=""/>
          <p:cNvGrpSpPr/>
          <p:nvPr/>
        </p:nvGrpSpPr>
        <p:grpSpPr>
          <a:xfrm>
            <a:off x="4643280" y="2637000"/>
            <a:ext cx="954000" cy="174600"/>
            <a:chOff x="4643280" y="2637000"/>
            <a:chExt cx="954000" cy="174600"/>
          </a:xfrm>
        </p:grpSpPr>
        <p:sp>
          <p:nvSpPr>
            <p:cNvPr id="155" name=""/>
            <p:cNvSpPr/>
            <p:nvPr/>
          </p:nvSpPr>
          <p:spPr>
            <a:xfrm>
              <a:off x="4643280" y="2809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"/>
            <p:cNvSpPr/>
            <p:nvPr/>
          </p:nvSpPr>
          <p:spPr>
            <a:xfrm>
              <a:off x="5020920" y="2637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"/>
            <p:cNvSpPr/>
            <p:nvPr/>
          </p:nvSpPr>
          <p:spPr>
            <a:xfrm>
              <a:off x="5267160" y="2811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58" name=""/>
          <p:cNvSpPr/>
          <p:nvPr/>
        </p:nvSpPr>
        <p:spPr>
          <a:xfrm>
            <a:off x="3419640" y="2781360"/>
            <a:ext cx="12236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"/>
          <p:cNvSpPr/>
          <p:nvPr/>
        </p:nvSpPr>
        <p:spPr>
          <a:xfrm>
            <a:off x="5580000" y="2781360"/>
            <a:ext cx="9367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2004-11-30T15:08:33Z</dcterms:modified>
  <cp:revision>19</cp:revision>
  <dc:subject/>
  <dc:title>PowerPoint Presentation</dc:title>
</cp:coreProperties>
</file>