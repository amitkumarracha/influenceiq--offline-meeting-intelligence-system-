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DAE847-8ABB-4E39-8BB3-7B5BAF092E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E5950B-EDC4-4991-88D9-462AF5CAC0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D27BBF-A819-4DB3-A72A-1E33229C8A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811C56-37E0-4FE0-95DB-5000B1071B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500F7B-588B-41D9-B1AE-5E476F665A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65054D-9CD9-4F5C-BA0C-87B00BB960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C4A98E-CF0B-4ED8-AE71-1511B90B19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7BD59D-8053-4679-AF89-A2C8DFF44B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CA5DE1-8B30-41D9-9B88-66A40B7E6D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EF37E4-2C8E-4649-8C32-62C64DD9F0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5C01F4-DB22-4807-B53A-3BB5BDE550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54F100-5D3D-4DA6-8C27-EDF29C8AB6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7AFCB1-0586-4C45-BFB7-57C8F3D942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5FB906-5AAA-47D9-8132-2A35973A3E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0409E9-CC6C-4700-9FD2-3A839077A3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84BC8D-79DB-4005-A251-2059A2A619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417165-2A7C-49BD-980D-E9928856BD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769C5F-A264-44CE-BBB2-5B52F197FD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D55D4C-73C2-4107-95E8-398E82F56F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D53D83-4F9D-4582-BB82-14DEE80E95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2CDC8B-1A8D-4DE0-8C02-C4FC257068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400259-C5EA-40EB-82ED-09F9765BB8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E93B67-6B9B-45E0-AF02-95A61ABABC0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C212D8-3B3D-4B83-9AA4-50B556486A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FED7E6F-57D5-4C00-9DE4-1390F797716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56B7BA-5339-470F-A43F-B24FCF15F6F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2004-09-07T15:40:33Z</dcterms:modified>
  <cp:revision>7</cp:revision>
  <dc:subject/>
  <dc:title>PowerPoint Presentation</dc:title>
</cp:coreProperties>
</file>