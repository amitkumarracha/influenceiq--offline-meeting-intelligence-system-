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85060C-641B-4C09-9F1E-81BC2B216B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B4CF7C-1A15-4C1A-9E8D-72D01033B1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F36B7F-270F-4C3F-A1F3-C01231258B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95D614-35C7-4488-AD69-5B88049F84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433136-57CD-4736-AE04-B7063BC44E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FB6245-552F-44A7-A219-0A59CED366F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818B54-7685-425E-B549-97FBA835FA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DBA5AC-ACC1-4560-98E1-292C9B34A3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DAE72E-BA6C-4B6A-9597-C09FF4953B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306747-8A44-4633-82ED-9B61CB2F7C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4ED646-DBC7-45F8-9656-B23447C7C3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9E89BB-B8A7-4071-B219-29A6480C386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2C0BAE-A527-45C9-8CF0-313F3CD40F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3BDA7E-50FF-408B-9F62-BBFBEE42B8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975D9B-84E6-4B55-A922-9371C4BF79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AB8309-34F9-4A1F-A5B8-95797C1D1E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411DD3-90E0-40A6-B170-2408BB59F46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38BB66-9C48-4D96-916A-A88AD9A042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8B6229-5403-4461-A193-6D3AC5052C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680497-3E99-4CBF-B253-2B0084CBAB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68A884-79E6-4AC2-9861-F20604E71E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06D33D-D18B-4629-9636-0BD925E9C9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D052A0-A81B-4DCE-A86D-8483F7C571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80DEDE-E263-47D2-9A31-4D3A56F2C4A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ECF5590-BFBB-490F-B267-C34006122E3E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FE402E-4798-4C0A-A27D-F6B31E5508CE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2004-11-08T18:06:46Z</dcterms:modified>
  <cp:revision>32</cp:revision>
  <dc:subject/>
  <dc:title>PowerPoint Presentation</dc:title>
</cp:coreProperties>
</file>