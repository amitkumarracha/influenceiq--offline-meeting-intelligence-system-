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0EAE02-1554-4A29-AF4B-BA68E515E2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9C88A8-226F-45CC-B1BF-DF6835A32C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08AF27-C47B-4B7A-9A41-88E3874512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C5A820-0E07-4FFA-B617-B0EA058DF4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B275FE-D0AA-4553-8C5C-41C7F78E51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C8A28C-8954-47F8-9E86-AB2E6A57CC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11DF6-B024-4A90-BB9A-12C8D1875D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7978AF-77C3-4B15-9930-8E1FAF2A8C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6344F0-23C8-4C92-8884-43E641CA3A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66610B-4158-4BDB-8921-C73BF6A1BA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E69E7B-8B36-4344-8624-7827A5289C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F669B2-E9E0-428B-82CB-A2FEE7AB4B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EDC514-0A47-4D4F-9FCA-5D902132BB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F13234-1AB4-4953-A5E5-6C5CC16280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A5483D-EF79-476D-A520-5D6ADD34F2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8B8354-47EB-4917-9994-C05A9B1AC7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4CB3C0-9318-4D86-B4EB-49ED96AE67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8A690E-FCEB-40DB-907E-61773E900C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44CD07-AB04-47B5-BC54-4F99DD9B52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F122A2-2D2F-48A1-B432-6A14D3660D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74AFB6-A183-49F2-AAC6-15DE781EAF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DB0C9F-E1D7-485A-9091-3EE0D8B7B6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9D92FF-4144-4E72-9580-B4A7BAC37C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BF4872-BF62-45A8-B4FC-D3C7753A0A7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8B3E1C-8843-45A1-A514-945C1571C2C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E08492-E8D0-42CC-B70F-F758AADF295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2004-11-08T18:50:49Z</dcterms:modified>
  <cp:revision>18</cp:revision>
  <dc:subject/>
  <dc:title>PowerPoint Presentation</dc:title>
</cp:coreProperties>
</file>