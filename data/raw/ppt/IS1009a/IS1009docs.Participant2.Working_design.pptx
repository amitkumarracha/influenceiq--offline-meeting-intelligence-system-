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E14E80-032D-4678-99ED-51F0B17137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5D14EB-D6C6-4F5C-8CDB-A87659810C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DFDD0D-26B7-4051-B595-339EA5520A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63A057-147E-4C4E-967E-7DB72FDB3C6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570764-F119-4D8C-A45D-C41AE014A1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BBC907-E756-422C-87A2-AF5D085E19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698E40-E6AB-461C-A2D0-531B31A72E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42E8D3-F806-42F8-9729-D29680BC94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8A958D-32FE-4E65-8F1B-A847CF9BA8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AA97A3-070E-4B03-9AB6-69B2317130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84B230-D91F-492C-BCBB-2502D67B182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BDFC5B-2125-416B-82DC-4F57AC1B5CB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9356F2-D826-4B16-B1AC-7D4EA894D8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22872A-A5D9-43D8-B90B-1CC669AF10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0161DA-6EFA-4A97-B3EF-6ADEB85254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A6E94B-31A8-4C1E-BF4E-9D94BEFBED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01D809-BFF8-43D7-92E3-54C3263F829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EC6C0E-20EC-45E9-AEA6-04F481CBF2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CB8B1D-677A-465C-886D-772F3E0A2C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0567A3-051A-4F62-8202-B33112A172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97D585-1386-4373-88A1-2289052074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65562B-49F8-47F9-ABF0-35247CF052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91E9FB-755B-4FDD-83E2-B4188D191D6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CD22FB-7651-407B-A076-4F28116C4BB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2FD3F3A-57BE-40C2-9CB3-73FED5355FE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46CA1A1-9C80-4461-A2E4-357AC854ACA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Jahnavi,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An energy source(say battery) feeds an integrated circuit (chip) that can compose messages, often in the form of infrared bits.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A user interface controls the chip, and accordingly the messages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1155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Extra 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 text/ buttons which can be seen even if it is dark (like flouroscent)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 beep if many buttons are pressed at a time.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Child lock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Make it usable for more than one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Different shapes.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Display clock.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Bulbs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Infra-red bulbs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Battery(power suppy)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Wires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539640" y="18900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836640"/>
            <a:ext cx="60984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148360" y="836640"/>
            <a:ext cx="60948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http://messenger/AMI_DEV/HomeParticipant.htm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2004-12-13T16:32:43Z</dcterms:modified>
  <cp:revision>14</cp:revision>
  <dc:subject/>
  <dc:title>PowerPoint Presentation</dc:title>
</cp:coreProperties>
</file>