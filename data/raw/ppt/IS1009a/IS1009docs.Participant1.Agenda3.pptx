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95FF08-C6B9-43F7-8803-71C9E88BCC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316075-B1CF-4B16-B2F4-7562861D62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9FEB30-A0F3-40B2-86E6-3215166F93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31B660-57FD-4C90-ADFD-A390B85F82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2F3D43-69AB-4A5E-9067-E2FD400E1D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C59647-2743-4DF0-B983-003FBA6215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F2DCA6-ED3D-41DE-A132-8D2BAD021D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964E3D-D3C9-4684-AA48-D80B4F4462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3D9CF2-613A-450E-80AF-F407AD1424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467A5A-8EA7-409D-B899-49B18E1B04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0CF78E-663B-4423-B52D-26CC8A2885B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B3CF51-14ED-4DCE-A15F-DC127BBB606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F0E378-F553-4935-B7B7-11BA9EFA09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5ED175-7EA7-4519-ADB5-A1150470DB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26561E-D403-443B-8129-8B6AF21CE1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D34998-A8C1-46FC-92AE-A932432D85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E846BC-F503-4269-8A6D-6F694DBE44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133F26-A398-43D6-83A6-21AC1FF371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7048FB-ED35-4803-B7E9-753B48768B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55E0A9-B24C-4BB5-96F4-D233C5F97D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412A51-640B-4985-94D0-7B35A23128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0736B2-262C-46C6-AB9A-61CC1B5A84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7689A7-E1E8-4571-9AAB-FFCC16B8150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4DDD1F-25FD-4121-90C2-69E2BF225D0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3A842D-006C-4CA1-8A9B-90DF0081BF7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DE27FEC-128E-4CEC-AE82-E08851D0939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2004-11-08T19:02:27Z</dcterms:modified>
  <cp:revision>18</cp:revision>
  <dc:subject/>
  <dc:title>PowerPoint Presentation</dc:title>
</cp:coreProperties>
</file>