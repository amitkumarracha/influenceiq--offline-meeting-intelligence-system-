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presProps.xml" ContentType="application/vnd.openxmlformats-officedocument.presentationml.presProps+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008A6B3-A119-4EF3-B5C8-AD56CFDBCA74}"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74491A0-2E32-4A9F-A95C-FB4049F1814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723002B-974C-4EC6-81D8-79BF1BA080B3}"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01B1506-CB5F-46A5-B1B7-B5DADF3AB411}"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49B98A0-13BB-4EE3-A338-060CA80645D8}"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1DD90C2-C514-4436-A4F2-26AE3585ED0D}"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3A8841F-14BD-4B2F-BF59-DF92BDB8929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89606E3-4543-4ED5-858C-D2F716B5FFA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18772B6-81EF-41E6-9FE7-9252F5F8805B}"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13ED7FB-5B89-417C-A7D2-3C78D6062AAD}"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38F6F4EA-ED19-4DED-BAE9-EF6DAC789747}"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F3780131-45F2-43B8-8BEB-0CC7616DB4A3}"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EF7D0A3A-32C5-457E-9F06-3DA7A1EAC58C}"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17416EB-0496-415F-A69C-C80B386381C7}"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0166378-C538-4C40-AD5D-FDB47B272AE0}"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61288B6-2B9E-4433-944E-B93821CDA99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D326F24-0C27-46A8-ACE9-22FD9940C7A1}"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E8C5881-DE76-4512-AE64-1F301D6D36F7}"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8754220-1764-41B4-91F6-B691522A1A4A}"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05618D6-8CBA-40B7-971C-105AB1BD2A8E}"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323056E-E1C8-47DA-8716-66C5414E06B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22B591C-4269-4987-A043-2D1921925484}"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4C5363FD-4A12-4028-9E8E-79F00050BD74}"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1DE84251-CA66-454A-A4BE-E1DB0C8150A3}"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673DCA-AC32-4E2C-AEFA-99F33D046FC9}"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77218B9-BDF7-41A7-8F89-59CC85964142}"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Jahnavi,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Case </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a.Plastic</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Strong</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no harmful materials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d. recyclable</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  </a:t>
            </a:r>
            <a:r>
              <a:rPr b="0" lang="fr-CH" sz="1800" spc="-1" strike="noStrike">
                <a:solidFill>
                  <a:srgbClr val="ffffff"/>
                </a:solidFill>
                <a:latin typeface="Tahoma"/>
              </a:rPr>
              <a:t>e. Use of coloring compounds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Integrated Circuit (</a:t>
            </a:r>
            <a:r>
              <a:rPr b="0" lang="en-US" sz="1800" spc="-1" strike="noStrike">
                <a:solidFill>
                  <a:srgbClr val="ffffff"/>
                </a:solidFill>
                <a:latin typeface="Tahoma"/>
              </a:rPr>
              <a:t>labeled "TA11835”)</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a. Highly sophisticated</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b. resistant to hign as well as low temperatures</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c. with timer and alarm facility</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r>
              <a:rPr b="0" lang="fr-CH" sz="1800" spc="-1" strike="noStrike">
                <a:solidFill>
                  <a:srgbClr val="ffffff"/>
                </a:solidFill>
                <a:latin typeface="Tahoma"/>
              </a:rPr>
              <a:t>Resistor</a:t>
            </a:r>
            <a:endParaRPr b="0" lang="en-IN" sz="1800" spc="-1" strike="noStrike">
              <a:solidFill>
                <a:srgbClr val="ffffff"/>
              </a:solidFill>
              <a:latin typeface="Tahoma"/>
            </a:endParaRPr>
          </a:p>
          <a:p>
            <a:pPr marL="343080" indent="-343080">
              <a:lnSpc>
                <a:spcPct val="80000"/>
              </a:lnSpc>
              <a:spcBef>
                <a:spcPts val="45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Capacitor</a:t>
            </a: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pc="-1" strike="noStrike">
              <a:solidFill>
                <a:srgbClr val="ffffff"/>
              </a:solidFill>
              <a:latin typeface="Tahoma"/>
            </a:endParaRPr>
          </a:p>
          <a:p>
            <a:pPr marL="343080" indent="-343080">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1800" spc="-1" strike="noStrike">
                <a:solidFill>
                  <a:srgbClr val="ffffff"/>
                </a:solidFill>
                <a:latin typeface="Tahoma"/>
              </a:rPr>
              <a:t>      </a:t>
            </a:r>
            <a:endParaRPr b="0" lang="en-IN" sz="1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000" spc="-1" strike="noStrike">
                <a:solidFill>
                  <a:srgbClr val="ffffff"/>
                </a:solidFill>
                <a:latin typeface="Tahoma"/>
              </a:rPr>
              <a:t>Specification of Components</a:t>
            </a:r>
            <a:endParaRPr b="0" lang="en-IN" sz="40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Diode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Transistor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Resonator</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Battery</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a. Rechargeable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CH" sz="3200" spc="-1" strike="noStrike">
                <a:solidFill>
                  <a:srgbClr val="ffffff"/>
                </a:solidFill>
                <a:latin typeface="Tahoma"/>
              </a:rPr>
              <a:t> </a:t>
            </a:r>
            <a:r>
              <a:rPr b="0" lang="fr-CH" sz="3200" spc="-1" strike="noStrike">
                <a:solidFill>
                  <a:srgbClr val="ffffff"/>
                </a:solidFill>
                <a:latin typeface="Tahoma"/>
              </a:rPr>
              <a:t>Circuit board</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How it works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You press a button</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When you do that you complete a specific connection.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chip senses that connection and knows what button you pressed.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It produces a morse-code-line signal specific to that button. </a:t>
            </a:r>
            <a:endParaRPr b="0" lang="en-IN" sz="2400" spc="-1" strike="noStrike">
              <a:solidFill>
                <a:srgbClr val="ffffff"/>
              </a:solidFill>
              <a:latin typeface="Tahoma"/>
            </a:endParaRPr>
          </a:p>
          <a:p>
            <a:pPr marL="343080" indent="-34308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The transistors amplify the signal and send them to the LED, which translates the signal into infrared light.</a:t>
            </a:r>
            <a:endParaRPr b="0" lang="en-IN" sz="24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The sensor in the TV can see the infrared light and "seeing" the signal reacts appropriately</a:t>
            </a:r>
            <a:r>
              <a:rPr b="0" lang="en-US" sz="2800" spc="-1" strike="noStrike">
                <a:solidFill>
                  <a:srgbClr val="ffffff"/>
                </a:solidFill>
                <a:latin typeface="Tahoma"/>
              </a:rPr>
              <a:t>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Few pictures</a:t>
            </a:r>
            <a:endParaRPr b="0" lang="en-IN" sz="4400" spc="-1" strike="noStrike">
              <a:solidFill>
                <a:srgbClr val="ffffff"/>
              </a:solidFill>
              <a:latin typeface="Tahoma"/>
            </a:endParaRPr>
          </a:p>
        </p:txBody>
      </p:sp>
      <p:pic>
        <p:nvPicPr>
          <p:cNvPr id="103" name="" descr=""/>
          <p:cNvPicPr/>
          <p:nvPr/>
        </p:nvPicPr>
        <p:blipFill>
          <a:blip r:embed="rId1"/>
          <a:stretch/>
        </p:blipFill>
        <p:spPr>
          <a:xfrm>
            <a:off x="1176480" y="2668680"/>
            <a:ext cx="6791040" cy="2388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5" name="" descr=""/>
          <p:cNvPicPr/>
          <p:nvPr/>
        </p:nvPicPr>
        <p:blipFill>
          <a:blip r:embed="rId1"/>
          <a:stretch/>
        </p:blipFill>
        <p:spPr>
          <a:xfrm>
            <a:off x="1225440" y="2784600"/>
            <a:ext cx="6693120" cy="2157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7" name="" descr=""/>
          <p:cNvPicPr/>
          <p:nvPr/>
        </p:nvPicPr>
        <p:blipFill>
          <a:blip r:embed="rId1"/>
          <a:stretch/>
        </p:blipFill>
        <p:spPr>
          <a:xfrm>
            <a:off x="1501920" y="1600200"/>
            <a:ext cx="6140160" cy="45259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09" name="" descr=""/>
          <p:cNvPicPr/>
          <p:nvPr/>
        </p:nvPicPr>
        <p:blipFill>
          <a:blip r:embed="rId1"/>
          <a:stretch/>
        </p:blipFill>
        <p:spPr>
          <a:xfrm>
            <a:off x="1249200" y="1747800"/>
            <a:ext cx="6645600" cy="4230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pic>
        <p:nvPicPr>
          <p:cNvPr id="111" name="" descr=""/>
          <p:cNvPicPr/>
          <p:nvPr/>
        </p:nvPicPr>
        <p:blipFill>
          <a:blip r:embed="rId1"/>
          <a:stretch/>
        </p:blipFill>
        <p:spPr>
          <a:xfrm>
            <a:off x="2165400" y="1600200"/>
            <a:ext cx="4813200" cy="4525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4320"/>
            <a:ext cx="8229600" cy="8506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3" name="PlaceHolder 2"/>
          <p:cNvSpPr>
            <a:spLocks noGrp="1"/>
          </p:cNvSpPr>
          <p:nvPr>
            <p:ph/>
          </p:nvPr>
        </p:nvSpPr>
        <p:spPr>
          <a:xfrm>
            <a:off x="539640" y="1197000"/>
            <a:ext cx="8229600" cy="4525920"/>
          </a:xfrm>
          <a:prstGeom prst="rect">
            <a:avLst/>
          </a:prstGeom>
          <a:noFill/>
          <a:ln w="0">
            <a:noFill/>
          </a:ln>
        </p:spPr>
        <p:txBody>
          <a:bodyPr lIns="90000" rIns="90000" tIns="46800" bIns="46800" anchor="t">
            <a:normAutofit/>
          </a:bodyPr>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push button requires a simple chip, but a scroll wheel requires minimally a regular chip, which is in a higher price range.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As energy source we offer a basic battery or, more ingenious, a hand dynamo (such as in 50 years old torches), a kinetic provision of energy (such as some modern watches that you shake casually to provide energy), or use of solar cells.</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a:p>
            <a:pPr marL="343080" indent="-343080">
              <a:lnSpc>
                <a:spcPct val="8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Our products can be delivered in different cases. The general case is uncurved (flat). A more original case is single curved or even double curved. </a:t>
            </a:r>
            <a:endParaRPr b="0" lang="en-IN" sz="2400" spc="-1" strike="noStrike">
              <a:solidFill>
                <a:srgbClr val="ffffff"/>
              </a:solidFill>
              <a:latin typeface="Tahoma"/>
            </a:endParaRPr>
          </a:p>
          <a:p>
            <a:pPr marL="343080" indent="-34308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CH" sz="4400" spc="-1" strike="noStrike">
                <a:solidFill>
                  <a:srgbClr val="ffffff"/>
                </a:solidFill>
                <a:latin typeface="Tahoma"/>
              </a:rPr>
              <a:t>Findings</a:t>
            </a:r>
            <a:endParaRPr b="0" lang="en-IN" sz="4400" spc="-1" strike="noStrike">
              <a:solidFill>
                <a:srgbClr val="ffffff"/>
              </a:solidFill>
              <a:latin typeface="Tahoma"/>
            </a:endParaRPr>
          </a:p>
        </p:txBody>
      </p:sp>
      <p:sp>
        <p:nvSpPr>
          <p:cNvPr id="11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just developed a sample sensor/ sample speaker.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2004-12-13T18:54:16Z</dcterms:modified>
  <cp:revision>12</cp:revision>
  <dc:subject/>
  <dc:title>PowerPoint Presentation</dc:title>
</cp:coreProperties>
</file>