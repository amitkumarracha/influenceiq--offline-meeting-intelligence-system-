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18308-CCEE-4A16-A47E-1F28283EEC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9468B-4E48-4D98-A199-0B7FAC13A4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2A7D35-62E8-485A-8A3B-21FF27F064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1C1C2F-A78E-43E6-8F78-1E1D712158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6C529F-3804-48DA-8662-656DF4EDBC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2517A-160F-4D7E-8608-9F73B01BD6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650BD1-D880-4EDF-90EA-B02372572F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5C663-DC67-40A7-A7E2-6C88059B60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8110F-7D3B-423B-A6BF-63F3066660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CE5E6B-4601-49ED-87F0-5F2A8025B5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082839-E3C4-4189-A027-C8682984C2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EF946-1D12-414A-A4EC-D4F18BDF2C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C681E9-22D0-4B28-BBD7-9A822FBFD0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515C21-786F-40A6-BEA8-C2FF3DB5ED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379B21-E5D2-473A-B07B-57E8717328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DF349F-1679-4837-9961-ECB9DAFAE5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2615BF-CD65-447B-B9D4-B5154150EA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883BDF-8AA2-424F-9064-F00A24BAF9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679F43-498B-45D7-8485-33573565EF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49282F-C3FA-437E-B414-5CF2285E60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330387-EAA8-406C-9832-E44607E0ED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EF64FD-B9BA-478C-9CD1-CB54FDBC8F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AC40C5-966E-4872-AB8D-1CB1EE6FA72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4F29EF-1983-4AB4-A0AD-885B90164D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86D07C-39F9-495A-B244-564963FEEEA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07A89C-34B6-4201-92A4-FDAF16C1AFF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