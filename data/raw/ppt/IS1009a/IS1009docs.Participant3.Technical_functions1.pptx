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10C843-13FF-4515-BF53-6DEE4AE451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E8159C-BDE6-4551-BFE0-0AE4A0D786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E1A2D6-4E3E-469E-89FC-C2C9437C8A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EEBF7C-1410-4893-9BF6-AC7ABDC299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85CB67-3AA0-4FD1-AC00-7EE1EE5C65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886BCA-E5CF-493F-BC64-08509CF41A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D0252E-DE86-482B-AC39-B93C79107D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EC83F-9C8F-4009-9158-3D378626EB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F14DF1-C861-453F-93E6-525C9DD827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83C0A9-4BBB-4C23-8A7A-AAF7A28D36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EB29B6-979C-4A79-A946-0EBA48C75D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4C2312-BF78-409D-998E-D170C4D28A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80FA78-7B83-4941-A2A9-FE83EAB0C3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8A0606-7C92-4298-905E-2ECDE09EA9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3DB365-2FEE-4B10-8EB0-20D0DE5BF5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363F9C-7FF5-419F-9DBE-3589C23348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CE79FC-7490-40D9-96FE-FDCDD3AFE8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DAA256-8D7A-4A23-ABCF-941BBCDC1C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164FBB-3347-4564-8C3D-C389046E49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02CA9F-FC14-4881-8B7B-14B9C7C0C4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532617-AB91-4C94-8A26-521C8CDEB4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53BF05-ECD4-4CDC-8769-542C289D90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0AC159-CA21-4169-80D1-4C21B63B75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B834B4-5DE1-417A-BA02-DEAD57DC31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0AA098-8FE7-4481-9843-4567F164409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134FC2-3666-4BD9-AF4E-5A51E209178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by:francina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1.functional design :purpose is to control the television function using a remote.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switch on/off button 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signal or a LED which can be used to change different functionalities in the television.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some timer to set for viewing a particulat programme or switching on/off according to the user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a child lock system 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It should be compact.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It should be in the shape of a “T” alphabet for more compactibility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Using of plactic for making the remote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There are different remote which can be used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Infre red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Radio wave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Remotely controlling a range of television functionality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Multipurpose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Child lock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save electricity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Timer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2004-12-13T16:31:22Z</dcterms:modified>
  <cp:revision>11</cp:revision>
  <dc:subject/>
  <dc:title>PowerPoint Presentation</dc:title>
</cp:coreProperties>
</file>