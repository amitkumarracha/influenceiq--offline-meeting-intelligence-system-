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5CD277-D63A-4E74-A846-72D01FA04A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798F4E-215A-4DFA-A0E0-BFE4875C1E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4E4DE5-D36D-4A4A-B959-35E0CBAFF8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AA09DB-002D-4B0C-A190-A30946DFB2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7EDB71-B478-404C-AFB8-683D94B455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AFA576-5F74-45A3-998C-6A304FC403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8EC601-CB9C-4F6D-BE0C-72DBC36F14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EA968F-711F-4A08-8C1F-A651273E7D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787985-C649-4326-85A8-041D0BCD9C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9D5F92-9FA8-4FBD-AA52-53DE22DC9A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ECC7E6-CE76-4EEB-A37C-38FFDCF6B2D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1D40DA-D60A-44DF-BDFA-D09ACA526B1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24538D-9732-4451-9C01-1AA9D77C90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2B747E-8831-4C38-8389-611C15F998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82E4AC-AD67-4200-ABB1-F9D5729C2E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9CF915-5265-48A3-85A9-03EA2C6534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DE7C88-74E7-40E5-A73A-DA3D35C533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DCD120-6950-47F1-831B-4AAAD36775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D2DA20-395C-46D7-ABC7-91508CD131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D8469A-2825-4AC3-8B48-2AE42E6E36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E02537-988C-448B-A772-BB12B8E4A9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96CABC-7046-4CF3-B7EE-5C48E38F84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179711-199C-4514-B767-239146F60C4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4FA551-1B89-4F93-8974-69F8DE34170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2AFD7D1-3825-4BA2-AF23-022E510D31A6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4DA6C5E-62DB-4DE6-AECC-28D932E47D61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2004-11-08T18:06:46Z</dcterms:modified>
  <cp:revision>32</cp:revision>
  <dc:subject/>
  <dc:title>PowerPoint Presentation</dc:title>
</cp:coreProperties>
</file>