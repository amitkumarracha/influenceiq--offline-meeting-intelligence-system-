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00BA9F-7C12-4FAC-975F-8806CEBB38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8CFCA9-9CE1-4DCA-9E05-DCA59E0BF5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1B40C0-26A8-4932-A38F-10B3B4112C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F84C0F-890B-401F-8A49-7156191396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F10E95-67EE-4AA6-ACED-858E5D488C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0FA38F-4F5C-4553-90C1-5DC5FB94D2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A95F2B-58CE-43AD-8FF0-CCD1BCBDBF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33359D-9548-4AC5-BF16-3EC0249F04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8D429A-6F45-4D5B-9413-3267954C45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7C1D6A-1BA9-4453-96F1-E2063AD738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6E5CFB-6114-4432-9D6A-066F32A2E2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E48FC3-6FEA-4CF8-AF34-C7AE4450D2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882806-DB0F-4F4B-AA9F-46450502A5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148B2C-1D10-4624-AD08-83217E0280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3D6039-034E-4556-8236-3F347F9CB3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66766D-EA13-485D-BFAF-2B7A0D5CEC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E82341-9141-4691-84AE-1696DD3632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D25AE3-2C4D-4B53-88C2-E1F35E314C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962DAB-E418-4975-B4FE-885E267394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EEC775-5752-45B0-8247-BBFCE87CDE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9EE376-30A1-4BDC-AA47-705545EF69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B968B4-6512-401B-9692-D7A0E9920D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31E135-8AC4-407B-BA8A-4AB579DE82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8682A5-CC0D-4D20-BE44-5B02287909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4B71CC-0537-44AA-BA83-77AA4495BDC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1FE842-D41A-42F3-A41A-CF987D6E52D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Reading press and ads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Internet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Personal observation in groups frequented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Small is beautiful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is beautiful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Eye catching is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Get to market before the competition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Develop one or two features we can dwell on in our ad campaign—too many will confuse the consumer and defeat us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Fruit and vegetable design – soft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2004-12-13T18:39:48Z</dcterms:modified>
  <cp:revision>9</cp:revision>
  <dc:subject/>
  <dc:title>PowerPoint Presentation</dc:title>
</cp:coreProperties>
</file>