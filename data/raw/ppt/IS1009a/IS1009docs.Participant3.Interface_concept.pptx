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4D1F3C-38F1-43C8-A401-C0D77A8005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552896-440E-4113-9413-668C202273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202F0C-276A-42FA-BFA9-31D990EC70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98BBE1-8A92-4BDA-8B3F-82C15C4B48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4F390-40F9-45DD-BAFF-B824A906EE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4CC620-2E5A-44F5-B459-E7A8004E1C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F8C773-B3F5-47E2-9B8C-27D32ACF47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292127-6EBF-46B2-A261-7BCDAE686E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E112F4-8AD5-4597-961D-A381E1FAC9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A9F6D4-1B98-4B81-AD3D-15F4B25A15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C723BC-DD58-43D0-83AE-989EA68E6B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628D2A-116F-4831-A62E-60FA4EF250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CC3636-0AB3-4CD1-84D6-A73689B2D7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0DA478-9C10-4002-8B46-06513AF993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9281AB-8681-4423-B013-AFCDAE5B7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EC7E20-A413-4A1D-9F00-86AEDA005C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FA2F0C-C7CD-49E1-AE4F-5E6CD8F808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49509A-1C94-4D0C-95CD-40CEAED60F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B29AD4-9EFA-49B4-A17B-7670D8D96C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2A1463-325B-4E03-9DE1-5EA63A6D4D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F2AA63-4F20-4573-BF2F-1D20D39327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875359-C5AC-4F0B-BE61-4F1AA53518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C4AC22-7F19-4D36-ADD6-808A665287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95791A-3DCF-4DED-AE61-951E175186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E7F2C2-F29D-4FA2-B3A6-368C67F8528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D22F62-ECE9-487A-ABCF-75741F790A2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981000"/>
            <a:ext cx="4038480" cy="514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function of a remote is to send messages to the television 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messages are 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1.Switch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2.Switch to next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3.Swaping the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4.Switching on to a particular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148360" y="836640"/>
            <a:ext cx="2952720" cy="528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turning the volume up/dowm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for getting subtitles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to control features like colour,contrast,sharpness,brightness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Memory 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Mute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recognition feature :integrated, programmable, sample sensor/sample speaker unit such as voice recogniser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700360" y="46080"/>
            <a:ext cx="3743280" cy="597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Different interfaces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Photo of a set of remote controls"/>
          <p:cNvPicPr/>
          <p:nvPr/>
        </p:nvPicPr>
        <p:blipFill>
          <a:blip r:embed="rId1"/>
          <a:stretch/>
        </p:blipFill>
        <p:spPr>
          <a:xfrm>
            <a:off x="468360" y="1341360"/>
            <a:ext cx="8351640" cy="46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Stores Up to 80 speech samples, Controls 4 Devices -TV, Cable/Satellite, VCR/DVD &amp; Audio. Record your own verbal labels that is connected to a remote control function :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572000" y="3645000"/>
            <a:ext cx="4176720" cy="24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Child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friendly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692360" y="2276640"/>
            <a:ext cx="4392360" cy="367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Oversized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1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16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1463760" y="2205000"/>
            <a:ext cx="4763880" cy="40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recognicer which will respond to voice.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2004-12-13T18:50:42Z</dcterms:modified>
  <cp:revision>19</cp:revision>
  <dc:subject/>
  <dc:title>PowerPoint Presentation</dc:title>
</cp:coreProperties>
</file>