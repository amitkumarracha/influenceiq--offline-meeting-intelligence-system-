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1EE2632-95CF-4CF5-9AAE-852FBC2AC4C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130A7C4-1E23-44E7-9703-567F19FBA80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3FBBB48-D530-4686-8EC2-9B004A7CFED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4869A87-E2DA-4F69-86CA-60B70EC8562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3B13352-2326-4BA3-95B8-1EBE7BB4EF3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3402AAC-2E80-45C4-82C7-F646CCD0379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FE3EC73-1E2D-49E5-A4D9-3D94BC35EDD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CAEB3FF-BA5C-4018-9952-8341A0C4F92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23C9C09-99C7-4F57-8E04-4935DBD6A2E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6F43D7F-770E-4B27-94E7-53E5E5B0927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8CC65EC-C2FF-45F5-AAE7-A0AC09EAA714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043439A-09FE-4A79-B1BD-366DAD6BEE76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4AA3327-AFBF-49C8-A833-297496918B1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D5CAFFF-1E28-41CC-A647-BDF43FEF4DC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03B6329-298F-4A8C-B4AA-5DC556E86F5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41A4B8B-6F77-4B00-B283-E3D03715DEA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49C20A5-498C-4399-9305-90367431848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615DE08-2C20-4872-88D9-E727FF5251B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40C682D-4CB3-4069-A8DB-AE840CDB0E1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F8F7911-CA44-4294-BB17-21963C91367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EB2B058-BCE3-421A-8BFF-EBDE6B7AC63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67C45D5-06BB-48F2-AC3B-C33874045B9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293C080-BAAC-47B2-A9D7-654F540C6134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21CE857-3FBA-48EC-BA08-82D4A51E95C8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F711096E-3340-4288-BFF6-0E31BF595304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4FB86EB6-AFD0-442E-87A0-2D270C86B420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Evaluation criteria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Eileen, Marketing Expert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Will it sell????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Show prototype to people from various age and socio-economic groups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Show prototype to consumer research groups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Go with our best intuition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Shape biomorphic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Size small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Color bright warm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Feel as soft as possible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Functionality  (people won’t use it before they buy it – paradoxically other “features” will be main selling points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Evaluation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5000"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Criteria rating with seven-point scale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Shape biomorphic 1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Size small  4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Color bright warm 1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Feel as soft as possible 3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Functionality  (people won’t use it before they buy it – paradoxically other “features” will be main selling points) 5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2004-12-13T20:00:55Z</dcterms:modified>
  <cp:revision>14</cp:revision>
  <dc:subject/>
  <dc:title>PowerPoint Presentation</dc:title>
</cp:coreProperties>
</file>