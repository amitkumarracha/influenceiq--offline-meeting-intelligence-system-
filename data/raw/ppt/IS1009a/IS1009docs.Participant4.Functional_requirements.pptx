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218567-4D7C-496A-B88A-AAF4E052E7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276375-69A4-45BB-AE60-3DAF256575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6DF620-6471-40D9-AD46-FAFCE250D9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BE511A-8BE0-4FCB-87D9-4D77A0C2E1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583E2C-6C67-4DB7-A6FC-D2AC4F7CC1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56EAF9-3369-4D5E-B576-A9A1F42155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AF13F4-6EE2-47A3-A3A2-F2A00B722B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6E635D-848B-415E-BF87-47F8DD6919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1D9440-580B-4CEB-B75A-728364A900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C95A0F-9D71-485E-A9B8-3FCD00DFF1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40ED58-FE5F-44A8-86DE-BA6CB9D0B6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AC6B17-5980-4764-866C-F335AB3944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6640CB-CFC4-4991-9CF6-0B5F2E96E9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1EBF64-2023-4AE8-9247-D3CFA0817C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2436FB-2512-4CC9-A1EC-34A74D1E62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4F8523-B1C8-45A8-8AD8-FF19922BDB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09F1FF-C70E-4776-941A-62B57FAB68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0AA650-654E-41EB-8857-E10965DEA9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599988-5389-47B4-800F-2ADCAF2066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E4701F-1392-436E-A306-1889CF40E2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905878-86E0-41FA-96D8-FDA2B04C90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0E9577-5480-46B5-ABE4-5C2C4F1E98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684E2C-6FAA-4C46-A7E7-8D9D5968126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8EF3AB-070F-488D-BD71-E0F6E343DF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E95AB6-0C19-485F-B051-FEE96F8D0F3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2C0B6B-4C40-4E1F-9B6D-0FCD9518E61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Eileen,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Gather suggestions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Accept/eliminate suggestions according to design and budget feasibility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Consult industrial engineer on cost and lead time for each feature (we need to go to market by Sept for the Christmas market)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Consult user interface person on “friendliness” of features and hierarchy of importance for inclusion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Whole house control will not be possible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Some extended electronic entertainment control should be possible, i.e. DVD, CD, stereo tuner, vcr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Concentrate on « sizzle »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Shorten learning curve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Simplicity is good - minimalism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Finding it is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Should be attractive impulse purchase at 25 euros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put the fashion in electronics!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2004-12-13T16:28:54Z</dcterms:modified>
  <cp:revision>16</cp:revision>
  <dc:subject/>
  <dc:title>PowerPoint Presentation</dc:title>
</cp:coreProperties>
</file>