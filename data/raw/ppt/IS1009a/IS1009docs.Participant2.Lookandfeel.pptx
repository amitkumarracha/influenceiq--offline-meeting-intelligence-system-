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897C93-A0C3-4BAE-96FD-4B1F82DCCF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A00AA8-C770-46F1-83BF-9ACFEA0CEE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1F6985-6672-45D9-A1B4-2541E9D5E9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68E6B4-BBB8-4E00-B2FE-D4233658FF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DA06A1-C45A-4F66-BB5C-7EC704DEE8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206688-90B5-4EBF-ABEC-AA9DF38DE8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64BDF7-FC34-4F2F-92CD-EAE8914D75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6B9323-6F53-4E6E-9CC7-E1D2815AC7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512AD-9A8C-49C8-9D37-6192D44682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31E05C-7B58-48FE-A534-5DA9A8C749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170D21-83ED-4406-9FD5-F9B65A6D73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01E1A2-C84E-4966-9E77-E5CB5AA61F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8D5CB2-1039-481E-A8BB-EEDC515C98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927197-0875-45BE-BE26-B2F250BCDE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9D9CCA-A4D4-4726-96AB-12070F08AF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4BC758-219C-4588-ACBF-F372429574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40E067-6CBD-450A-BD06-0FE7F3E573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551F07-DA96-4F00-B47D-F7C939AB21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E7AAE6-C61C-4A1E-A3E7-E9D7CC3B8B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2D5694-314B-4880-9767-7B2FFA0566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7EEF60-6C4B-45D6-8BBE-5FA3C353B6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112CF6-95A5-428D-9FAD-364DB6F055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9BE909-8E86-4D01-937F-09D57E2631C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8CC0B2-C22B-4B5D-8FF0-FB7B17A600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1DAA63-943C-465F-A58B-C4C7DF50FC3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FC0272-B71A-4014-AFE0-403DDAF057F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Jahnavi, 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And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Francina User Interface designer.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Look and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We have made a model which looks like a snail and made up of clay.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a. form: snail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b. Material: Plastic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c. Color: Blue.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Interface Elements: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a. Function: 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i. Switch On/Off button placed on the top, material used is soft rubber, form is round, color is red.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ii. LED: front, florouscent green, bulb, oval.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iii. Mute: white, side,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iv. Channel Buttons: round, yellow, soft rubber, both sides.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v. Next/Previous channel buttons &amp; Voice control buttons: Orange,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vi. Menu button: Green,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Case holder could be in shell shape.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2004-12-13T20:02:33Z</dcterms:modified>
  <cp:revision>11</cp:revision>
  <dc:subject/>
  <dc:title>PowerPoint Presentation</dc:title>
</cp:coreProperties>
</file>