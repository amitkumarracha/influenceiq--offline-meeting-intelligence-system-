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102C0E-C565-4DD6-AE95-9F5B326457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21AC43-2F04-4F3F-A7E1-8C9BB5B892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A0463A-59CB-42BE-BDEB-C23FDD9BEA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85044B-D269-49A7-B0A8-BA8A88D055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5FB7D8-C2E0-4BC4-BE0B-C9CA0EE0E9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C6A82F-6207-4D17-A7F6-B68F6CBA80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89A7EC-F2E1-47C3-8223-BA4C82396E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5A0D71-51F5-4776-AD62-946B806FF6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1AC1E3-5A67-48D7-9005-FE780087AC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87A096-0684-4225-9F19-F504C7014B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8576F1-6A44-4086-9B00-CF77C315980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8CF970-6D29-4CF8-8E1E-0325AA19E3B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4E954C-7187-4669-AE91-5C2E90DF3C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228617-4B59-4F22-8AAA-274D676CCB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F30888-01F5-4D56-B823-E922BB15BE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AA478F-0FB1-41D2-BABC-530F3BB1F8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0A9845-1EEE-4E93-B8DF-EAE9BAB3A8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4E512F-C79F-4B0B-8F20-EB995D1219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C4A2A4-4E58-47CD-8FE4-B61593B3E8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CFBC1C-A348-4511-AC8F-CBA1287D43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B894F4-4457-43B4-BAAA-32A63934A3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813BBD-690D-4FCF-9ACE-2E3A3A5BAC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FB2CDC-C131-463D-BE01-DCC0447B767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74D8D0-2382-4A27-BB7D-730D69D56CC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0ADFE8-8C6B-4283-882D-4893F67D60D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219D45-7404-42F4-84B5-4249CC59975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Sridhar Dasari,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2004-12-10T18:56:06Z</dcterms:modified>
  <cp:revision>19</cp:revision>
  <dc:subject/>
  <dc:title>PowerPoint Presentation</dc:title>
</cp:coreProperties>
</file>