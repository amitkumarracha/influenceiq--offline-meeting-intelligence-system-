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D6B88E-34A0-49D4-9C64-10654804CF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FA6473-2AE6-4333-9340-3408ED47CE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7E48F0-AE3A-4872-BE9B-341409F843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1B581A-17AC-4DED-9C10-90B04B0752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04B611-EFC6-4EB2-BEBE-5995E833CD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7E6523-85F1-49C0-B2AD-D16790E9A56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FB62E3-343C-4CE5-89E4-784D5C0B0A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820FE8-F9BA-4F83-8862-23033298DE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5893D7-3B3A-4A22-9DB5-1A318335A1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BDA903-002A-4669-A57B-D4623319C7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3FC295-1FF3-40D8-AE7B-8C86A92F21D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AAA210-45C0-48BA-BE2B-B23D1DA5CDB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1901C6-76A8-4B57-BC65-922C898BC1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2EE482-303D-4825-BD39-C09C9D69BB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CADD85-A942-456F-9B55-64FB52599D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791AD3-6062-44EE-B181-34DAB1293F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DB35A9-FA78-4D4C-8598-C4B3B86961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021EC9-2F4C-49E4-B2ED-ABAE5E7DB0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0ED54B-1009-4BC6-8ADD-5F56FE7589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800485-452F-40EC-9157-C91386E59E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BFA60C-A0BC-4C00-8E23-8CC452E506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2DA0DD-C04C-42A8-8E43-5B603A5890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541DCB-920C-4008-8FCB-54D3AA733B3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33EE64-DAF9-448D-950C-3C321BCF0A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4BA0B7B-42EC-43F9-AC95-49007FB6123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2FEFB4-485F-448A-A5DE-571D0D229A9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Christine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Identify User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Turn television on and off the first time you press on the big button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Easy to find and hold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Identify things that are popular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iPod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Nokia camera phone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Determine the materials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History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ahoma"/>
              </a:rPr>
              <a:t>Zenith engineer Eugene Polley invented the "Flashmatic," which represented the industry's first wireless TV remote.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ahoma"/>
              </a:rPr>
              <a:t>Introduced in 1955, Flashmatic operated by means of four photo cells, one in each corner of the TV screen. The viewer used a highly directional flashlight to activate the four control functions, which turned the picture and sound on and off and changed channels by turning the tuner dial clockwise and counter-clockwise.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ahoma"/>
              </a:rPr>
              <a:t>While it pioneered the concept of wireless TV remote control, the Flashmatic had some limitations.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Tahoma"/>
              </a:rPr>
              <a:t>It was a simple device that had no protection circuits and, if the TV sat in an area in which the sun shone directly on it, the tuner might start rotating.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1270080" y="2185920"/>
            <a:ext cx="2413080" cy="335304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4284720" y="2565360"/>
            <a:ext cx="2413080" cy="264168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3"/>
          <a:stretch/>
        </p:blipFill>
        <p:spPr>
          <a:xfrm>
            <a:off x="7093080" y="2708280"/>
            <a:ext cx="1428480" cy="176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539640" y="2133720"/>
            <a:ext cx="8280360" cy="367164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>
            <a:off x="4067280" y="357192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6" name=""/>
          <p:cNvGrpSpPr/>
          <p:nvPr/>
        </p:nvGrpSpPr>
        <p:grpSpPr>
          <a:xfrm>
            <a:off x="2971800" y="3492360"/>
            <a:ext cx="673200" cy="665280"/>
            <a:chOff x="2971800" y="3492360"/>
            <a:chExt cx="673200" cy="665280"/>
          </a:xfrm>
        </p:grpSpPr>
        <p:sp>
          <p:nvSpPr>
            <p:cNvPr id="107" name=""/>
            <p:cNvSpPr/>
            <p:nvPr/>
          </p:nvSpPr>
          <p:spPr>
            <a:xfrm>
              <a:off x="3222720" y="349236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3411720" y="364320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2971800" y="383688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" name=""/>
            <p:cNvSpPr/>
            <p:nvPr/>
          </p:nvSpPr>
          <p:spPr>
            <a:xfrm>
              <a:off x="3410280" y="382248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1" name=""/>
          <p:cNvGrpSpPr/>
          <p:nvPr/>
        </p:nvGrpSpPr>
        <p:grpSpPr>
          <a:xfrm>
            <a:off x="1620720" y="3733920"/>
            <a:ext cx="954000" cy="174600"/>
            <a:chOff x="1620720" y="3733920"/>
            <a:chExt cx="954000" cy="174600"/>
          </a:xfrm>
        </p:grpSpPr>
        <p:sp>
          <p:nvSpPr>
            <p:cNvPr id="112" name=""/>
            <p:cNvSpPr/>
            <p:nvPr/>
          </p:nvSpPr>
          <p:spPr>
            <a:xfrm>
              <a:off x="1620720" y="390672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1998360" y="373392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"/>
            <p:cNvSpPr/>
            <p:nvPr/>
          </p:nvSpPr>
          <p:spPr>
            <a:xfrm>
              <a:off x="2244600" y="390852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5" name=""/>
          <p:cNvSpPr/>
          <p:nvPr/>
        </p:nvSpPr>
        <p:spPr>
          <a:xfrm>
            <a:off x="5257800" y="357192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 flipV="1">
            <a:off x="1146240" y="3507840"/>
            <a:ext cx="1440" cy="6368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6380280" y="356400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7478640" y="3543480"/>
            <a:ext cx="84636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"/>
          <p:cNvSpPr/>
          <p:nvPr/>
        </p:nvSpPr>
        <p:spPr>
          <a:xfrm>
            <a:off x="4870080" y="426420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4088160" y="426240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1680840" y="424980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582280" y="423396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850680" y="424656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361560" y="427500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7193160" y="426888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7" name=""/>
          <p:cNvSpPr/>
          <p:nvPr/>
        </p:nvSpPr>
        <p:spPr>
          <a:xfrm>
            <a:off x="4102200" y="299736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"/>
          <p:cNvSpPr/>
          <p:nvPr/>
        </p:nvSpPr>
        <p:spPr>
          <a:xfrm>
            <a:off x="5292720" y="299736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"/>
          <p:cNvSpPr/>
          <p:nvPr/>
        </p:nvSpPr>
        <p:spPr>
          <a:xfrm>
            <a:off x="6415200" y="2989440"/>
            <a:ext cx="679320" cy="56484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"/>
          <p:cNvSpPr/>
          <p:nvPr/>
        </p:nvSpPr>
        <p:spPr>
          <a:xfrm>
            <a:off x="7513560" y="2968560"/>
            <a:ext cx="84636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"/>
          <p:cNvSpPr/>
          <p:nvPr/>
        </p:nvSpPr>
        <p:spPr>
          <a:xfrm>
            <a:off x="4102200" y="4581360"/>
            <a:ext cx="60948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"/>
          <p:cNvSpPr/>
          <p:nvPr/>
        </p:nvSpPr>
        <p:spPr>
          <a:xfrm>
            <a:off x="5292720" y="4581360"/>
            <a:ext cx="60948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>
            <a:off x="6415200" y="457344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/>
          <p:nvPr/>
        </p:nvSpPr>
        <p:spPr>
          <a:xfrm>
            <a:off x="7513560" y="4552920"/>
            <a:ext cx="84636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1332000" y="2492280"/>
            <a:ext cx="0" cy="3024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1042920" y="2565360"/>
            <a:ext cx="7705800" cy="2808360"/>
          </a:xfrm>
          <a:prstGeom prst="rect">
            <a:avLst/>
          </a:prstGeom>
          <a:noFill/>
          <a:ln w="572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Inflatable (so that the size can vary according to user preferences)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Colorful or Transparent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Waterproof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Beeps (loudly) or plays a tune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Long battery life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2004-12-10T16:18:33Z</dcterms:modified>
  <cp:revision>15</cp:revision>
  <dc:subject/>
  <dc:title>PowerPoint Presentation</dc:title>
</cp:coreProperties>
</file>