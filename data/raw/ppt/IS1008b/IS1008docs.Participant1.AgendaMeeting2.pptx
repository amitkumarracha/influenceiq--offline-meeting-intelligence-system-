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3944BF-23A8-4BCA-B6C0-02749AF449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E32887-8D64-48F7-B349-6D6F686E42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C15792-D240-477F-8BCA-7F3DA60A1E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C647B1-01F2-4445-BE49-4B28454E04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30D053-08F1-4722-A965-27AC92A9917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851B30-4FB3-4C3B-AF95-744114A257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A79984-17C0-4131-8C48-ECEB611DB8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47F1A6-373D-4E60-A428-A192F8353A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5CD654-0DE4-431A-A55A-507879EED8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C5D27E-48F3-4401-96EE-42CB4DEC66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732FC7-E6FC-4E88-A662-DA5A8A77D98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BC651A-D1F9-47F1-962E-604AE57CDA1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244E41-F4B1-4DE8-86BC-8F05871F36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B25A49-C1EA-4ED8-87BE-C006B516DF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D74DEB-CEA9-404A-B25F-FBA234DCA7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2A04D4-6F2F-4076-9107-B8D206D9E4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1DFA1D-318A-4CC0-9D95-15D43CA804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1D6E52-2041-4F16-989C-2995D85A6D2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31AA73-3DF2-4B02-BA66-742B7A3B9F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1CD7A9-8B4F-4116-9E47-642503F0AA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2B3982-6A73-40C3-BFDD-8B4E698A44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C1C0EE-DA14-4117-BA8E-4E8A5C912C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7C0FB6-A6F4-4BF7-9450-E463B10A5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CA22F4-E3A3-40CB-961F-58A83B49FEC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986AC7A-5028-4D3C-A29E-1AC7DF38199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58A25E6-A9A4-4456-ADFD-A3DDB649A14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Sridhar Dasari,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2004-12-10T16:39:48Z</dcterms:modified>
  <cp:revision>19</cp:revision>
  <dc:subject/>
  <dc:title>PowerPoint Presentation</dc:title>
</cp:coreProperties>
</file>