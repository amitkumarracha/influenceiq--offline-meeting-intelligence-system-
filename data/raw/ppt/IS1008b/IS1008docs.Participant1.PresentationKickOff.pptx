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617006-68CA-4979-89E1-FA588F7816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0E5EF-3D95-48E0-8750-A6226067DF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CF1AEB-36EC-43D8-8964-D22F4A7F47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E1FF5E-B0AA-4223-808E-0D6763BD1E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570B12-602C-487E-BF55-541FD30909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19EA9B-6592-40BC-9CB3-E5683D6913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E29137-E446-4C98-AEEB-460AD11015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37F4F-B53B-4C2D-9DA6-08F9A81035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7FA411-8164-4762-A8B5-DA1879C491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3F93E7-EEEF-4F6F-A727-EF71A5FD28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B8B1BD-0C99-42AB-90DC-EE82E7624D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2134E-AFCB-4E52-B89F-3E8E86FC9E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911140-A07B-401E-8890-93B85FDC35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6AA8A7-2EF7-4041-AB2E-A3CD8FD319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2B9AAA-0AAA-4BEF-AFE9-E5E55A808A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7A9A53-736F-40CB-8012-C04D7A751C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9DE96E-3667-4FEC-B8B2-D4EEF4C1CD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05BE73-44E3-4271-B0CD-44D6B3E2F7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7FD989-6B67-4578-93D4-2E0C9A736A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D7CD25-5B29-4924-8059-338E9ACC97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A04824-1D6E-4A38-BDC4-87563CA3A4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68EDDF-ECAC-4C2A-99E3-31B2A977E4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C56FB1-605C-4F98-ABDB-412D757C70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08AC89-AACF-448B-94B7-1EC70FFC69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C72239-61E8-430E-A76C-7B32472D07F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B8213B-4BD5-4EAD-B050-00FD2F5E79B3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&lt;Dasari Sridhar,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2004-12-10T15:15:12Z</dcterms:modified>
  <cp:revision>33</cp:revision>
  <dc:subject/>
  <dc:title>PowerPoint Presentation</dc:title>
</cp:coreProperties>
</file>