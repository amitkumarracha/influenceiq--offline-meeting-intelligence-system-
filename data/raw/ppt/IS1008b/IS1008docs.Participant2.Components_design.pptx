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DDD17A-8FF3-4EA2-90F4-8B54CEF099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02843-9BF3-45CA-8BA2-FE2B85B74D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D2E16-1AC0-4307-87C9-433F20EA7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2DFC07-3EE4-4D13-B377-912E4961A1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E952E1-5AC2-496F-BB08-B16437125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4E241E-C1D5-4C4A-8484-E88EE24757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CED8EA-AC40-44CA-B082-EBCB14B735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F53F4F-1564-4EAF-BCE0-E95EC3D990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2B62D-F60B-4E3F-B57C-C471559FC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92422-53DD-41A8-A1CE-F6B8989DC6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F40E4B-5C9A-47BA-AD11-09E61E7145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FE09E-8097-4169-B8EE-0F540D9D6E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91047-7FF5-4572-9E7B-21368DD110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CB6D51-3FB8-43B5-9FA6-76274AF0B9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900678-67CB-4DF6-950C-F138B93759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6CD7FF-14D6-4DC1-8E94-8EB42AE66F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62C524-9038-4DD3-9652-E8488791F7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5CFC1C-DCD4-4866-9F10-21DF8305BA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ECDE65-AA3C-49B0-BCA8-DEE01D3B6C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EE5150-4DAD-459E-A37B-C6B222D908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CD40A0-E9A6-4CCC-9148-295350F02A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F09D4A-118F-4A34-9F9D-0A7A411443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DDF98B-7C33-40EE-91F1-EB852A84AA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4EF1B5-2087-426B-A96E-E1D3254C05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1918BF-CC86-4EA9-A85D-45CB20B5337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C15AC9-07CA-4F61-84F2-8521CE70B6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5051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Case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Power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Beam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Microphone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Speaker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4092480" y="1557360"/>
            <a:ext cx="505152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use in the past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new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3200" spc="-1" strike="noStrike">
                <a:solidFill>
                  <a:srgbClr val="ffffff"/>
                </a:solidFill>
                <a:latin typeface="Tahoma"/>
              </a:rPr>
              <a:t>Contact Manufacturing for their input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Materials for curved 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Rubber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Titanium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Wood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Simple</a:t>
            </a:r>
            <a:r>
              <a:rPr b="1" lang="en-US" sz="24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regular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advanced 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The chip on print includes an infrared sender. Furthermore we just developed a sample sensor/ sample speaker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 flipV="1">
            <a:off x="900000" y="270648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971640" y="2852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V="1">
            <a:off x="971640" y="2276280"/>
            <a:ext cx="201600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042920" y="2421000"/>
            <a:ext cx="201636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 flipV="1">
            <a:off x="900000" y="191592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971640" y="2060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Designer woods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Carvings or engravings on order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Microphone and Speaker on advanced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2004-12-10T18:29:57Z</dcterms:modified>
  <cp:revision>14</cp:revision>
  <dc:subject/>
  <dc:title>PowerPoint Presentation</dc:title>
</cp:coreProperties>
</file>