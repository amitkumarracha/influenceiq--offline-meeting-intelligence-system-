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881060-28C9-4B33-9A8E-1D272A8A3C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8C0448-F6E9-4C1F-AE3A-AD09D6940B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E671FA-C9F1-4AC8-89A2-A79333B52C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5EFDD7-7794-48AF-BACF-CFB3BFB3D5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A4F8CE-B730-45DB-BDB8-6E504D1F57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B85301-F343-444C-9796-37270A2522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9CE78A-E55C-4450-B525-588A6DB9EF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D3DF9C-6859-4992-8470-87C705294D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2E29A1-85C1-4276-8F2C-1CA9BFB8AD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9477C7-11AF-43A3-9297-CD77F121DD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71ABD7-EADA-41E2-A13F-7C1E28C4FA3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5494D5-15EC-4CD5-8502-144932DD4A7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386E41-A30F-426A-89F0-D40E7E0CE8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78CB7A-FB9A-433B-AF94-4E3CBEF11F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218E42-B276-4B38-AD56-D3DF3EE227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0A317B-9219-4370-9347-1A0B75CB88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E3589C-AB49-4D95-A381-49E55D543D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DAAC28-BB78-4BD9-AC0E-14A2C6BA85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B7550F-2F9C-4FFF-A3F5-A7F24A82EF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A2FAD9-0867-41F5-8B11-8401794E69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44F91D-A228-4AAD-88A6-F5AAF0A9D3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44AC39-0145-4F77-B746-2269608063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6761BB-5B6F-4D04-9B32-7982476CF0C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A98870-6F48-48DF-A931-8CCA685B8A5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85CE192-C042-4EB1-B966-F7BC20FFF1F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446B94D-B239-4B93-8CB1-5422BE029B3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Agnes,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3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Need to look at what people like and don’t like about existing TV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Need to look at why the good ideas are good and the bad ideas are bad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May seem simple, but it’s not!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What functionalities do we want to use/keep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What should the remote look like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Needed/Useful functionalities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Turn TV on/off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Change channels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directly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Surfing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Control the volume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Control menus on the tv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Problems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 many buttons on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What buttons do isn’t clear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Often need to know specific button sequences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Buttons are too small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Some 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539640" y="260280"/>
            <a:ext cx="1714680" cy="579132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7093080" y="189000"/>
            <a:ext cx="1726920" cy="583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Keep number of buttons to a minimum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Make frequently used buttons bigger and more strategically placed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Keep the design sleek and simple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2004-12-10T16:42:54Z</dcterms:modified>
  <cp:revision>8</cp:revision>
  <dc:subject/>
  <dc:title>PowerPoint Presentation</dc:title>
</cp:coreProperties>
</file>