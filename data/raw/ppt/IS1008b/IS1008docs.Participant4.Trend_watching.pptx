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D196AA-A836-43F9-9D97-E3F87F7312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D103A6-F138-4867-B196-9082024935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839F0E-74E2-4354-B326-C14731BA1D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44D59C-14D2-4C9A-A51B-574951E7C6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5ECD9F-714B-4D96-947E-021722623F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20346D-A0F3-42D0-B8B7-794EE7F8C9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45A1F1-0BFF-43C8-8B45-ABE1AF431A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5EB88A-76CD-4FFE-B585-0937336C17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E1FAF2-BCD3-4E79-A45C-51213DBEDF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90205E-F3C1-40A6-9AE8-DA88D8C7AE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7B6299-4148-445D-93CF-646D6DC370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F2A524-FAF6-435F-8F4A-3DBC174DD0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6ECCA2-19EF-426C-BA95-05E87EC195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8548FF-8684-4DE7-A1E0-86B8CC6F54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896089-28B4-4EF8-8B56-3DA756D194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D20E88-85F1-43B5-9C7D-9FD6521647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6E2302-64B3-41E5-A9E6-DF5CB085F1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5B1BFD-70AF-4B4F-A52C-66690ABB3E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5DDA7B-D762-4D16-8AE5-B2320A9015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1506BE-CBE0-4E71-BA83-123966303E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F22509-81AB-4F86-88F6-3B98793711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45490D-B739-4C4B-AB58-386390AB66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E0B030-8671-46ED-96B5-2FB65BDD17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06ECBB-889E-4AB2-A5DE-B00AE49C625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043F19-5B56-4647-98EF-82F32AAAE84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8AEF47-8310-456D-8273-E850D632DFA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&lt;We have been giving sample questionnaires in various areas to be able to make decisions as to what consumers are looking for.&gt;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market trend is toward « fancy and feel good » style of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Consumers are looking for the « next » major inovation.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has again become a major interest with consumers.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Consumers are willing to pay for new, exciting technology.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971640" y="2205000"/>
            <a:ext cx="1218960" cy="143820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3059280" y="2349360"/>
            <a:ext cx="961920" cy="129564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icture of Talking VCR Remote"/>
          <p:cNvPicPr/>
          <p:nvPr/>
        </p:nvPicPr>
        <p:blipFill>
          <a:blip r:embed="rId3"/>
          <a:stretch/>
        </p:blipFill>
        <p:spPr>
          <a:xfrm>
            <a:off x="4500720" y="2205000"/>
            <a:ext cx="1439640" cy="14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2004-12-10T18:26:09Z</dcterms:modified>
  <cp:revision>9</cp:revision>
  <dc:subject/>
  <dc:title>PowerPoint Presentation</dc:title>
</cp:coreProperties>
</file>