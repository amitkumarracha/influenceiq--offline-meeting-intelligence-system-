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626F1-4B22-4AB5-B55C-EEDECD5499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85222-0DEA-4FC1-ADEF-89FB7BF211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9F0410-4D14-4BB7-81EA-E94115076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BA20D-AA74-4DF6-8493-4193054E1D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2FFDFE-0CBF-480A-8FE5-01FE1D099B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181442-DE98-4645-B858-7F3A2A608A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4C45C-6811-4DAD-81CC-03BCF51D40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C75012-F02E-47BB-9F80-DFFEDC8DD0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77576-E698-4E7F-8BF2-406C9B584B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87C9EE-0DD6-4019-80B4-E10DF8E3FD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4C86AC-449E-46C0-9869-0E6937AD73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A14031-784A-41F0-981E-967997BA317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1DE04D-C907-4369-A4C6-BD89F6244D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582B74-9F55-4A19-85A0-4E4B5ED057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8C186E-0671-405F-BEF5-3F98474C91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3AD6D-3670-4EA5-B594-85E647E6FE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A1B859-AFF0-4688-987B-0A950763A3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824086-4308-43DD-9D4F-06C8F8B4AC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637498-2F93-464F-92C1-690EF1E003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0D8215-0781-4846-9284-34D295B8E6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47643D-747E-42B1-8E43-F4AF26BB3B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4B74A3-2015-497F-87E7-D10BF26795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10545E-1A64-4F1B-B0BA-DB9BEB3927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29BE8-3FD4-460B-BA74-3FB05EBAAD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494A3F-497E-47BA-ABC0-CFA287AD975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CB2383-5385-4207-AB3B-B235679A28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Functionalities Used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On/off switch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Menu access button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Ergonomic shape for easy holding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Flip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Battery life light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Audio and tactile feedback of button presses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Single word speech recognition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2004-12-10T18:29:06Z</dcterms:modified>
  <cp:revision>10</cp:revision>
  <dc:subject/>
  <dc:title>PowerPoint Presentation</dc:title>
</cp:coreProperties>
</file>