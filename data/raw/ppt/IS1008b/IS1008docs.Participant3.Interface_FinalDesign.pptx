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D1523B-144D-43F4-9A14-1F9DD0AADF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4C1F92-D981-41C4-80FD-7AAE10EDC7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003834-C958-47B9-90C3-92AE1D79AF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11C14C-02B7-4BAE-8713-26AF475094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57BBA1-665F-428F-B547-803E2D9FF6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568573-5ED6-4997-82E0-619071DC75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BD0630-DC09-412D-A175-380993545F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76E316-4A0B-4805-A6E2-44FB502EA8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39C67C-E0F6-46D3-99E3-54FDB1389B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E96D52-9AE0-4B87-ADFF-9F179BAB04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6560ED-531B-4024-8689-3B912DBFDAF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6CBA69-AD7F-4E6B-8213-AFB4FD1355D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7DD646-DE96-4F4B-A68F-32036BE555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0DA016-BFDE-484D-B9FB-E0C47408AD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6B69EC-E8BC-4187-AA66-FD49C29242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AEF667-ED03-4386-9647-C11CCA617C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5AAAF3-EECC-48B5-8A7B-C8394D3719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7C612C-BFCB-428C-B123-D176F77B68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EB9503-4CBF-4C92-AB05-95C8E3C45C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73A06B-968F-4142-A53D-4799395D9B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F281F0-6075-4415-BFCF-A9AFC398AA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F54EA2-754A-4517-AA7D-E4335461ED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35E4B5-37F1-433F-8C45-D40799E588C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5D66E6-114F-43F1-86FE-B3D00EB1506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7718592-B138-40FE-B36B-CC6809722E4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482EAA-3694-45DD-AB35-4F5B3F07846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Agnes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Specifying the case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i. Form  - ergonomic shape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ii. Material -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iii. Color - customizable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Elements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743040" indent="-28584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 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i. Function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Turn 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Volume and channel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Menu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Voice recognition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LCD screen on flip panel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ii. Position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grand unveiling 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2004-12-10T19:50:12Z</dcterms:modified>
  <cp:revision>8</cp:revision>
  <dc:subject/>
  <dc:title>PowerPoint Presentation</dc:title>
</cp:coreProperties>
</file>