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886429-BEDE-4F37-A614-648EC45BEB8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C7EDE1-8EEA-4A55-A02E-95BD184A9B4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4F7E6C-FF64-46BC-9E61-A8EE8C7734C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406445-1A4E-4AED-A758-79BE2BB426C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F407D8-CCD7-459E-97ED-2F7A255856F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C01DD8-539E-4316-BD75-52A78541EE5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5FE612-929C-4EC7-A437-859F33D3A28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695A86-711B-4A28-9064-E1A8A13EC88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B89D2C-696D-471E-A37C-10004627B8D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63E9489-B0B0-43B3-BA8E-1501D1B4A70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A1AB82-B076-4982-B184-D2E2647D4BE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CD4168-2CC3-4C7B-AE23-F89AD47FF16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E37C08F-B5B1-45B2-B325-1BE9013E52E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E407788-BAF6-4D34-A0ED-3B13B9DBDE6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081AE8F-3F0D-4AAA-BD31-FC72785E9F0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D4DEE26-DF62-442E-BA3A-7C0ECADD973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8E38673-ED62-414B-8C05-3B62C103909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E01D99E-4303-4FB5-880E-651A2BFD9C6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0212142-F638-4D0D-9344-37420387321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47C6602-9FE2-4E37-A8C6-5585B0544A2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9B8ED25-E49F-4FEA-B0A3-AFA5EB58F22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FF4CEE3-F51A-471E-812B-E700BFAB41A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E6E5EDA-7EF0-433A-90DB-B76EAF51D82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79489B9-5409-43F9-805C-8872F163F18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C71C56B-20AE-4B5C-96E0-46E1B7A55BAD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7EE331C-EE2C-4C49-82BA-867309F3B259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Sridhar Dasari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Calculate production costs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Are the cost under 12.50 euro?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No: 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redesign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Yes: project evaluation (next slide)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Satisfaction on for example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Are the costs within the budget?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Is the project evaluated?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2004-12-10T19:32:44Z</dcterms:modified>
  <cp:revision>19</cp:revision>
  <dc:subject/>
  <dc:title>PowerPoint Presentation</dc:title>
</cp:coreProperties>
</file>