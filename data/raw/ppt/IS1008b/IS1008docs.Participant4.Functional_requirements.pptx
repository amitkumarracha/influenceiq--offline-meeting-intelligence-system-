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8A8E48-AB46-472E-9C18-343E86CBF4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66A0E8-C47F-4C77-B638-0DCA2D7EB4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713E18-2411-4D85-B28C-C094C42163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EC971C-D7F5-487A-A680-DD9BC94C14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78B506-2EF7-4E14-9B56-C655128F4E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7C1DCB-F171-413A-925A-1CDBEFAF73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8B85ED-A553-404E-9C35-952E57B199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3DE121-9498-438F-83FC-6B70B6EA22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BFCA8A-EFD4-44FF-821C-8A1C8D7024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62F3D2-36DE-4AC3-84E0-6CCF04D7E2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5F48A6-E7BC-468D-8032-EFD47FB2570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377A81-3794-4FA7-835D-0133F8A191B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F0E4DF-4884-4B07-ABAF-B64DA205AA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85BD47-A5D4-45AC-B53E-91D47758C9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9633CF-532A-4378-9FF5-8265DA8B95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016077-0AF5-4B47-A87E-C00B2BA29B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6877D1-096F-467C-8B4C-DB97A90A53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2C67DA-B867-4EE3-96B1-B9DC198D76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38457F-4BC9-4ECC-B584-CC36BB1151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F02287-5735-43F4-B135-B07802AA71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107C42-7C59-46BE-B0B4-B1F0D3F683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E56CF8-BE3B-40D9-8BA0-040FDEAF3A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7F5C95-4457-4155-863F-422D135E50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758386-F3BA-4427-98B0-0F6ADB82510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CA7802-88E9-4867-A170-5006439B97C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ADD253-F406-4D21-B78E-EE89382ECED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&lt;Ed &gt;,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Independent study shows that the market buys nearly 8m per year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Internal company evaluation- market will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purchase between 8-9 m remotes next year</a:t>
            </a:r>
            <a:br>
              <a:rPr sz="3200"/>
            </a:b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Target of 2m units to be sold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Price must be 50€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Production cost cannot exceed 25€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(obviously material, labor, transport,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promotion)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Company must take 25% of the market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(over one year period)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1 Form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2 Fancy, 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Ease of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4 Speech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5 Cost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Company must evaluate feasibility of being able to capture enough of the market to justify putting new remote into production. 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2004-12-10T19:49:51Z</dcterms:modified>
  <cp:revision>14</cp:revision>
  <dc:subject/>
  <dc:title>PowerPoint Presentation</dc:title>
</cp:coreProperties>
</file>