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2C40C6-9FFE-444C-94C8-CB46E19FD2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034DA4-C13E-478E-B61F-AED29DCA0B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8CD8E6-2545-4196-985A-6BEAF8415E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5A58D6-A8E5-4D15-BF3A-ECB981A236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E52FC5-A543-420C-B559-241D92100B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A1E109-AA37-4E1B-A482-A2DA25F99C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5F559B-292A-458E-AF66-BB84954EAC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5EC805-BD63-4FA3-B44D-1228475D7B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7D4961-5751-48B2-BAE9-FA9F29CAAB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861A5D-3013-4659-AAD6-565D20EFEC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BFC7ED-F46C-48F0-A88D-04AC2A2F68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A8348E-CE0E-4BF7-A7D2-5E0F46E6A0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F581CA-CCDB-4459-96EC-F58E296885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2CF0D8-D9BA-491B-BCB7-73A213B1AB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05690F-FBE4-4548-9C04-BDAB7DF124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23755D-7A70-40F1-86EC-5CB5C674BE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36CEB8-88B3-49B2-B994-C9D1D41629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208101-13D0-4F63-AF7E-AAFD2E8975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2432F2-90DC-4013-89FD-F0AE779DF0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1F579F-2590-44B9-9C2F-F7F5F9D620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1D50D3-33D9-499E-AA8D-073E2CC559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688E1A-97B0-4068-BDD1-0A2898BC9F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77644F-28E5-402B-8439-12D5B5C81C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4D84D2-9000-4362-A604-DDF6073210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1620E6-D511-4768-953B-AB99207BE3EE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4B0D85-1F19-4D50-83D2-E6A9C9BC2EA7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