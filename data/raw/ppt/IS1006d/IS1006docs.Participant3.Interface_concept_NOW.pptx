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42DC61-D98A-4EF9-A711-9B70FFDFFA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FADF7-C5A5-4ED4-B29D-114B140AEF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D0214D-F6C3-4B45-8202-98C0AF52AB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4BED40-1B5E-4300-B698-7184D6DEDB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0FC6F4-10D7-46CC-9488-36B35B8AEE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544B0-296E-4F61-AA15-8D98E4EBB0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D18648-EA24-4B87-B010-BB717D2307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B93EE-A960-44E0-82E9-85E64AFFD8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9FD02E-C1EF-40C1-A10C-7C3C6D80CB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9FE6D-41D1-446A-94BF-8C6BBFDD0E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F2AEA8-9F24-49DF-B706-E0DE089D29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D0B5FF-C4F5-4739-85E0-3FC84DF04F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9F23EC-496B-47A7-BCD6-2AC48EE0F8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258AD7-C81B-44F4-A2F2-DD64E03A3C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884F37-F5A8-48F0-8FD7-E099F2CB7C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1D686-6B02-401A-899F-0D0A15377B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34048F-A08E-445F-90BD-610DE17CCF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14CC1F-2CBE-4B33-8239-ADDEABF648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E25C51-FC1B-4FD0-8923-DE2A5FAD14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803482-96CB-435D-9C3A-9B97C20CA8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F508D5-66FA-45CC-8277-7FE378D267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B8CDB0-A6B9-460F-BBB3-9E36AD0943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2C6065-0242-4FEC-9669-AB6D2D3EE8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C36FDE-04FD-4057-A9FF-62AA0F55B5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809509-693B-4322-B46B-BDD102D9ADB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61DABD-DC5B-4AF4-965F-284E167A260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771640" y="333360"/>
            <a:ext cx="3476880" cy="538164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1260360" y="476280"/>
            <a:ext cx="6581520" cy="521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3600" spc="-1" strike="noStrike">
                <a:solidFill>
                  <a:srgbClr val="ff0000"/>
                </a:solidFill>
                <a:latin typeface="Arial"/>
              </a:rPr>
              <a:t>NO</a:t>
            </a:r>
            <a:endParaRPr b="0" lang="en-IN" sz="3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755640" y="260280"/>
            <a:ext cx="7488360" cy="558324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044720" y="321300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619280" y="404640"/>
            <a:ext cx="6346800" cy="4415040"/>
          </a:xfrm>
          <a:prstGeom prst="rect">
            <a:avLst/>
          </a:prstGeom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325800" y="5229360"/>
            <a:ext cx="84988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SHOULD THE REMOTE CONTROL PROVIDE ANY ADVANCED REACTIONS?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2004-11-30T16:16:07Z</dcterms:modified>
  <cp:revision>8</cp:revision>
  <dc:subject/>
  <dc:title>PowerPoint Presentation</dc:title>
</cp:coreProperties>
</file>