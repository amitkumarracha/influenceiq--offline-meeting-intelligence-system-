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02AB41-AE28-4B43-9F06-5419BCC7CA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C3E0EA-E055-4ADB-BF95-D42574C24B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FD6F8F-40F1-40C6-AECF-4F94334027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D3559C-99BA-45A9-96B6-0C00743BA8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071B59-B1B4-45AF-ACED-E25FD53E05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2864AB-D84E-4B00-8E71-72FBB9E765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AB1493-FFF1-4DA0-A128-7A477BF29E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2F4E8D-E616-4743-B802-6BCC56DAF2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6DBDD7-C30B-4E22-A62D-6040C6520F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18565E-FF77-4094-B78A-90758A804F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772AB7-7058-410B-AD60-4119EA60A8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4F0096-DD9E-41A1-809B-A7FBA30B95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C5ECE9-C8B6-454A-97C0-3FBD32717F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35923E-7AC4-449C-A3C3-CCD0F8126D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B68FE6-CE36-4165-BD28-82D4472F8F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7ECD6E-09FE-4575-85C5-C684BCB3A1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D51FCE-7D37-43A4-A310-9D37D41925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DE741D-B9AD-42E5-ADD5-58E1745F36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D7D54D-808B-4D15-9797-A60C0E10E1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949C07-1736-4084-8269-8D1E9C2EAD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67ACCF-096D-438D-8F48-7E9A05A096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99F0FB-812A-4F6C-87B7-2A00E07450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826555-690E-430E-B7E0-992C61E644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8C9E23-ECDC-4683-9D5B-5FF4D511BB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CD1F8B-AB81-48DC-81CB-D0C69CE6F51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838079-5600-42E4-A264-1D13EF42F05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2004-11-08T18:27:56Z</dcterms:modified>
  <cp:revision>18</cp:revision>
  <dc:subject/>
  <dc:title>PowerPoint Presentation</dc:title>
</cp:coreProperties>
</file>