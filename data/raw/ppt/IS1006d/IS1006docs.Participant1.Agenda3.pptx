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2727DE-B873-4A78-B752-75FFB0403B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87EE37-4BF8-4629-9D4F-F60D9A7060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9984C7-0E93-4F39-9AC5-2F7E47239D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2C7429-75BA-4C7E-B772-45C955394F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B446EA-D134-4A00-B907-8B15EAFC59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9C60F9-B9EB-4830-B27B-6CDB50C2E2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1DA8A2-65BF-4AEC-8A61-D0D1C63829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7337C4-8798-4F1A-99FC-E2AAB63665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977A15-758D-44B6-AEFB-95FEED7B93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CB654E-CC3B-4DB7-8C9B-1A3D026D54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E518B8-78DE-493E-AFE6-9A9EBA1446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3D166C-8972-4A8F-8684-1059B675602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27D491-E380-48F3-BACE-91FF74C88C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80E65D-5FFC-47DA-BED6-DE2B16D9A0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8DD80A-F7CA-44CF-BE6B-8365A4A67F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8B1BFA-956E-41A9-B891-9972405AD3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8CF083-A95B-40E0-9FAD-B5790ABC60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6F942E-76F1-492F-B278-8FC8E5DFB6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758EAD-58B5-495A-B4C7-4DCCC036FE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113C88-2B8B-4DDC-88AB-751052ACC9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F28A7C-33FC-4576-85DF-ED692348A7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D95217-0F19-44B9-BE61-F56A7185FB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A63300-7128-482A-A7D4-6641979BC0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1BA39A-5F73-4823-AECD-57BD56AB10F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C44C6C7-808A-480E-90FD-BB2B90F75C8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34BD76D-ABD0-4353-A97B-11D1C3D99C4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2004-11-08T19:02:27Z</dcterms:modified>
  <cp:revision>18</cp:revision>
  <dc:subject/>
  <dc:title>PowerPoint Presentation</dc:title>
</cp:coreProperties>
</file>