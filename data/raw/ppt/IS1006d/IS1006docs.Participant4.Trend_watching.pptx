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B0FC3F-156A-4719-A8B8-E96650293E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10F106-4BA8-4D15-936A-ED1D5A8D0B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4CE741-1901-4442-8042-95765EADAF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47634A-8C18-4406-9553-922F27018D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49FD82-8E9D-4B09-8D1E-728E24C927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DEE407-DE40-4C5E-8706-1E323AA435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2DE86B-6FDB-463B-8F9E-AA2C750126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0B1901-7F36-43E6-B9BE-8AB665AC06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8E05BC-E386-47DD-9E01-82BB7CBD3C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613D2E-025A-4270-976A-88A2037055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5407B5-1937-4431-AFDB-3D401D02F9C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F65971-8A50-4894-BC0C-8895CE20B7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0CFA3D-8C18-4DB5-9055-7F83B8B48B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7B8163-4674-4CBB-9E7A-A650176B87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3B0697-85AB-479B-9FE0-6A3F932167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FAC857-7807-48A2-B427-3A640A9CB0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DE9188-CA94-4C25-A5B7-FA31A13928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61AEFA-9B37-48FE-A791-14CC3ED91E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80C318-E7F5-4E3E-8C26-4BD34507CA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5A1185-7C91-4D88-9315-0F224A68E1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EF45C0-A36E-4844-BF16-18B8FAE5E3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1BC898-04C6-4AC8-8B16-931A56D8AC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AE9C41-D946-4B3A-A835-307C998BDF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159D1D-0F10-49AA-B617-07AC1BAEE5C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14C94FB-7DDF-48B3-8758-F1AF330FD72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6D5C52-12B6-47F1-B660-22D65F4C5C6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Samy Bengio,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How to watch the trends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 on the web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Ask people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Be inspired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Invent it (risky but $$$)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Executive Summary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The most important aspect for remote controls happens to be a fancy look-and-feel, instead of the current functional look-and-feel. This aspect is twice as important as the second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The second most important aspect is that a remote control should be technological innovative. In turn, this aspect is twice as important as the next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The third most important aspect is that the remote control should be easy-to-use.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Recent Fashion Update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This year,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2004-11-30T16:10:29Z</dcterms:modified>
  <cp:revision>9</cp:revision>
  <dc:subject/>
  <dc:title>PowerPoint Presentation</dc:title>
</cp:coreProperties>
</file>