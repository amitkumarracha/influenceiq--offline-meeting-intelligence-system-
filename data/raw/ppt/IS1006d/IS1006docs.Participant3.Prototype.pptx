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6.jpeg" ContentType="image/jpeg"/>
  <Override PartName="/ppt/media/image8.png" ContentType="image/png"/>
  <Override PartName="/ppt/media/image7.jpeg" ContentType="image/jpe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482DC8-6527-44C2-A1D8-6302C1C8C1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358FD1-7A9D-4A0B-8C6E-008C2C81D7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F5A2E9-9F70-4EA9-8C48-03259CD904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6959B2-CEBB-442A-89D5-8FA49EADCF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4545B9-798A-44DE-871C-ACA45ECC4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F8547B-4083-4131-AA73-25710EEAB7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E4EA6-939D-431B-B632-1CF813B1E4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24B7F-1231-4433-B438-46FA938BAA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0F5F0-5B4C-460D-8047-7E95368E25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22E81-CD10-47EB-964F-847A23704A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00E975-1647-48BD-9C3D-C637B1E0F2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0D6AE-DEA3-4326-BB8F-E508CEBCFF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9AF8A6-E902-4CBA-BE4C-01C6CA67B1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B92C1-D925-4DD4-B715-AE8860773F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929FF-E5B9-4651-A7BA-7834D4461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5DB7D-4B39-4D83-82D9-8B8F3508A4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B5538F-02C8-4741-94F7-1277266C4B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6BB34E-5CD0-4D24-8A98-F6F57DDCBC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E91C2A-205E-4F03-8A26-19CCC07900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C43502-87B2-4F85-8D31-3C1B326FA5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139E0F-7D37-4DF8-8361-2B574BDD73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C371EF-73A3-434E-A5FD-3A29AA3024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05AB07-A505-42E5-A242-55DA14C80A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36D0F-7BE3-407F-86E6-04AD484717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A25478-2491-4F2B-99A4-77D9147EA86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ED4E81-4461-42DF-B29C-A8D5FC04BBD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fcc.gov/oet/info/maps/colorpal/cpmipal.gif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Mark Twight,  Rama Rao -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68360" y="620640"/>
            <a:ext cx="2860560" cy="452592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3851280" y="2781360"/>
            <a:ext cx="1297080" cy="0"/>
          </a:xfrm>
          <a:prstGeom prst="line">
            <a:avLst/>
          </a:prstGeom>
          <a:ln w="127080">
            <a:solidFill>
              <a:srgbClr val="00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580000" y="549360"/>
            <a:ext cx="3154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0213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60360" y="234936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668720" y="5516640"/>
            <a:ext cx="12610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TITANIUM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826920" y="1197000"/>
            <a:ext cx="5635800" cy="344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Function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Position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Material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Form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Color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89600" y="125280"/>
            <a:ext cx="2786760" cy="825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ffffff"/>
                </a:solidFill>
                <a:latin typeface="Arial"/>
              </a:rPr>
              <a:t>Prototype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5508720" y="1557360"/>
          <a:ext cx="2495520" cy="3162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508720" y="1557360"/>
                    <a:ext cx="2495520" cy="31622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3964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"/>
          <p:cNvSpPr/>
          <p:nvPr/>
        </p:nvSpPr>
        <p:spPr>
          <a:xfrm>
            <a:off x="2275920" y="1557360"/>
            <a:ext cx="5877360" cy="3749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Power ON/OFF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Volume control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LCD controls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Speech Recognizer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Location 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8360" y="43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708360" y="1916280"/>
            <a:ext cx="2495520" cy="316224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340000" y="1989000"/>
            <a:ext cx="1440000" cy="289080"/>
          </a:xfrm>
          <a:prstGeom prst="line">
            <a:avLst/>
          </a:prstGeom>
          <a:ln w="63360">
            <a:solidFill>
              <a:srgbClr val="bbe0e3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613080" y="1700280"/>
            <a:ext cx="160416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bbe0e3"/>
                </a:solidFill>
                <a:latin typeface="Arial"/>
              </a:rPr>
              <a:t>strawberry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"/>
          <p:cNvSpPr/>
          <p:nvPr/>
        </p:nvSpPr>
        <p:spPr>
          <a:xfrm>
            <a:off x="169200" y="4508640"/>
            <a:ext cx="897732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pc="-1" strike="noStrike">
                <a:solidFill>
                  <a:srgbClr val="bbe0e3"/>
                </a:solidFill>
                <a:latin typeface="Arial"/>
              </a:rPr>
              <a:t>Ultimate fruit-smelling spongy titanium alloy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419640" y="1773360"/>
            <a:ext cx="2409840" cy="186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132000" y="1628640"/>
            <a:ext cx="2901960" cy="209232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3133440" y="4581360"/>
            <a:ext cx="275328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- Simply perfect.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3" name="" descr="Color palette from MapInfo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68360" y="1341360"/>
            <a:ext cx="4753080" cy="386568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5850000" y="1073160"/>
            <a:ext cx="2160360" cy="5335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Monday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0000"/>
                </a:solidFill>
                <a:latin typeface="Arial"/>
              </a:rPr>
              <a:t>Tuesday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00"/>
                </a:solidFill>
                <a:latin typeface="Arial"/>
              </a:rPr>
              <a:t>Wednesday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99cc00"/>
                </a:solidFill>
                <a:latin typeface="Arial"/>
              </a:rPr>
              <a:t>Thursday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1bfed"/>
                </a:solidFill>
                <a:latin typeface="Arial"/>
              </a:rPr>
              <a:t>Friday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333399"/>
                </a:solidFill>
                <a:latin typeface="Arial"/>
              </a:rPr>
              <a:t>Saturday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dce2bc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……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Party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"/>
          <p:cNvSpPr/>
          <p:nvPr/>
        </p:nvSpPr>
        <p:spPr>
          <a:xfrm>
            <a:off x="1189080" y="3933720"/>
            <a:ext cx="126000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Welcome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2004-11-30T18:38:03Z</dcterms:modified>
  <cp:revision>9</cp:revision>
  <dc:subject/>
  <dc:title>PowerPoint Presentation</dc:title>
</cp:coreProperties>
</file>