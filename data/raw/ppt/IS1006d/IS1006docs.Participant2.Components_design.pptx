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FC62F0-8CAD-4715-9795-51A1F31EEC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0864D5-2F0B-41FD-9D5E-D945AFAF60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776C06-59C9-497F-BE6F-4B391F61A6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678976-D59A-4B52-B9E8-B381C3B71A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1B359D-1403-4B78-9C91-8A0F7E01F3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873BA3-D9EE-46E4-B145-1E7967149B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2590C3-B7B3-4126-AB6A-4CC1FCF6AA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860D67-473A-4E8B-BEC5-52B4CBF178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995574-25C0-4360-90F8-A03D1929DF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A96B3D-B694-4F0D-A3F6-99A89C1B72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729A7C-12DA-478B-A749-D700C451E8E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A3217C-2B93-4EB5-B0C4-53F1219D3C7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FEA0B0-D03C-49E9-B2CB-001520A605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ECD495-70AB-4279-81ED-DEF5296E2B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7F7575-3723-44F4-B26D-4973DBF9A7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A27759-8C64-405B-9800-95F0C92B5B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A14607-A61F-4DD2-A7F2-3AE7E2C844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9A3B4F-C7A7-4EDF-8B03-C355D57F61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5CF90F-5CFC-42D9-A0A4-B47BE304C7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3DE6DF-8CA3-44FA-9559-227BFB4F5B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B40E73-9E01-40AD-83DA-8A97B23ED1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788158-B1AF-4826-829D-C62B71720C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07B874-E845-47D0-AD02-CFCB1153F8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20D8A0-CB39-43B8-9BC2-1F6F33B9DB9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42CCCD7-F89F-4F4B-8477-4A571E49FBE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1AC218-D687-4F25-B76D-B0224D83273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Rama Rao,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Energy source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Battery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Use of Solar cells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plastic, rubber (such as used in anti-RSI stress balls), wood, and titanium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Push buttons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LCD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speech recognition feature: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integrated, programmable, sample sensor/sample speaker unit.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Location of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Titanium (no double curved)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Push button as it requires simple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2004-11-30T16:17:18Z</dcterms:modified>
  <cp:revision>13</cp:revision>
  <dc:subject/>
  <dc:title>PowerPoint Presentation</dc:title>
</cp:coreProperties>
</file>