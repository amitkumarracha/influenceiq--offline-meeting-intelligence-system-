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EB180-7FDF-4EF8-A20F-6FEDC144E4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7CA732-D4EA-44C6-BD25-273A92972F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E1005D-258E-4AEA-9C6A-EDBEC4A416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D89785-2041-493F-AF83-AA642DFAD9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73425F-08DE-4161-8AE1-3284C0EC2A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5193D6-BCFE-439D-96AB-7702A39A8B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650B8E-0AA1-4710-9EEC-3122ED68BD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2D10C0-043B-4DD8-9F60-C6ACC05743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553007-FAB1-4B94-8916-56CA0DF1DB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DA78A3-008C-4439-B9B9-2E90EA2C5E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FE0AF6-C75E-40EB-9C45-F559325B64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3B62DF-C756-4E1D-A7DB-464E1017E2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810B73-A086-4263-8FEC-8836A3C211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34ABF0-9905-411E-8859-CA6B97243D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81071D-6F7A-4657-BC0C-EA152C9A29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1F5383-15B0-4D47-B704-5E4034C752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A7409-CE76-449B-BBB1-5420246A01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D87ED7-2803-446B-B1BA-2848A0BB17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5CF45-E7CC-4517-A277-15DB2411CA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77393D-4B83-4804-AAC5-DA7686430E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0298FA-A841-4174-BACE-1A51B20D9F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10CCB1-0EB3-4350-AB87-CD60AECECD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201E9-E900-4877-8693-30FFD409C2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D36B45-8F70-428D-89E0-0A6DAE754A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C1830B-9C71-430C-83A5-CD2F318D7C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C942C2B-8A85-44F0-8BBC-7B89060ED6E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