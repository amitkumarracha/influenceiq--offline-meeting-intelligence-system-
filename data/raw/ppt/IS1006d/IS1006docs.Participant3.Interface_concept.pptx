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518667-CB22-4E06-A9B8-1F452721AC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BBA52C-99FE-487C-BAAE-6DD1FB94ED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8B0D96-1505-4732-88FC-05ED9AEF94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4F1E6D-7D05-4565-8BA1-7372073388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1A6886-1C00-4EED-8490-4FC739A23B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867894-95A2-4C96-A9EE-2A22909E9E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759D2B-2B3D-488B-9B57-585F82B97C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B55203-6086-4FC2-BD03-2F201AE9CE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F3DF1F-6CE1-457B-A448-E3130CF555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F7B0CB-C3B2-452F-B35D-BA3225AC92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333B1C-3292-44E8-A52A-DE0118ADA5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0BB6D5-212B-4885-B0BA-BAE9D003218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D1D2EC-BC08-4B9D-9598-6D9C66C09A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2BBCAB-C82D-4810-A3A1-94AD4AF269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2F8D24-065A-4E46-AD9A-23DA3DA225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F22861-B579-4C1D-89BE-C8274A80E4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9CC121-91E9-4320-8342-4E55BD08D3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257138-3BB9-46D8-A108-A1430728C1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DF7634-62EE-453B-AC34-BBADE44A9E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F679D3-77D4-4A29-839B-DAA62F3973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F33A34-969F-4941-980B-BC67AB8740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29FCA0-2CCB-45F3-AA36-0F06EF42B6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09B7D2-9102-4B5B-8DDB-DA1B63496E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3BE15D-A5E3-4836-822D-F6A68DB7105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A9A214-3615-448F-996C-F35A4C6D85E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324280-1028-4AC0-B6D1-27E1946C6FC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2004-09-07T15:40:33Z</dcterms:modified>
  <cp:revision>7</cp:revision>
  <dc:subject/>
  <dc:title>PowerPoint Presentation</dc:title>
</cp:coreProperties>
</file>