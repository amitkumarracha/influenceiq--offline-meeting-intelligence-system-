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1F94BF-7FAD-4E1C-B975-A4DBA29FBF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762676-B7D0-4583-AD14-519A99B2B2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332B32-EC42-4914-A0B8-AF0A92658E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366EB4-1726-47F5-9634-52E1C924FC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3D395-3E5A-46F5-B192-A16CBE7B9B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B4AE36-EEFB-445E-BE44-3DEA2F98D5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367D12-74AD-49EE-9F39-BF6CC3D75C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6A805D-DD2F-464F-812C-21C5A6645D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220E8D-9E24-4872-B4BF-C268D50C72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0E130D-2802-44BE-B783-D3B6098D7A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538D24-8A53-4E8A-8303-2B40C6769D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23A8E2-630D-4D8A-A347-A235393285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C12942-183A-4072-97FC-B2205F51C7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CC87B8-F7D6-4C37-A77F-C31BEA4E82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49AD01-2F65-4CCC-95C8-195CE1E9A9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38C950-B96C-4682-BBAE-D85C1FE28F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BFE16E-2D2A-40CF-A46F-1569FE6760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1BED37-3080-4CB4-AC71-7CA449425B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075B25-FFAD-44FA-8F07-CA351AE7EB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62E317-93BE-4B0E-9F57-E9851D38B8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9B55C-4FC5-463A-9F8B-BA18B51768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AF25E8-E9A8-4EB4-8A12-D093F58B313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F8274F-92AE-412C-AE6F-7060D20F448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8CB17A-329F-4C04-A776-A18BF9881B5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730F8D-0245-4C9F-9292-D5A251EDDFC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E7062B-E75E-4953-9685-CAE18E82E9F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images.google.ch/imgres?imgurl=http://www.gemini.no/downloads/photolib/Remote%2520Control.jpg&amp;imgrefurl=http://www.gemini.no/shared/photo_lib.asp&amp;h=776&amp;w=1028&amp;sz=127&amp;tbnid=8Ic1yOc1mlEJ:&amp;tbnh=113&amp;tbnw=149&amp;start=4&amp;prev=/images%3Fq%3DRemote%2Bcontrol%26hl%3Den%26lr%3D%26ie%3DUTF-8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684360" y="981000"/>
            <a:ext cx="785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Occam Razor Princple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not to complicate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never easy-to-use enough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116000" y="2781360"/>
            <a:ext cx="1749600" cy="132696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3"/>
          <a:stretch/>
        </p:blipFill>
        <p:spPr>
          <a:xfrm>
            <a:off x="6012000" y="2708280"/>
            <a:ext cx="1728720" cy="130032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682920" y="5013360"/>
            <a:ext cx="7947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Arial"/>
              </a:rPr>
              <a:t>Provide simple desires into simple actions. 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6836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"/>
          <p:cNvSpPr/>
          <p:nvPr/>
        </p:nvSpPr>
        <p:spPr>
          <a:xfrm>
            <a:off x="5650560" y="5229360"/>
            <a:ext cx="324396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imes New Roman"/>
              </a:rPr>
              <a:t>*) style is the passion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3997800" y="3429000"/>
            <a:ext cx="13100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Be simple.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95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052640"/>
            <a:ext cx="4835520" cy="360504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5317920" y="1197000"/>
            <a:ext cx="3824280" cy="1800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Titanium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Screen Backlight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Few buttons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ff"/>
                </a:solidFill>
                <a:latin typeface="Arial"/>
              </a:rPr>
              <a:t>Easy-to-find-and-click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6302520" y="5229360"/>
            <a:ext cx="24285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Automatic turn on\off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" dur="indefinite" restart="never" nodeType="tmRoot">
          <p:childTnLst>
            <p:seq>
              <p:cTn id="14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2004-11-30T15:05:22Z</dcterms:modified>
  <cp:revision>9</cp:revision>
  <dc:subject/>
  <dc:title>PowerPoint Presentation</dc:title>
</cp:coreProperties>
</file>