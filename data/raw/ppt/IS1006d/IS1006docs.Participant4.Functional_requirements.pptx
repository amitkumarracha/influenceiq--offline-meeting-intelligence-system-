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0AD766-F6C4-46F5-BCDD-6B2F7A3C74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16A31B-B561-45DD-A667-F5E7625669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71C24F-9FBB-4162-B728-9876C2FF4D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1C561C-ACEA-4F7B-ACAD-B94D259271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EC1D2B-F387-42FB-B716-9A3DDA94A2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85D435-B0F2-49AA-A546-81E5E3574B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D51B5D-9646-413B-B52C-1EA5DA5F85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4CE02B-366F-4FFF-9420-F787AED1CA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82227D-8A36-41CC-BEF0-34A87931EA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832306-7BF9-4A99-8CC5-570E7AC15A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42911B-8510-4380-8E12-E6F46C8B0A7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F1889A-BE16-41C4-B768-7C164FA8AFC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653604-FA8A-4CF4-A75C-A5A1E6512F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FFEB80-2D09-43DF-977D-3FBD100F89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A2F1D6-3229-4DD4-B50D-6C213F70B6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7326D1-3575-44CF-A8F3-FD66A3EC90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C3C6CE-F4A9-4D5F-9EDD-EFEF2AF217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D23CA1-0BBC-4A05-898F-B93648C69B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424C93-632B-4349-A3CC-2F0BA57F6B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BF1667-A2D0-4B97-AA4A-6482905B54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7F25EC-4AF7-44B6-9763-B77EA7841C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CA5286-F72B-4CDC-97CB-2BEBFC5315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49D7D0-69D8-440F-9B78-F3F4C5DB4AE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85A186-7BA4-46E7-BEF8-A4EAA6EEC38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6B73AE-CCAB-4331-A67F-AA366F2B6F1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93BB991-20B5-4E86-99C9-8839FEAAC6E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Samy Bengio,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Ask the users themselves about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What they like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What they don’t like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 current remote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And what they DO with them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3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Users dislike the look-and-feel of current remote controls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Tahoma"/>
              </a:rPr>
              <a:t>The biggest frustrations users expressed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Functions used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Power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often but very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Channel selection often and very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Volume selection not often and very relev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Audio settings not often not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Screen settings not often not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Teletext not often but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Channel settings not often not 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Tahoma"/>
              </a:rPr>
              <a:t>Speech Reco in the remote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547640" y="1989000"/>
            <a:ext cx="5667480" cy="310536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2004-11-30T15:03:10Z</dcterms:modified>
  <cp:revision>13</cp:revision>
  <dc:subject/>
  <dc:title>PowerPoint Presentation</dc:title>
</cp:coreProperties>
</file>