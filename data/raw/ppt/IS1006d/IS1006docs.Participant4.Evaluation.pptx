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1F68D1-691C-4E05-8C6B-832402D98A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11664E-F511-41A1-82C5-2EFA829F8D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2EC665-3F06-48E3-A9B2-F9C2F26C35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296DA4-8F9A-4446-9DA3-4B0944975C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88467F-600E-4EBE-B7E3-2D32B8B13F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D9E171-62C8-492E-BD52-02A4BC9A98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49D2E5-1561-4F42-819B-64CBE87EAC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8DF10-09DC-46C5-A00C-640B6A769E8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6F6026-36F1-4796-874B-BFD0CE7237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CD3F91-977D-4445-A751-FA9B269BC4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6B8C14-6942-4945-9373-F87E615383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07E9FA-DEA4-494E-8E70-4B9BEFAF198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8D9652-E6B8-43E4-86E3-A1118BFD6F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56EBD8-F322-4898-8081-4464C4BC41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2BBAB4-4107-4874-8852-8D4290436E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83976E-F746-4A3B-A09C-2702633BDFC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D45AB1-8ECB-43CD-9997-A709188D0F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2D1769-4DF7-4708-99BC-3AF808A16C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97769-E935-4061-8D84-CC118A6928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7E3FC1-F01A-4F41-A014-74F56533BB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C6BDA6-F023-4FB5-836B-1A2EBB9E0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55E3C1-A1FD-4070-837D-E4046F3943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BD4110-462A-4E96-9873-77BF0CFE83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1ECA41-DA45-4665-8682-F9DF02FFD68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645CC6-CFEC-432B-AB9E-B5FF540D12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F04F38-E030-4738-8D54-605344B97BF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Samy Bengio,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Evaluation of the prototype is VERY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need quantitative methods to assess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Let us use a quantitative scale: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From 1 (strong yes) to 7 (strong no) for each criterion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-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Then, average!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Technology-full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Useful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size and weight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Right color and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Adaptive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2004-11-30T18:34:08Z</dcterms:modified>
  <cp:revision>15</cp:revision>
  <dc:subject/>
  <dc:title>PowerPoint Presentation</dc:title>
</cp:coreProperties>
</file>