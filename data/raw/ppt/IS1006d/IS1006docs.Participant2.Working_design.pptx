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C4DDE6-DC3E-4E3F-9A31-AB2C38CFFF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93B19E-EA60-4BDB-90B9-4CEEEB94FD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CAE366-3792-4EA6-8930-3B9866B41A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488626-02EB-420E-B04C-C77AC03AF3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2C9E78-12B1-4A87-86D0-867FEF2AB8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093DA5-89DA-4B88-9F1B-9208AB5985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525396-AA06-4CA7-B544-DE183B463B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B03E03-B87F-4F3C-92F4-B5F376EE42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949BC1-B2B5-4F82-82EF-950EDC3AF2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5E4B6B-08FD-492D-B338-20D6340FB4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DA3537-443B-4766-9F7D-04746C84759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5E2CF9-8992-47FE-A9AE-FFFD29B1253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2D2E03-FE27-4E74-BB31-741AA0AAC5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63427F-9AF2-43AB-9857-8AC0A97079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91473D-8FDD-4542-BC77-EADF01CA98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16FC3D-89C8-4706-BA83-5E1677C9D2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A57223-2AEE-4FB4-92FE-BD7F188FC5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DFBB1C-CD44-4E1F-A6E1-F5BF444CD7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F36DEC-FEC4-4618-A72B-B8DAD038C0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8477E7-E53C-42C9-BA53-4C69F57BE9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A71319-C1D1-4B6E-B79C-10532B4EF2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18C7A7-6FC7-43EE-862F-DDA805ACC1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91CC28-BAE7-48BC-9384-83EEA6C7801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739CCE-F8CC-4FEB-8CE6-587E68C5E6B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D2535D8-1C5D-425A-8669-870AB3CDF22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91C287-8BDC-4258-80D6-C77C82E9D9C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Rama Rao,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The basic function of a remote control is to send messages to another system.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An energy source feeds an integrated circuit (chip) that can compose messages, often in the form of infrared bits.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A user interface controls the chip, and accordingly the messages.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 Interface (keypad, VR, etc)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Programmable DSP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IR LED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Switch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Encryption codes for different TV makes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53964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2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03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7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08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1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2" name=""/>
          <p:cNvGrpSpPr/>
          <p:nvPr/>
        </p:nvGrpSpPr>
        <p:grpSpPr>
          <a:xfrm>
            <a:off x="6516720" y="2421000"/>
            <a:ext cx="791280" cy="720360"/>
            <a:chOff x="6516720" y="2421000"/>
            <a:chExt cx="791280" cy="720360"/>
          </a:xfrm>
        </p:grpSpPr>
        <p:sp>
          <p:nvSpPr>
            <p:cNvPr id="123" name=""/>
            <p:cNvSpPr/>
            <p:nvPr/>
          </p:nvSpPr>
          <p:spPr>
            <a:xfrm>
              <a:off x="6811560" y="2421000"/>
              <a:ext cx="14760" cy="720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4" name=""/>
            <p:cNvSpPr/>
            <p:nvPr/>
          </p:nvSpPr>
          <p:spPr>
            <a:xfrm>
              <a:off x="7034040" y="2584080"/>
              <a:ext cx="14760" cy="4057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" name=""/>
            <p:cNvSpPr/>
            <p:nvPr/>
          </p:nvSpPr>
          <p:spPr>
            <a:xfrm>
              <a:off x="6516720" y="2793960"/>
              <a:ext cx="2764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"/>
            <p:cNvSpPr/>
            <p:nvPr/>
          </p:nvSpPr>
          <p:spPr>
            <a:xfrm>
              <a:off x="7032240" y="2778480"/>
              <a:ext cx="2757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7" name=""/>
          <p:cNvSpPr/>
          <p:nvPr/>
        </p:nvSpPr>
        <p:spPr>
          <a:xfrm>
            <a:off x="3059280" y="400536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"/>
          <p:cNvSpPr/>
          <p:nvPr/>
        </p:nvSpPr>
        <p:spPr>
          <a:xfrm>
            <a:off x="900000" y="4005360"/>
            <a:ext cx="1656000" cy="68112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User Interface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(buttons)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2556000" y="4292640"/>
            <a:ext cx="5032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"/>
          <p:cNvSpPr/>
          <p:nvPr/>
        </p:nvSpPr>
        <p:spPr>
          <a:xfrm>
            <a:off x="7885080" y="400536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"/>
          <p:cNvSpPr/>
          <p:nvPr/>
        </p:nvSpPr>
        <p:spPr>
          <a:xfrm>
            <a:off x="6012000" y="400536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"/>
          <p:cNvSpPr/>
          <p:nvPr/>
        </p:nvSpPr>
        <p:spPr>
          <a:xfrm>
            <a:off x="7740720" y="4292640"/>
            <a:ext cx="14436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>
            <a:off x="6651720" y="4272120"/>
            <a:ext cx="1076400" cy="274320"/>
          </a:xfrm>
          <a:custGeom>
            <a:avLst/>
            <a:gdLst/>
            <a:ahLst/>
            <a:rect l="l" t="t" r="r" b="b"/>
            <a:pathLst>
              <a:path w="678" h="173">
                <a:moveTo>
                  <a:pt x="678" y="8"/>
                </a:moveTo>
                <a:cubicBezTo>
                  <a:pt x="634" y="21"/>
                  <a:pt x="652" y="33"/>
                  <a:pt x="631" y="63"/>
                </a:cubicBezTo>
                <a:cubicBezTo>
                  <a:pt x="614" y="87"/>
                  <a:pt x="587" y="101"/>
                  <a:pt x="560" y="110"/>
                </a:cubicBezTo>
                <a:cubicBezTo>
                  <a:pt x="493" y="99"/>
                  <a:pt x="483" y="86"/>
                  <a:pt x="434" y="47"/>
                </a:cubicBezTo>
                <a:cubicBezTo>
                  <a:pt x="419" y="35"/>
                  <a:pt x="402" y="26"/>
                  <a:pt x="386" y="15"/>
                </a:cubicBezTo>
                <a:cubicBezTo>
                  <a:pt x="372" y="6"/>
                  <a:pt x="339" y="0"/>
                  <a:pt x="339" y="0"/>
                </a:cubicBezTo>
                <a:cubicBezTo>
                  <a:pt x="267" y="15"/>
                  <a:pt x="267" y="48"/>
                  <a:pt x="221" y="94"/>
                </a:cubicBezTo>
                <a:cubicBezTo>
                  <a:pt x="207" y="135"/>
                  <a:pt x="158" y="160"/>
                  <a:pt x="118" y="173"/>
                </a:cubicBezTo>
                <a:cubicBezTo>
                  <a:pt x="90" y="164"/>
                  <a:pt x="47" y="118"/>
                  <a:pt x="47" y="118"/>
                </a:cubicBezTo>
                <a:cubicBezTo>
                  <a:pt x="28" y="60"/>
                  <a:pt x="55" y="130"/>
                  <a:pt x="16" y="71"/>
                </a:cubicBezTo>
                <a:cubicBezTo>
                  <a:pt x="8" y="59"/>
                  <a:pt x="6" y="44"/>
                  <a:pt x="0" y="31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"/>
          <p:cNvSpPr/>
          <p:nvPr/>
        </p:nvSpPr>
        <p:spPr>
          <a:xfrm>
            <a:off x="7236000" y="2781360"/>
            <a:ext cx="5029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7740720" y="2781360"/>
            <a:ext cx="0" cy="216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7596360" y="2997360"/>
            <a:ext cx="2887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>
            <a:off x="7667640" y="3068640"/>
            <a:ext cx="1443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3419640" y="2781360"/>
            <a:ext cx="0" cy="1224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"/>
          <p:cNvSpPr/>
          <p:nvPr/>
        </p:nvSpPr>
        <p:spPr>
          <a:xfrm>
            <a:off x="3708360" y="4292640"/>
            <a:ext cx="23036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"/>
          <p:cNvSpPr/>
          <p:nvPr/>
        </p:nvSpPr>
        <p:spPr>
          <a:xfrm>
            <a:off x="3132000" y="4581360"/>
            <a:ext cx="0" cy="792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"/>
          <p:cNvSpPr/>
          <p:nvPr/>
        </p:nvSpPr>
        <p:spPr>
          <a:xfrm>
            <a:off x="2987640" y="5373720"/>
            <a:ext cx="2890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"/>
          <p:cNvSpPr/>
          <p:nvPr/>
        </p:nvSpPr>
        <p:spPr>
          <a:xfrm>
            <a:off x="3059280" y="5445000"/>
            <a:ext cx="1443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"/>
          <p:cNvSpPr/>
          <p:nvPr/>
        </p:nvSpPr>
        <p:spPr>
          <a:xfrm>
            <a:off x="6300720" y="4653000"/>
            <a:ext cx="0" cy="6476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"/>
          <p:cNvSpPr/>
          <p:nvPr/>
        </p:nvSpPr>
        <p:spPr>
          <a:xfrm>
            <a:off x="6156360" y="5300640"/>
            <a:ext cx="2887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"/>
          <p:cNvSpPr/>
          <p:nvPr/>
        </p:nvSpPr>
        <p:spPr>
          <a:xfrm>
            <a:off x="6229440" y="5372280"/>
            <a:ext cx="1443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"/>
          <p:cNvSpPr/>
          <p:nvPr/>
        </p:nvSpPr>
        <p:spPr>
          <a:xfrm>
            <a:off x="3500280" y="4724280"/>
            <a:ext cx="17229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All powerful chip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6481440" y="4797360"/>
            <a:ext cx="8193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IR LED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7170120" y="3716280"/>
            <a:ext cx="160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Phototransistor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 flipH="1">
            <a:off x="1763640" y="2781360"/>
            <a:ext cx="165600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"/>
          <p:cNvSpPr/>
          <p:nvPr/>
        </p:nvSpPr>
        <p:spPr>
          <a:xfrm>
            <a:off x="1763640" y="2781360"/>
            <a:ext cx="0" cy="1224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"/>
          <p:cNvSpPr/>
          <p:nvPr/>
        </p:nvSpPr>
        <p:spPr>
          <a:xfrm>
            <a:off x="1763640" y="4724280"/>
            <a:ext cx="0" cy="792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"/>
          <p:cNvSpPr/>
          <p:nvPr/>
        </p:nvSpPr>
        <p:spPr>
          <a:xfrm>
            <a:off x="1619280" y="5516640"/>
            <a:ext cx="2887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"/>
          <p:cNvSpPr/>
          <p:nvPr/>
        </p:nvSpPr>
        <p:spPr>
          <a:xfrm>
            <a:off x="1690560" y="5587920"/>
            <a:ext cx="1447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54" name=""/>
          <p:cNvGrpSpPr/>
          <p:nvPr/>
        </p:nvGrpSpPr>
        <p:grpSpPr>
          <a:xfrm>
            <a:off x="4643280" y="2637000"/>
            <a:ext cx="954000" cy="174600"/>
            <a:chOff x="4643280" y="2637000"/>
            <a:chExt cx="954000" cy="174600"/>
          </a:xfrm>
        </p:grpSpPr>
        <p:sp>
          <p:nvSpPr>
            <p:cNvPr id="155" name=""/>
            <p:cNvSpPr/>
            <p:nvPr/>
          </p:nvSpPr>
          <p:spPr>
            <a:xfrm>
              <a:off x="4643280" y="2809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6" name=""/>
            <p:cNvSpPr/>
            <p:nvPr/>
          </p:nvSpPr>
          <p:spPr>
            <a:xfrm>
              <a:off x="5020920" y="2637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7" name=""/>
            <p:cNvSpPr/>
            <p:nvPr/>
          </p:nvSpPr>
          <p:spPr>
            <a:xfrm>
              <a:off x="5267160" y="2811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58" name=""/>
          <p:cNvSpPr/>
          <p:nvPr/>
        </p:nvSpPr>
        <p:spPr>
          <a:xfrm>
            <a:off x="3419640" y="2781360"/>
            <a:ext cx="12236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"/>
          <p:cNvSpPr/>
          <p:nvPr/>
        </p:nvSpPr>
        <p:spPr>
          <a:xfrm>
            <a:off x="5580000" y="2781360"/>
            <a:ext cx="9367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2004-11-30T15:08:33Z</dcterms:modified>
  <cp:revision>19</cp:revision>
  <dc:subject/>
  <dc:title>PowerPoint Presentation</dc:title>
</cp:coreProperties>
</file>