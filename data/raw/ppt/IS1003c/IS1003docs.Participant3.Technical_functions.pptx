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A91988-EDF4-415D-AF4A-B44F282D67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8A7670-5F5D-4573-8827-AA0480AD54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5ACB5C-9CFA-4ACF-ADB2-FDA925397E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03CB33-F82A-45D9-9288-A67D6989BDC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788F6B-91F4-4267-B5A7-765E805014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8E13FF-EC13-4A6E-8695-D13D8F1EDE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051206-5681-4467-873C-6E3AE6F1CE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E9E9D4-E72B-48C3-B65A-29807B53B5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C2DFAE-031D-48D9-AF49-7149CD721D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2F8C95-8FF0-4753-9BC9-F1F3C1AA50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8E264E-5A16-41E8-95A4-24788660EC6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44A873-3A39-4C7D-BE78-36BEC90DF0D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92C3D0-EE8E-4873-978B-56AE577CB9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EB3146-50C3-42EF-9BF2-4FACE403AB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730DD9-F4B4-4ECC-A41C-146D77990F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80B5A8-37EC-42F5-8271-2DD0A38046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DE2B88-D0D5-4485-AEF6-95D7412A55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DEF933-48DF-4ED6-B45A-248E3BEBB9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FCA2CC-772C-470E-8B69-143038514C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D2856D-240D-4817-AE8C-1DFA3C9A44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FF95C8-FECC-4F5E-92AD-B088A911AE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FE030B-4A9D-41C2-B77B-674939F6A1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2E6463-743D-4AD5-9A66-E1A78ED87FE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8F32F9-8B92-4E44-B077-0057DDD2433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1217E9D-45C4-478E-8A9A-1EADA97F4CF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19A5C81-645C-4F81-9A0C-CC73BBAA3C6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David Jordan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6202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pc="-1" strike="noStrike">
                <a:solidFill>
                  <a:srgbClr val="ffffff"/>
                </a:solidFill>
                <a:latin typeface="Tahoma"/>
              </a:rPr>
              <a:t>Sophisticated Functions</a:t>
            </a:r>
            <a:br>
              <a:rPr sz="4400"/>
            </a:br>
            <a:br>
              <a:rPr sz="4400"/>
            </a:br>
            <a:r>
              <a:rPr b="1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1812960" y="981000"/>
            <a:ext cx="5638680" cy="4969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4852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An Elegant, Easy-to-Use Interface </a:t>
            </a:r>
            <a:br>
              <a:rPr sz="4000"/>
            </a:b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9" name="" descr=""/>
          <p:cNvPicPr/>
          <p:nvPr/>
        </p:nvPicPr>
        <p:blipFill>
          <a:blip r:embed="rId1"/>
          <a:stretch/>
        </p:blipFill>
        <p:spPr>
          <a:xfrm>
            <a:off x="1406520" y="1484280"/>
            <a:ext cx="662148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Design a “Google” TV Controller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pSp>
        <p:nvGrpSpPr>
          <p:cNvPr id="101" name=""/>
          <p:cNvGrpSpPr/>
          <p:nvPr/>
        </p:nvGrpSpPr>
        <p:grpSpPr>
          <a:xfrm>
            <a:off x="324000" y="2276640"/>
            <a:ext cx="8431200" cy="2760480"/>
            <a:chOff x="324000" y="2276640"/>
            <a:chExt cx="8431200" cy="2760480"/>
          </a:xfrm>
        </p:grpSpPr>
        <p:pic>
          <p:nvPicPr>
            <p:cNvPr id="102" name="" descr=""/>
            <p:cNvPicPr/>
            <p:nvPr/>
          </p:nvPicPr>
          <p:blipFill>
            <a:blip r:embed="rId1"/>
            <a:stretch/>
          </p:blipFill>
          <p:spPr>
            <a:xfrm>
              <a:off x="324000" y="2276640"/>
              <a:ext cx="4038480" cy="27604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3" name="" descr=""/>
            <p:cNvPicPr/>
            <p:nvPr/>
          </p:nvPicPr>
          <p:blipFill>
            <a:blip r:embed="rId2"/>
            <a:stretch/>
          </p:blipFill>
          <p:spPr>
            <a:xfrm>
              <a:off x="5048280" y="2563560"/>
              <a:ext cx="1992240" cy="218556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04" name=""/>
            <p:cNvGrpSpPr/>
            <p:nvPr/>
          </p:nvGrpSpPr>
          <p:grpSpPr>
            <a:xfrm>
              <a:off x="4459320" y="3173400"/>
              <a:ext cx="492120" cy="966240"/>
              <a:chOff x="4459320" y="3173400"/>
              <a:chExt cx="492120" cy="966240"/>
            </a:xfrm>
          </p:grpSpPr>
          <p:sp>
            <p:nvSpPr>
              <p:cNvPr id="105" name=""/>
              <p:cNvSpPr/>
              <p:nvPr/>
            </p:nvSpPr>
            <p:spPr>
              <a:xfrm>
                <a:off x="4459320" y="3655800"/>
                <a:ext cx="492120" cy="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6" name=""/>
              <p:cNvSpPr/>
              <p:nvPr/>
            </p:nvSpPr>
            <p:spPr>
              <a:xfrm flipH="1">
                <a:off x="4703400" y="3173400"/>
                <a:ext cx="3240" cy="96624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07" name=""/>
            <p:cNvGrpSpPr/>
            <p:nvPr/>
          </p:nvGrpSpPr>
          <p:grpSpPr>
            <a:xfrm>
              <a:off x="7137360" y="3511440"/>
              <a:ext cx="492120" cy="288360"/>
              <a:chOff x="7137360" y="3511440"/>
              <a:chExt cx="492120" cy="288360"/>
            </a:xfrm>
          </p:grpSpPr>
          <p:sp>
            <p:nvSpPr>
              <p:cNvPr id="108" name=""/>
              <p:cNvSpPr/>
              <p:nvPr/>
            </p:nvSpPr>
            <p:spPr>
              <a:xfrm>
                <a:off x="7137360" y="3511440"/>
                <a:ext cx="492120" cy="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9" name=""/>
              <p:cNvSpPr/>
              <p:nvPr/>
            </p:nvSpPr>
            <p:spPr>
              <a:xfrm>
                <a:off x="7137360" y="3799800"/>
                <a:ext cx="492120" cy="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pic>
          <p:nvPicPr>
            <p:cNvPr id="110" name="" descr=""/>
            <p:cNvPicPr/>
            <p:nvPr/>
          </p:nvPicPr>
          <p:blipFill>
            <a:blip r:embed="rId3"/>
            <a:stretch/>
          </p:blipFill>
          <p:spPr>
            <a:xfrm>
              <a:off x="7726320" y="2757240"/>
              <a:ext cx="1028880" cy="180000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2004-11-19T16:19:49Z</dcterms:modified>
  <cp:revision>11</cp:revision>
  <dc:subject/>
  <dc:title>PowerPoint Presentation</dc:title>
</cp:coreProperties>
</file>