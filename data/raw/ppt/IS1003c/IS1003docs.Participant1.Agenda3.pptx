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DB00A-F9E6-4793-9AF7-B2B7C01C45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32232C-F72F-4C2F-9D3F-FDF2B2104E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15F39E-32D8-4D43-BBF4-4157EE6652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F28551-ACA7-41D3-8967-9E433C707B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33EFDE-BE3A-4501-B1C8-815E1CFEA6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09651B-5221-470E-AEAE-83E8581BCE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09E402-7CB0-48B6-968E-26372C2C1A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0C874-EC6B-4296-A849-1849BFD93D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CF7A0F-3FD1-4860-9798-B1EDA99CD5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6E452A-9A8D-43D7-9E95-5FE07DB477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35097-7C20-4100-BFDB-D4BEEEED37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F65F8-2040-4A05-BAA7-A78FBB0D35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0FBD86-8D2D-4289-8D91-478A231E46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10507-51C3-472A-9389-7C3ABA5C74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E4FD3E-998A-4825-B2FE-B3E81D7867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83EA33-46FD-4A13-BE18-A6DC63FBB7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C8C68E-9DF1-4B14-BF77-F5EAA6616E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67D7D3-D106-413C-9648-8E96C5145D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E399A2-BAC4-4D8A-8EEE-37ABD2195A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ED1096-EADE-48D1-A8F2-5F1CEABA64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5BDB5A-7690-4E04-BCBC-4DAA5D907F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856646-50CF-457F-A527-8381141B9E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D844AC-33FB-4A16-A8AA-42710C9B17C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AD1192-98A9-4766-B7FC-0ABB6B2D73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C3B3B5-A452-46C3-9851-1F2DB14B2E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6A3847-E413-4D7E-8824-D56C0BC1AF4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Ada Longman,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2004-11-19T20:24:30Z</dcterms:modified>
  <cp:revision>19</cp:revision>
  <dc:subject/>
  <dc:title>PowerPoint Presentation</dc:title>
</cp:coreProperties>
</file>