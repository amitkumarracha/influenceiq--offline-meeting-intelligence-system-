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9ECAD5-F615-49D0-AE8C-BD97BE9553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F0B7B-9131-4959-BD35-15C47435D4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5F36C-3838-41AD-A8C2-AD146242E7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C343AF-5751-4FEF-AFE3-4F7C13E1FF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1C3492-4464-4D61-8C68-5382D6842C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4615CF-E9DA-4745-A4F0-87C3D5C2EF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AD26E7-FAF7-4802-B7CC-FB5F982B6E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2A61E1-498D-420E-9733-606F3CC8D4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59BD7B-9457-48A3-9A58-7215883FFC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F0D1CB-D02A-4992-A828-E86FB127F9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16ECC3-E64E-40FD-BD1F-A5B20E304A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3A7832-0405-4812-AFE9-B05EB5C25B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197D51-B5B6-4AA0-8376-C132D0EBB6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464F4F-447E-4746-BE1D-20C786A21D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6A884B-2130-4EC7-B6C8-CAF3F3C047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8213AB-1BEE-41C0-BC6B-9999F91E74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D5E646-72FD-4141-90A8-9E7ACDBE5D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94DEE5-8B3F-44F4-A4F9-CBCC20746A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8FD5F6-FFA6-4639-8202-BD9D6E087A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2BE651-B59E-41E7-B248-B69C64E603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F5F1A4-E384-4F16-9B1E-35CF829482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887060-4096-4251-B86D-780F94EC0B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DBA2D3-3C78-4CB0-AF51-B295165ECD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F294C7-2DFA-466B-BA26-19E20049C59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C983CC-BB3B-4EAC-B8E4-3816D061102F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F1191A-6F5E-40D1-8DC6-C2940BBF87E4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New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No more use of the Teletext </a:t>
            </a:r>
            <a:r>
              <a:rPr b="0" lang="en-US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Internet.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 only used for the television </a:t>
            </a:r>
            <a:r>
              <a:rPr b="0" lang="en-US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too complex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Corporate image recognizable in the product (color, slogan).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2004-11-19T16:13:01Z</dcterms:modified>
  <cp:revision>19</cp:revision>
  <dc:subject/>
  <dc:title>PowerPoint Presentation</dc:title>
</cp:coreProperties>
</file>