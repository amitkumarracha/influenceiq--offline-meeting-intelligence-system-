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9876C-3387-4AE7-9C6F-FBBFEE0F61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0132F-1385-4EDB-BE50-A6057EC171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5DCF8-B7C5-42A7-BB32-A183857C4C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B30660-02F8-4F8A-8B2F-4AE3E5AE9C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689B7-B63C-4F1A-84B0-86DA6F6BC4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E1560E-EA35-4E8F-A282-F441FF82D8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ACC708-7FBB-453E-904A-374A1014D4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2BEC8-5BE7-4038-B533-F177F9E712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3384BC-B879-4F35-9A23-F927FE90DE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5EDF7D-FEAD-4F44-A6EE-B62068A55D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2A5819-18A7-4E8D-A687-3E3E6C34BF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5B95DF-8FC5-44D3-B040-38F47AA662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777885-A4EB-4BAD-913D-50C287F842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B6E388-463F-4DA6-85DD-BD488643D1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2833B1-CBD4-4154-8CB9-8934323327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48C702-152F-449C-8CF1-5B00BCDFED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0BFBDA-E4D3-47BF-A83E-6F6774A767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FE35A-90A2-49C9-BEA7-A9B399A9E9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1E3AB3-7DC5-4C8F-9EC0-EE0FE0E51C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D307ED-46C5-43B6-BE71-5435E9C279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40E71-0277-4938-A1B4-FCC43D5B27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E94DC2-72EA-4879-A75C-5FB82A2F5A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2416CE-99A4-4DAE-A8DF-26DD39DF68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7BA284-7711-4E89-A0FF-B43B3307E4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C88085-7963-47B2-AA82-74375DBE080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62CE08-2188-40AC-A831-265BFE054F0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Introduction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Materials: clay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Color: Yellow and 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Shape: Circle + Triangle (mushroom design)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Key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unique design in the market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Circle channel selection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Stable triangle base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Cute button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Mushroom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2004-11-19T19:37:17Z</dcterms:modified>
  <cp:revision>14</cp:revision>
  <dc:subject/>
  <dc:title>PowerPoint Presentation</dc:title>
</cp:coreProperties>
</file>