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D1A1B4-1155-4F06-9A8B-763CF0209B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844AB9-A920-4C76-82FF-AD16A8989C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7CF2F3-9B1B-4155-B70F-24986C34F6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0FE5D1-73F5-4879-8254-8F14EFBE46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B9B33B-D277-4302-9C24-26C9A62FD0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8ADFA3-EE72-42B5-8704-F5AC1E3EC4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083B67-9E1F-4997-9A74-BC4F43FB00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6DD8EC-8EBE-4CC7-BB2E-BC575D1215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BD675F-DCF2-4570-B837-68E23A5EFA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D8FD71-12CB-4212-B8C5-D876997790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DDF527-0DA3-462D-B0F9-27132D5903F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F2B1E6-0510-4696-A365-69D5ECC7BDC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6E02CD-C139-4267-A28D-7EC82F6B65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9C6144-FF0C-4D10-A647-364EF95C3E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4A36C2-226B-4B89-8739-851562F828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AD0BB5-C9B4-463F-83DE-42D4C51751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3D877C-736F-43F6-BEFC-FEE35A727A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223F66-C5C8-4CC1-92E3-BFEC3DA954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846F9F-3EB5-4FCA-88EB-3458916C0E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DA415D-048E-4233-B1AC-3F65D5C574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C6B0BE-189E-4EFC-8A3E-913F0433B0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24BC43-E080-4F0C-8864-DB79EBD8A0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8123AD-1532-427A-B6BE-3369F4F9D4C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18E54A-1C00-4857-B5F8-BB69CCCC83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C6E269-5FA9-483A-AAA0-341CA4765F4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BA48AE-4BA6-4D71-9BB6-0669580599A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Florent Monay,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Fancy look and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Technologically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2004-11-19T19:37:40Z</dcterms:modified>
  <cp:revision>13</cp:revision>
  <dc:subject/>
  <dc:title>PowerPoint Presentation</dc:title>
</cp:coreProperties>
</file>