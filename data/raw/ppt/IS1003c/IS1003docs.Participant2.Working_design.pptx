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A6315C-7404-491B-90E3-D4405D7E09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176BC-2125-4A7F-B803-1A42D00CC3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EB892-5E57-4141-AF8D-575E7A039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A3838-411E-4EBC-9C48-256A191169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66CD79-60CB-494E-8490-035D7B0E0B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53FAB1-B839-4BA9-B152-BA79213BD3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D45B7-25D8-40A2-A800-BD4CCB38D1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DCDED-DF35-4DF0-83F5-5152FC8769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5DC34-C1A2-4619-964B-9FA670320F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A37431-19E6-48FF-99AD-BE4F9D1A47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0BD9C-449E-45A0-A0FB-0A7BC4187E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F54B8-B626-4572-9DC4-58C0DCFFA9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A2862E-009E-4574-AA5C-44CCD59A45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ABB93-E129-4039-BF73-42A276928A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6020A9-3AF9-4873-90E4-1D6C3CBA2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53D324-44BD-4172-8374-E76E8F8CFB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0346C-D79E-4E03-89A0-334E77CD37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27BC52-1B63-4F6E-8A69-70972CA5C0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FA22B8-DFFF-45DF-9AD6-12F7F7D853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C8F67-FFEF-48BF-8419-34B22187E5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28157F-9E4B-4AF0-B204-AAFE3FDCB0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7DFADC-0050-4DDA-AA0C-E0798874BF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F8975-E68F-40F7-874F-236BEF9C31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1FD2E-CCD6-45DD-9C95-94024986B4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FBC44E-89B0-4733-88D2-F2060D077F1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DB6998-2727-4784-A25D-3985D8BCFBE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95280" y="1773360"/>
            <a:ext cx="8229600" cy="214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46836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3276720" y="386064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4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"/>
          <p:cNvSpPr/>
          <p:nvPr/>
        </p:nvSpPr>
        <p:spPr>
          <a:xfrm>
            <a:off x="6300720" y="378936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4716360" y="386064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545560" y="14842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8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11280" y="1557360"/>
            <a:ext cx="8229600" cy="279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Wireless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2004-11-19T16:21:07Z</dcterms:modified>
  <cp:revision>14</cp:revision>
  <dc:subject/>
  <dc:title>PowerPoint Presentation</dc:title>
</cp:coreProperties>
</file>