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045254-3F65-447C-A019-9EA30C98F5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7FDE3C-1BA5-421D-AE32-8F43DBAFBE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21D82D-04E2-4204-A245-A4C6C7CFCD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8066A5-4D3A-481A-B88C-AC46EFC327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659F42-6CD5-4544-AD45-6922193AA1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56EA10-3B7C-49C3-B2B4-2D02DADB15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451A78-6A93-4D65-9338-9146DCA469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86C4A4-E6BE-4733-B027-417F6AD040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5CEE96-7A77-4C81-AFA3-0F84CDD97A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304772-2CAF-4596-9A9C-DF2E32724C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21F863-1242-4E06-9019-E0D763F052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9B2BEF-4576-4ACB-A32A-5281866670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8BD2C9-8B06-4F3C-8C08-CDBB72F5EF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A4A668-A63A-401A-BB19-2275A45E6A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3C1ECE-2C99-4552-AA74-1329943770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3B0515-D69C-49B5-9808-E7D44A0E4D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466E46-6DE9-4828-A245-EFF82A6476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305DA5-C188-4294-8E12-E114D9C4B7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9C321C-62CA-43FE-B9D1-9780540570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B90A3A-5556-4896-A640-CA36B05A50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36AF2F-F7D9-492C-B269-AE90EA14A4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439EE6-307D-46BA-BA0F-EF906EDFA3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C0CE5F-95A7-4D13-8637-A9B2DEFA74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FB860A-4403-4EA7-97AE-C29AB46D33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1C4BF0-64B5-4BD7-8F5E-1C7635F7F6BC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58F129-16E0-4CFB-A5A2-AB229D7305EE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hyperlink" Target="http://images.google.fr/imgres?imgurl=http://www.ucc.ie/ucc/depts/chem/reslab/phys/chip.jpg&amp;imgrefurl=http://www.ucc.ie/ucc/depts/chem/reslab/phys/holmes.html&amp;h=142&amp;w=144&amp;sz=10&amp;tbnid=7y5bHwYohvEJ:&amp;tbnh=87&amp;tbnw=88&amp;start=18&amp;prev=/images%3Fq%3Dchip%2B%26hl%3Dfr%26lr%3D%26sa%3DG" TargetMode="External"/><Relationship Id="rId5" Type="http://schemas.openxmlformats.org/officeDocument/2006/relationships/image" Target="../media/image6.jpeg"/><Relationship Id="rId6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Inside your  remote control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619280" y="1773360"/>
            <a:ext cx="6048360" cy="212724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1619280" y="3933720"/>
            <a:ext cx="6048360" cy="194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Inside your remote control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993600" y="1600200"/>
            <a:ext cx="336240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4950000" y="1600200"/>
            <a:ext cx="3433680" cy="21859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1042920" y="4005360"/>
            <a:ext cx="3241800" cy="2187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>
            <a:hlinkClick r:id="rId4"/>
          </p:cNvPr>
          <p:cNvPicPr/>
          <p:nvPr/>
        </p:nvPicPr>
        <p:blipFill>
          <a:blip r:embed="rId5"/>
          <a:stretch/>
        </p:blipFill>
        <p:spPr>
          <a:xfrm>
            <a:off x="4932360" y="4005360"/>
            <a:ext cx="3456000" cy="20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Power sources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247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basic battery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Hand dynamo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solar cells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Case Design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Materials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Plastic, rubber, wood, titanium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curved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Electronics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chip – least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Advanced chip – most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2004-11-19T18:44:42Z</dcterms:modified>
  <cp:revision>14</cp:revision>
  <dc:subject/>
  <dc:title>PowerPoint Presentation</dc:title>
</cp:coreProperties>
</file>