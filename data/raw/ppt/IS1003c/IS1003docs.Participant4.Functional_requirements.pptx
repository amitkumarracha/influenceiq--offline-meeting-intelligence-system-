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17DCE0-3C68-4F3B-9185-3C18F56FB34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FB7177-E5B4-4B1A-9FEB-6657F25EE1B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A14D39-CF16-49AF-AFD7-A84207BE02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0B3965-C6A0-484E-8BE6-4E7027CFBD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115DE8-3A47-4EF7-91B9-2CCA3CBBD3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7FC8F8-1113-44FC-B865-528D7ED0A93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4D79949-139B-42B9-808F-DD1AF714985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650B34-5A77-4C0D-BAC6-F35F6227083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39D21C-DDF3-4106-BF89-C5C80C318A7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DA00AD-EC6B-4155-A577-989ABF4321C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291DDD7-B480-4C14-8B4A-D8E63672C24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17FD72-8BDC-48ED-96BF-5E3D932811B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7094B5E-134E-409B-A14A-1F1E00FC95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A81678-5AD0-4A19-8885-AFD82E8FB6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F723FD-1A3F-41DC-A705-2EDB88880D9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E2AE05-2169-4120-BEA2-41FF5DAAC18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4686232-1819-400E-BE3F-C3931C4E80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203284-394C-4815-9A4D-10B10D140CB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D725159-8C6E-4B75-9E04-317264DF8C2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B5873C-B3FF-43E6-B3D1-B093BB4918F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303515F-F7D8-462F-919B-E1ACF6E848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3D3F28-5F1B-49AC-8097-D2C71B2AC7A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BB842A4-52E9-4825-8C70-8030495DB41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7EFA5E9-56AD-4B52-AA5F-8A66BE231AF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6029598-3FCA-4F18-91DC-28B9EDFE805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666FCF-4555-4BA9-B8C3-54459D150A55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Florent Monay, Market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br>
              <a:rPr sz="3200"/>
            </a:b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1258920" y="1628640"/>
            <a:ext cx="6769080" cy="35478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20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Arial"/>
              </a:rPr>
              <a:t>100 subjects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Arial"/>
              </a:rPr>
              <a:t>Observe remote control use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Arial"/>
              </a:rPr>
              <a:t>Fill up a questionnaire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519120" y="134136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4000"/>
          </a:bodyPr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Meet user needs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Make it look fancy!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Less buttons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2004-11-19T16:18:32Z</dcterms:modified>
  <cp:revision>17</cp:revision>
  <dc:subject/>
  <dc:title>PowerPoint Presentation</dc:title>
</cp:coreProperties>
</file>