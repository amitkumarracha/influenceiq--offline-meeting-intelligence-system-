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9F8C0D-5668-4BD4-A2E0-150AD1277D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CFA13D-3EC8-43A2-A705-CD56B136B8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9BA9D6-3C51-44F9-AB60-F1709E6DE8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569AC1-19B0-4633-ABF0-D99DDA6119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44223F-B7D0-49FD-B18A-06AE9DEFED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492AC4-BD28-4212-814D-A238AC4211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3F48A1-6C97-4079-B0C9-14DD611C47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016E40-FDB6-4C18-AA31-B6397F67BF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686020-A516-4A7A-988C-FC37E1EDE0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BECFB1-58E1-4EF8-B726-08D0989C4A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7D12B-D996-411F-A162-76A8AE5131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28D704-7BF5-4CE4-BEA0-5FEF5BDE21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EB89BB-95EB-4E24-9FCA-7832962CAE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D3A268-C0FD-4F93-A043-C6ACFDC8E7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96F000-A15C-471C-8510-F572E9C8B2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E7CEDD-C6E4-45B9-A6E4-914665D55E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363C27-85A2-47FC-8356-14EC4D37F7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7D3141-638A-4B16-AA49-C922A14A2B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F1F6F6-6CAC-4A3C-91CD-00C6A2907B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5B8912-2B85-4E77-B87C-26ECC61BC9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B2DDAC-3E73-47CB-A0CC-66C084F5BD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FF9494-0EE1-4DD1-9F98-75C2F42A2B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2C652E-30B6-4D0B-A209-1141E7BA0A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E9F430-95B0-4546-B25D-41F619BCBB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93829C-D2F9-4211-808A-1F933E8B060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1AA5D5-C683-4B2A-9F4A-431478F2F1E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Three Concepts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Google”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Intelligent”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Google” controller: Easy-to-use with Sophisticated Functions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99" name=""/>
          <p:cNvGrpSpPr/>
          <p:nvPr/>
        </p:nvGrpSpPr>
        <p:grpSpPr>
          <a:xfrm>
            <a:off x="388800" y="2276640"/>
            <a:ext cx="8431200" cy="2760480"/>
            <a:chOff x="388800" y="2276640"/>
            <a:chExt cx="8431200" cy="2760480"/>
          </a:xfrm>
        </p:grpSpPr>
        <p:pic>
          <p:nvPicPr>
            <p:cNvPr id="100" name="" descr=""/>
            <p:cNvPicPr/>
            <p:nvPr/>
          </p:nvPicPr>
          <p:blipFill>
            <a:blip r:embed="rId1"/>
            <a:stretch/>
          </p:blipFill>
          <p:spPr>
            <a:xfrm>
              <a:off x="388800" y="2276640"/>
              <a:ext cx="4038480" cy="2760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1" name="" descr=""/>
            <p:cNvPicPr/>
            <p:nvPr/>
          </p:nvPicPr>
          <p:blipFill>
            <a:blip r:embed="rId2"/>
            <a:stretch/>
          </p:blipFill>
          <p:spPr>
            <a:xfrm>
              <a:off x="5113080" y="2563560"/>
              <a:ext cx="1992240" cy="21855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2" name=""/>
            <p:cNvGrpSpPr/>
            <p:nvPr/>
          </p:nvGrpSpPr>
          <p:grpSpPr>
            <a:xfrm>
              <a:off x="4524120" y="3173400"/>
              <a:ext cx="492120" cy="966240"/>
              <a:chOff x="4524120" y="3173400"/>
              <a:chExt cx="492120" cy="966240"/>
            </a:xfrm>
          </p:grpSpPr>
          <p:sp>
            <p:nvSpPr>
              <p:cNvPr id="103" name=""/>
              <p:cNvSpPr/>
              <p:nvPr/>
            </p:nvSpPr>
            <p:spPr>
              <a:xfrm>
                <a:off x="4524120" y="3655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 flipH="1">
                <a:off x="4768200" y="3173400"/>
                <a:ext cx="3240" cy="96624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5" name=""/>
            <p:cNvGrpSpPr/>
            <p:nvPr/>
          </p:nvGrpSpPr>
          <p:grpSpPr>
            <a:xfrm>
              <a:off x="7202160" y="3511440"/>
              <a:ext cx="492120" cy="288360"/>
              <a:chOff x="7202160" y="3511440"/>
              <a:chExt cx="492120" cy="288360"/>
            </a:xfrm>
          </p:grpSpPr>
          <p:sp>
            <p:nvSpPr>
              <p:cNvPr id="106" name=""/>
              <p:cNvSpPr/>
              <p:nvPr/>
            </p:nvSpPr>
            <p:spPr>
              <a:xfrm>
                <a:off x="7202160" y="351144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7" name=""/>
              <p:cNvSpPr/>
              <p:nvPr/>
            </p:nvSpPr>
            <p:spPr>
              <a:xfrm>
                <a:off x="7202160" y="3799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108" name="" descr=""/>
            <p:cNvPicPr/>
            <p:nvPr/>
          </p:nvPicPr>
          <p:blipFill>
            <a:blip r:embed="rId3"/>
            <a:stretch/>
          </p:blipFill>
          <p:spPr>
            <a:xfrm>
              <a:off x="7791120" y="2757240"/>
              <a:ext cx="1028880" cy="1800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Fancy” Controller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1841400" y="1959120"/>
            <a:ext cx="857520" cy="85716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6024600" y="1916280"/>
            <a:ext cx="923760" cy="94284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1403280" y="3124080"/>
            <a:ext cx="1746360" cy="218772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4"/>
          <a:stretch/>
        </p:blipFill>
        <p:spPr>
          <a:xfrm>
            <a:off x="5580000" y="3124080"/>
            <a:ext cx="1982880" cy="218772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5"/>
          <a:stretch/>
        </p:blipFill>
        <p:spPr>
          <a:xfrm>
            <a:off x="3348000" y="2454120"/>
            <a:ext cx="205740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Intelligent” Controller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Gesture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2004-11-19T19:36:44Z</dcterms:modified>
  <cp:revision>21</cp:revision>
  <dc:subject/>
  <dc:title>PowerPoint Presentation</dc:title>
</cp:coreProperties>
</file>