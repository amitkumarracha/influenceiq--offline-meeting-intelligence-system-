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14BABC-D254-4B99-9DB3-10C145B11F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9D331F-1732-4CD6-B944-0781656BCF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9F66F7-78E5-42F3-B067-FEA974C1CC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B2B6E6-C112-462A-854B-95EFEF664C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7EECE-6100-4C68-B664-F375A9D6ED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BF7EB9-447C-4BA4-B8CF-E4E7DF72A6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DF201-04EF-46DA-9B00-AE7DE7C070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AA1DE-2DC2-4E6B-86BF-B1C69EC71F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015C0-A5A3-4548-A362-FAFEC8ECC1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B2F7C-05E9-44F9-8190-C857A4F853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6C0BD-DD2D-46FC-8618-2B72BAE472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21FFA-081C-45C8-910A-B319301EB0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25379-F4EF-4AFB-ADE1-459B066D36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E5D27-F2C8-4255-82B2-2612EA25DE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68B118-E14C-461A-8093-D707CE9834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43A9C-D47B-4009-8A92-A514B4C09E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CF5417-72CB-45E8-95BD-F6690E1A96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0D3D2E-6E5A-4CE8-A03B-A9D0170209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262EA5-3458-4A08-B176-7AC5523198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FDF15-1F16-4628-AFD4-5EA5D51B9F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225F8F-DF1B-4E1D-914B-8BBA2E660D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EA9459-D27D-4991-BB3C-21F12610C8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B07B77-CEB4-43F4-93C1-96E911C537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DE7EE0-DAF5-4CCC-926C-0A48F1C5BE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80EE3A-28C4-45DC-8EBD-1A842507028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032B4F-E774-43F5-80F5-1D636A4F3BC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the remote control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trends in fashion in general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95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cc0000"/>
                </a:solidFill>
                <a:latin typeface="Tahoma"/>
                <a:ea typeface="Tahoma"/>
              </a:rPr>
              <a:t>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functional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From Paris and Milan: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cc0000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6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1.5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cc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466560" y="4654440"/>
            <a:ext cx="792360" cy="50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1619280" y="4221000"/>
            <a:ext cx="734544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Arial"/>
              </a:rPr>
              <a:t>Fancy look-and-feel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cc0000"/>
                </a:solidFill>
                <a:latin typeface="Arial"/>
              </a:rPr>
              <a:t>Fruits and Vegetables (spongy)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2004-11-19T18:21:14Z</dcterms:modified>
  <cp:revision>18</cp:revision>
  <dc:subject/>
  <dc:title>PowerPoint Presentation</dc:title>
</cp:coreProperties>
</file>