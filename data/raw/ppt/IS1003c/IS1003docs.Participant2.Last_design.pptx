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585CFF-E202-40A2-B3DA-51C7BDBC56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72F8B-E147-4837-95EC-5240592D11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828037-2E69-4AC5-83C0-1DE95E697F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BC1E22-2A16-402E-A508-26CCCF3709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795489-4563-4CB9-A2A7-E097569656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49F1FC-F249-4AD5-AD9A-640B202D08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7872B6-2F7C-45CC-AA6E-70FD8C132A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01D28A-23D4-4729-96B8-1DB441EA3A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928603-4AF3-4CFD-A7F4-3788015609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794D24-019B-49FF-A657-542ACEC58E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79F58A-B3E2-4052-865B-8ABD98AC4C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B73A7D-3F82-4234-B82F-1EE42DA0B8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798C46-FDF5-42ED-9EB9-6383D16522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F3AC1B-268F-46C5-AC4D-077BAFB5F3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69DFDB-B8FF-4927-8B2D-6D2F6AC6AA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2FF2D5-2D8C-4153-BE79-81C6C54FBA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9CA737-1BE5-4B42-96D9-A3ECCC73E1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A93399-DC9D-410A-9480-63F58C6246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21DD58-1840-482C-BBD0-FDC3D78DAD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BE73D5-B4D9-4323-BB22-28F1E0D29E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E368BE-F3EB-46E9-BCC7-8955D6809A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27232C-8BF3-4E34-BAA1-2F44C53289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821676-4DFA-4B86-BA8F-4B02BC7EF41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635579-0CB6-411D-84D7-DD73A4A52D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466E47-A127-436E-844F-109E9DF0435D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136BB3-A83B-469F-B2F3-1CA1406AD180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Last 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 of the RC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290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Position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color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2004-11-19T19:41:41Z</dcterms:modified>
  <cp:revision>11</cp:revision>
  <dc:subject/>
  <dc:title>PowerPoint Presentation</dc:title>
</cp:coreProperties>
</file>