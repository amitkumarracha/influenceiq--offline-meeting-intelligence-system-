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EC34BD-4B98-449F-BED5-DF3E3AAFB1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5DC77-DFFF-4657-BFA3-49B66EF0C3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CD9F7C-F021-4321-8D29-2605BA8D6A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5FEAFF-940B-42A3-B7D2-84F6E1E640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3A3BE-BA69-4445-943F-19FA5E78C0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FD027-92C7-457A-88B6-AFA122F959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77682A-3D9B-4519-9B21-AEF685737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6DF8E-A35E-4CDF-BB2B-3CB92CB55F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DC2F8-39F4-4367-A60E-0DE4166762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D14B47-BF29-44DE-A514-E4F8F733F8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CC2007-DDB8-4DB1-B6C1-01BD780B87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C643E0-12EA-4F57-9E49-3ED915A1F8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C9CE41-49CA-43E1-A637-79E87EE448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C1C5F8-B89A-4D63-A918-AECDD369EF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3B6546-2579-4EAE-A339-F3C1014FE2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4918D2-C8E5-4B55-9B96-272C3C3CE1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273136-8BF7-439C-B1CC-C35C7F1280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806137-3E16-40B9-A462-823FA5FE38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8D283-FDA6-4033-A3F7-B9D76CEBEC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CE0F34-30F7-4BC7-8C06-FD3756303E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8448A-B6C1-47BD-9357-E29CE3382D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75541A-1620-4934-96A1-31980CACFE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B8D47B-E135-4300-83B2-29EEDD053C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217230-4539-4D5C-85ED-CB3CE25AC9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94CD96-A12D-4247-9369-9AD45EF1580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BB459B-27FD-4675-BB02-3FCDDBC81A8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2004-11-19T16:01:47Z</dcterms:modified>
  <cp:revision>33</cp:revision>
  <dc:subject/>
  <dc:title>PowerPoint Presentation</dc:title>
</cp:coreProperties>
</file>