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3B032A-F0C9-41B2-AC94-B3B82A54C1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27325-F49E-47BF-B9EB-ECA64BBA0D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261104-4930-45BD-89F8-B4F422A57C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C76C2-F8AE-40A4-942C-FA0AE2F098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4065BD-3FE9-4A48-AB06-354AE2BA82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C61F45-CBCB-47A5-BE85-99D06C0EFA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6C9770-5974-4680-B96E-7136A0016D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2FF482-F08C-4C7C-8DD3-BD1B687E02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D74D97-B364-48BB-8DA6-4428DF47C7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E6D402-BB31-4975-A320-D6BF69647B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03B84B-CB9C-4092-ACC9-3C097C69AA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F5FC4A-8F25-4BCC-B1CA-B0D9CE1984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0AA378-6B51-4F27-B73F-F151CA68AF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1323A1-67FF-41A5-A985-5994EB1EEB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1FD9F5-90A8-42CB-86AA-49EAA530AC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307E39-EA19-4120-9B7E-7B014AAF82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53C362-03AA-435E-AAB7-A168702AE3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2BA423-491E-4855-97EB-96C50538DD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F66B95-CC27-4207-8E0F-7C74F9A3AB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5F4D2F-1DCE-49F9-8A42-0FDBEA612F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65C376-8D12-4AB3-9115-88A35A5F97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14185-1FEE-431D-9DD7-5D87FA5235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6E3995-D77D-497C-88FF-340D1944A36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B91B83-84C4-4645-8936-9E20ECA2EB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2CB8A9-825C-4B2E-9944-8E8BD06F4F5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711C03-1D94-49FE-95AF-15BF7D38FF8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2004-11-19T18:54:35Z</dcterms:modified>
  <cp:revision>19</cp:revision>
  <dc:subject/>
  <dc:title>PowerPoint Presentation</dc:title>
</cp:coreProperties>
</file>