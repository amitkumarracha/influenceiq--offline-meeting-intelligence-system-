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54E1EB-BDEE-46BF-B135-C6B487EE4E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83AD64-657D-4673-B9BF-118CB3528F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11DA35-6635-4A78-A80D-B2E45982B0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1E0A3A-610D-4C70-8637-7519B61D4A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C9CB8A-5B42-4B43-8A17-C5F121C278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8A58C5-9437-431A-8A98-951A6C9DEC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25BF00-7359-46A4-942C-60001BC405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9CF8FC-A3FE-44AD-B9EB-44732AC7C6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F7D195-329D-48EC-9A84-68FC3257C5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B25CB4-1928-4AB9-9A53-3152C742E6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9439A0-B9B9-4483-8141-6C31965C9E7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ECFF16-3ACD-4E7F-A33D-7CC932CECF9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855BAE-A677-485A-AFF4-B3C6EC9AF4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FBA141-413B-4B4C-84FC-0AA4B56D87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4D4343-F6FE-46E5-A105-C8AF0FEB33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CE8B2C-D04A-486D-BF35-33321CAF5A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173FEF-1E4F-4CF7-97E8-478B2655F5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3209C2-CB5D-4C4E-9190-D9F5F3A754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13C407-AE7F-4B09-8AA3-DD215FC52F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57DF45-7553-414B-A5F7-2186505370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38C900-C815-4F37-AD3F-60E0F1D734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285631-BA0E-4206-8585-4D67E1E6D1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471210-9BB5-4A40-8475-109E0889775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252405-987E-49C9-B6B4-983E3EC4D4D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D8712E-9F76-4D5B-8A34-F354D7CEBD2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F14A06-7A56-4148-B791-26EABD0C54D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2005-01-19T20:20:59Z</dcterms:modified>
  <cp:revision>20</cp:revision>
  <dc:subject/>
  <dc:title>PowerPoint Presentation</dc:title>
</cp:coreProperties>
</file>