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C0AD57-2942-41AB-8296-3321F16231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A9E066-A0C7-4317-B116-2A9270F4BA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DDD4D-1AD9-4188-92A7-D8D123E23C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09DA4D-3849-46EA-B47E-F52FF38A12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61713-3AB1-4987-9F5D-F3B3372327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382E21-E335-4E60-A953-8216E072F7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F6711C-4E3B-4B58-A738-FFE31CF8CB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AD8387-86C4-41B7-997B-D171331F50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E76B21-AD18-461D-A093-D1A9E203E7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92C50E-39DC-42A0-B9C5-9481D3CDBE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E606F-3E7A-4DCD-9CF4-A7AF20F16C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C4D04-5143-42D2-81CD-CBCF992E53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E5E1AB-9254-49F7-9409-EFA0DF58B0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414DC3-E912-4725-ABDD-EBFEEF822E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411B50-E074-4AEC-B763-35DB267515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418487-8804-4F6D-9046-D842D257C5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07412C-E9BE-4FAE-B43A-19D352465D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4569D2-CB26-448B-B482-3281F29FB0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58A9C-2528-4F41-BBE8-F3C25AE4DB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B5A5A3-DB9B-442B-BCCA-E47A250BFE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BE5D4D-B222-4F38-B73D-27476484C7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534D81-AC50-44BD-8020-E1058ACB65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68D25F-AB34-44EB-9400-1FEC952F4A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1FF87C-07B1-4E15-89C0-094F69ACA2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6E474B-C461-4F9B-94D8-25A9B4CAE46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31A785-57B4-46BB-91A6-D9EDED7CD13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2005-01-19T19:25:38Z</dcterms:modified>
  <cp:revision>20</cp:revision>
  <dc:subject/>
  <dc:title>PowerPoint Presentation</dc:title>
</cp:coreProperties>
</file>