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BAA13A-29BE-46B0-90C7-132A072654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65A2A4-9901-4BEB-B991-F459D33D36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600785-A0DD-4D38-9594-0EB190566A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06A372-71BA-4C7B-937D-8639CF791F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817888-443D-4D05-B5CD-5C74BAB07C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DC199E-855A-46C5-BC5F-A4F928371C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365F13-131F-4037-AD00-9D20181CA9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9132F9-0A81-406A-86D2-20918B1039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84C282-6759-41C9-852A-2A697339E1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6A393C-ABED-4F5C-98B5-B7F35C2110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9803CB-83ED-4240-9998-ED4FF658AC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1F5A6F-F07F-4CBE-8A5B-E4103D467B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B5468B-2723-4783-9F0A-9D436FBB85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4CFA4E-2CA1-4FF3-9737-B9C57B8339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D4EFDE-0E6C-4575-B714-05DA08FF43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753BFB-414E-4843-A9A7-D1C8E31D7A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4787B3-7F7F-49AF-A8B7-16B178F100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50C140-FD44-49D5-B13C-5FAE4AF37C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7C2867-AD84-42C1-B7B4-4A665556C1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47AE2F-5192-4E5B-A147-D7B958E682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29095F-0294-44F0-BB32-89F2FFA642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3AE16A-D7D2-492A-8F84-FE3359555F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E3ABFD-659B-4C0D-9087-2BCB1B9EAA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D71365-2CC4-437E-9C4F-19B4DBA716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174844-8D65-4578-B595-10D45FC58CF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590F8C-4D54-4746-909F-74100E066C4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Dale Anderson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Marketing Consultant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Collection of criteria is based on the user requirements and trends found in the marketing reports and the marketing strategy of the Real Reaction © electronics company.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 innovation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Incorporates current fashion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minimises RSI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locate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1 = TRUE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7 = FALSE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be continued on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2005-01-19T21:42:58Z</dcterms:modified>
  <cp:revision>13</cp:revision>
  <dc:subject/>
  <dc:title>PowerPoint Presentation</dc:title>
</cp:coreProperties>
</file>