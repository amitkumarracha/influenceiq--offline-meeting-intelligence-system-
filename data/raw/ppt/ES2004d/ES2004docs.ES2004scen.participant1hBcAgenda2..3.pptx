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D6064B-CFA0-4A7A-AC13-C2F2F0FB88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218A3F-9316-457D-8323-F036382B7B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8AC3CE-B493-41BD-A615-3287EA234F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E00854-9208-499C-A1C8-A77BA9D329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8356A0-58C7-45CD-8697-1B80034CFC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DC68D2-BF47-4981-8D11-83AF91916B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F49BD3-750D-4A87-993D-1AAE71AC90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76DA46-E4ED-4962-BFA2-AE21548E29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692774-E6A3-4C56-A9EE-2174056891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B01471-6F67-4880-B16E-4DAF032366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FB1438-9CB8-4B21-8126-238154AC36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82FFBB-9F60-4C8E-80D2-BF60A037CF7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4A80CA-06FE-4390-B485-8DAECE1C11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13660A-0484-486A-92E3-7BE50CABF6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ED82E6-5DCE-400C-86E9-D8F17C7969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C2302E-1F89-4588-BD52-0D4BA25BA6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581874-006A-4A30-863B-7A10826AAA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AEE888-59BA-47DF-BA96-C3E42772D2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F17376-1FB9-416B-A26F-CF158CEAB4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AD8AEC-1BDA-4A7F-8466-911614854D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AF763E-4ABE-4C59-8559-311731840D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ACF4D6-E633-497F-95EE-F3D3D3CCB5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94A033-6A3D-4BA6-A189-7EC6A677B3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9722B3-D8A0-409B-B30C-FE589BCF04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F810CA-4A84-4307-906B-B7B20C63A9C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7BBABA-A3A7-4527-8994-816BB6EBDA0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