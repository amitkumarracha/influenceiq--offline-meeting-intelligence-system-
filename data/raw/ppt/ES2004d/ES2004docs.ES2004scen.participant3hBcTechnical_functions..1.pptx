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93E4E3-5620-48AD-86D1-F2A2F55CF5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8534E9-531A-444F-8E8C-A3D46B286D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F05D2C-A1E3-4EE1-ADE4-25D8227585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7264BE-0768-46BA-8CF4-16318F5EEF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A2DE22-ED31-4E48-89D2-20A660471F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FF254C-CF39-4A2B-8D38-8EF935E3B6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342A20-9A32-4B4F-A859-CAB3D1E8C2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A95F45-096C-47BE-AE47-DA5DEC5E17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969719-2ECF-44EA-B336-5156AF1BC5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5A078C-D0F0-49A7-9DD2-45C3104CC0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1375CF-45F2-4B01-81CB-88319B0CA64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E40FC1-D216-46BC-B017-A535AAB9439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EEDD65-12A5-4338-9ACF-54E130B846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A9EC41-E696-48DC-AB7F-CEC437CA20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7A0AA1-46F2-4491-A87C-42DBAD5510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14328B-4B5F-4962-89C4-E9987337036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9713FC-1AF2-4829-807F-CDFD08B823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3B9D3A-0990-4E39-93BE-08CA081759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99C1E2-DF4E-49B3-9567-C5EAF29E3E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C556FB-2B24-4759-AA76-F991F0345C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F77B2E-0EE1-4830-8835-156A60AE3D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F8598D-899C-4E13-97C4-2A0F473674C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F93FF2-3CB6-4297-89C1-AF91709EF7A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959CC5-EEE3-4B65-AEEE-3A50B0138DF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C4225D5-F510-4602-87A0-8B7D282BD17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AA9BFF9-6DBB-46E7-84D1-69133130F7C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Pawan Negi,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Purpose of Remote Control: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simplify the interaction with TV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Main Feature – User friendly by being easy-to-use, trendy and engineering marvel.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Concept – A Flip top model. Main function on the top and complex function inside with browsing facility. Added features such as shock proof body, trendy design.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people prefer user friendly rather than complex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Economies of scale -Due to high volume, we could produce this design at a cheaper cost.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Flip top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Trendy colours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Soft exterior plastic body and soft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Thanks you for your attention.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Any comments please.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2005-01-19T19:19:05Z</dcterms:modified>
  <cp:revision>11</cp:revision>
  <dc:subject/>
  <dc:title>PowerPoint Presentation</dc:title>
</cp:coreProperties>
</file>