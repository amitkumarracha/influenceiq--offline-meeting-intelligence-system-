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826886-F822-456D-BD9C-63F1DD25D8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0BCDC8-2956-47D3-9C48-68C52BD62E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84A547-C704-4A92-B3BD-E36EB9DE12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334971-0209-40D7-8967-A197D14341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600860-E9B9-4A30-AF1F-DAF60BB0F0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7D24F3-BFF6-44DD-9C32-48D3D08FDF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745760-80B3-41BB-974E-29D838FC1D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C179F-1B7E-43D9-BB00-F4E699CEDD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487AF5-22FD-487E-A21F-AFDB7F0EC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4341C-EF9F-4718-8E21-C6AF0FB873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B4E5A-E8B7-4B3E-8C5D-40D5BE9263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DBAB22-6B5C-4E42-90F1-63E7DB729C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D980FD-B3F0-42AB-8075-9EAB970700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35E29C-C566-4E85-B79E-A0462AA4B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1A2305-2BF6-434E-BEB8-BD6A181CEC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BBA732-3322-4B1B-8A77-49B1C7D926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4361BC-123B-40DC-92A8-82E45DD94C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F5A905-D098-40AB-A55B-4F786CAFE1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2177A0-7FDF-4470-B9C5-430AA0DE80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216562-7803-49A5-8DA7-AACB3D17E4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057CFB-7E06-44B1-AA3C-2EFD47C342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9317FA-3BA7-418C-82D4-EFC212F006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CCD240-745D-4342-AF6D-E9D8D2309D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649C95-0F3E-4EA9-9CAB-1626D6BD9C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4501D7-2164-4101-9021-279198C404F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602C30-C955-4E10-B684-5820B13DE6A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2005-01-19T21:42:12Z</dcterms:modified>
  <cp:revision>21</cp:revision>
  <dc:subject/>
  <dc:title>PowerPoint Presentation</dc:title>
</cp:coreProperties>
</file>