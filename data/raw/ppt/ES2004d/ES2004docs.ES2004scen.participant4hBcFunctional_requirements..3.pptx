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939A2E8-5624-40A0-96EB-EAA4A35AD9C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80A4E32-DE29-4032-8DCF-C8CDED48A94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594F0E3-AA1B-45CB-8DC4-DBB992545D3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A5DABFD-12B8-43D2-9542-8A634D2AE36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3D37457-3474-46B8-9997-756820951F9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D9F5429-0F49-49E3-A2BB-CBF69B098A0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B0F4AC8-5E21-4646-ABB1-A1FC389401B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FDF3669-BB6D-493D-88E7-79395E51B42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9A666C0-C56B-4E79-A0E0-86F55A3C47E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9841DA0-2C8C-4F4F-A0A1-B1CA6FEC1ED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1A7B3E5-96A5-4E41-89BB-94F63837F6A8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F10F1D0-C445-46B0-A7D6-7C8653DD7D48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9A00FD9-6EAA-4A33-863C-445524FA72B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BEF5339-BB1D-4A71-BC2E-5B56A5B36A2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8AD7665-E969-4136-BB57-6B32D14E028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2ECAD5D-80F6-42EC-9658-F6445491110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D08009E-FEFC-4B50-AE72-1DC1E409384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B8BA6CE-5C7E-4B88-B06D-93D9993E4AE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4440DDB-9871-4AD3-9C3C-8574CBAF709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238769E-867D-44EF-9B7C-9412766B90C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A7B3785-805E-4CCE-ACB2-0C35D36A6D7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70D9CDC-4F31-4795-BA25-E59B761405E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F0F2271-B907-4DB0-AF91-1C9346D43160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C818900-53AE-45C5-A944-760B69C7B061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FB62AA41-375C-42B5-B909-0D4FE7337122}" type="slidenum">
              <a:rPr b="0" lang="en-US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79085114-AA60-40D2-9CA4-78591757372C}" type="slidenum">
              <a:rPr b="0" lang="en-US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Functional Requirements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&lt;Dale Anderson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Head of Marketing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&lt;Usability Lab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Observation of remote control use [N=100]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341360"/>
            <a:ext cx="8229600" cy="4464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6000"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GB" sz="2800" spc="-1" strike="noStrike">
                <a:solidFill>
                  <a:srgbClr val="ffffff"/>
                </a:solidFill>
                <a:latin typeface="Tahoma"/>
              </a:rPr>
              <a:t>Overall, users dislike the look-and-feel of current remote controls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75% of users find most remote controls ugly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80% of users would spend more money when a remote control would look fancy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Current remote controls do not match well the operating behavior of the user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75% of users said they zap a lot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SzPct val="25000"/>
              <a:buFont typeface="Symbol" charset="2"/>
              <a:buChar char="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50% of users say they only use 10% of the buttons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BIGGEST FRUSTRATIONS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Remote controls often lost in room [50%]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Takes too much time to learn to use [34%]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Bad for RSI [26%]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Vast majority of 35 and under age group want LCD display and speech recognition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Trend reverses in older age groups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2005-01-19T17:30:30Z</dcterms:modified>
  <cp:revision>13</cp:revision>
  <dc:subject/>
  <dc:title>PowerPoint Presentation</dc:title>
</cp:coreProperties>
</file>