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EA208F-DA30-4301-BEED-CD1A5E54E5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F574D5-3D44-404B-B736-9DF80B8B60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A3D9C4-D31C-40C4-9F32-799632E120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13483-3AC1-48E3-A309-82F9869222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395951-A1F3-47AE-960C-AD598014063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95D488-0C3F-43DD-90AD-36DAEE29161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EF2CDE-C977-4269-8B4E-5F5BB74470B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4A01BF-B83D-463B-9FF6-C0C560A1805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9B6EC2-BAEC-4AE3-882A-6DF599C7838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BC8129-C65A-4C15-B79B-5B62D8E1D7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1C9DA0-C772-42A4-8F0E-ADA15E9905D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22BD51-E2E3-4595-BFCD-B53FA93C6D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3BF6FF-D2D8-40AD-8E85-7A8EED9CAB2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390BD6-42DD-408C-A16B-13ED5E374A7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86525B4-A06C-45E9-848B-E74E89BA20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0CDCCB-4193-42CC-B10B-3DF4E2788D2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B25351C-4D9A-433C-BE70-541CA03024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4BF078-10E8-4EB5-BA48-BAFBCFE26D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DB667B1-6E64-4F5C-8B68-5AFD48FBC2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6AAD38-75DF-4B9F-BE75-F981349FBC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7B89FD9-088B-474B-BE41-F0CB0C3508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C18A0C-269B-4E84-9BDC-FB9D4F3E79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A85AD9C-8CE3-4681-977E-80B19F3D8E3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C76F3C-4E13-4500-BADF-FEF0524F10B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3286C80-39CF-443C-B593-01A30495C52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D78907C-74C5-47E1-8802-7EF7F354D46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267920"/>
            <a:ext cx="8229600" cy="468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 research study [N=100] on most important aspects required in a Remote Control device.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 [Personal Preferences]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Findings from fashion and design fairs in Paris and Milan.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412640"/>
            <a:ext cx="8229600" cy="460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MARKET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Most Important Aspects for Remote Controls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FASHION UPDATE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FRUIT &amp; VEGETABLES will be the theme for clothes, shoes &amp; furniture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009999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009999"/>
                </a:solidFill>
                <a:latin typeface="Tahoma"/>
              </a:rPr>
              <a:t>There will be a SPONGY feel to materials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2005-01-19T19:38:57Z</dcterms:modified>
  <cp:revision>9</cp:revision>
  <dc:subject/>
  <dc:title>PowerPoint Presentation</dc:title>
</cp:coreProperties>
</file>