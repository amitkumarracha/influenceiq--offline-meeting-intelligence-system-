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DED042-4844-4D71-9D3C-32842248E1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C72918-9590-478F-A940-7D2B87D39A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BF16D4-5769-4DBE-AF46-05E0CF070A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7589E-04FB-46C9-B758-FF69572BEB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D9B158-B69A-4F5C-9A29-6F4B4BE028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DD7C92-81F9-42DC-82A3-FFEA2B5303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193549-8365-42DC-8A17-8A064CD8D9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F451B0-FFD9-4C68-8ABD-73E2F4C745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0E07F-2DB6-4F88-A363-33B8D405EE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486D25-F87A-4FFE-8CEC-3BA37A9A4E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478FF-1A57-4357-A499-DEBA6C2723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8BDA22-BB5B-45C6-8623-974202E239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48429B-9A76-4167-9DEE-2CACDDD301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3D8361-A009-4C75-9E6F-F13F75F5B7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A8F19D-F99F-41AD-BBB6-9AEBD5547E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A0A6E9-C198-42FD-95F4-36AEE73161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48D488-3C37-493A-AC6D-77CD705A07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83EABD-28DB-486E-A0E3-D90F5A3E81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7CD42C-3FAB-4EB1-9349-C1BF9ED1BF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7F45A8-DCEA-4AAE-8F07-5F12B2AC5D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111868-E779-44F7-A45E-C7C5A15433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FE05AF-8243-4641-9DE2-A9B8C09D59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48727E-547E-43FA-B722-2EBE43ADCE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ACA5F6-D841-41EB-81B4-E23C9C408E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D03160-92C5-41F8-A828-71F046BE20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47EC70-F150-4D35-89E6-09A1868AEBF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 -User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Input from other departments – Marketing and Industrial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Competitors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GUI or Pointing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211640" y="2268360"/>
            <a:ext cx="4475160" cy="318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many cluttered buttons.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Repetition of certain patterns. E.g: The volume and channel  control buttons in centre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Confusing and inconsistent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- fruit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Certain standard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2005-01-19T21:05:54Z</dcterms:modified>
  <cp:revision>12</cp:revision>
  <dc:subject/>
  <dc:title>PowerPoint Presentation</dc:title>
</cp:coreProperties>
</file>