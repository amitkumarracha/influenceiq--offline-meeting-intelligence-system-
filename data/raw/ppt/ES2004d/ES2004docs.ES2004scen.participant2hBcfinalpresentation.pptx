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352AC7-5A0E-418F-8801-5D6BC95DB2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41B50C-D06C-4437-A31A-0407115CCA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CC805D-2331-48F4-882D-EB796517D1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72E3D0-C9DE-46AD-A352-7441803D9D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93CFEE-BD04-49F4-9B40-6A75421805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153DA2-40FA-451D-9E4F-2FADFDF9B6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7695A0-48BC-4B05-8C98-9E147C618B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842FBD-4214-4AF1-8115-6CDB4972B7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31F09E-25DF-4BD2-90CB-F085D862D6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BDA1CC-9838-4576-B763-BE627ECFC2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C8598D-195E-4DC9-8296-C8A5738E4A4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1C4DE0-D1AB-4FEA-9B5B-C62D3AD6BF5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E6769B-9306-4B4E-9FA9-1BB914A64B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084A22-8E7B-41E5-A1D3-77ED5EE8B1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8F4011-C2C2-4C53-AE3A-CA33243D0D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C5A015-5E46-4922-B979-66E895F7E2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E1CA2B-448F-4F3F-B249-5641FA0F0B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78FD20-135D-4EF1-99D4-E7230BC59C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0AB6F4-53D7-4F48-A1CF-0B050CD857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9595AB-0301-4F9E-BE04-0906A20E8D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C4E667-ED40-41FF-9426-14E8A67354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8ACBF6-CDE6-4567-8F90-67600E39F7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12F1C8-234A-4B00-BC74-5C275E6AB9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61CC1E-41C1-4EB7-B5B7-6BC7E7681BB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93D721C-0B1D-4631-A242-BF2259C10C3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41DDDD3-C836-4A84-A64B-F1625E78887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Look and Feel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William Cooke &amp; Pawan Negi, Industrial &amp;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Exterior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Plastic body: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Standard colour: White? Blue?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Rubber outer casing (changeable facials)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Wide choice of colours, patterns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Clamshell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Interior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Batteries: Kinetic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Where is the remote?”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I’m Here!!”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Standard transmission with TV, using standard chips, PCB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Top Screen: B&amp;W LCD Touch screen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Bottom Screen: Rubberised Standard Buttons inc. Volume, Power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Also containing the new logo!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And that’s how we’ve put the fashion back into electronics!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2005-01-19T21:33:48Z</dcterms:modified>
  <cp:revision>13</cp:revision>
  <dc:subject/>
  <dc:title>PowerPoint Presentation</dc:title>
</cp:coreProperties>
</file>