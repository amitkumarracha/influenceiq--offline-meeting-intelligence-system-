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BCA70-B8BD-4FE1-A2D2-029DC5435E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AFD4F7-D99F-408F-97FD-7B28D9846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A0AD6E-DF16-4DF3-8790-BAE0D65952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6ABD05-4586-4098-8EDA-B85C2F6F12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EA9635-18DE-4076-AA17-348699B5CC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63D11-6664-4903-A685-9E5AAF0766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834EF5-8452-49B9-A5BB-13DAB63209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5E42DA-8E71-4B29-A9AD-2947BFAF9A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C2039-F6FF-49A5-A3EA-F667BFBD8B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792D61-BBEE-4875-A21D-E95C87F4C4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71035-1BAE-4085-B548-6EC1597800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2AE8C-5662-4A35-AE3D-05381E845A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A7DC06-8153-43ED-B3E3-BF67E09A41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41937F-61F6-4959-907F-16DC8E2454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A1D130-7D4A-4F8C-9661-2BBB4DA271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7355CB-6EB0-4243-B713-F0330EA371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ABACFF-F9E8-4473-9A93-86E57F9B7B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95DE5-01F3-486C-8C98-23F5861A47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C7B88C-F8B3-4217-A08C-E9572E08DE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A9319B-A08E-475F-96B8-DF82DA8527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100577-3AF8-473F-891E-417F5B8EF2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7CD0AF-FB96-4308-A1C0-2574BE82F8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61A6ED-9A41-4B8D-B7FE-A863096895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EA631A-5D22-47B2-BF28-906C6C0749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79BBAB-5C24-4267-9F35-F2198B41097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D21D00-EACF-4355-8335-9DF773E3648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