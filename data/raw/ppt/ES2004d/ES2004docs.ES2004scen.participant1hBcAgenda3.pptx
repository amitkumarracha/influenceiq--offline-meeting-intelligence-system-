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196B0A-BD32-4CA2-A393-0A83549389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1A8367-54E6-4648-88CB-9E50991297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57A6D3-6765-4A34-9F1E-13D2B5006C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9205BC-944D-4FA1-8428-557F437DBC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3F644B-5D99-419F-9894-5B11A6DAF0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3D27E6-38DD-4959-A7D3-28F8E24EC1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FB2249-0E46-42D1-9B64-864ED886D3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BF2BD4-7561-4883-86B7-85B21B6DF1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BA6BE1-3020-41DD-9F0E-D4822241D5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7CBB7E-D886-421E-965D-E672AE2B9F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F1EA80-11D0-4D36-85C7-7D60F30E3D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3902E6-845A-4DD8-ABC3-8138600A1A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F646CB-E0DE-4346-9ABB-F5AAD7F97F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7B3608-5042-4250-B926-2F116B3B1A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4ADD10-7403-410D-9340-29301BC51E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164FD4-B90F-4B8B-9501-0FAEDD42BB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993087-0394-44FF-84EE-6DA297315A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2FAF00-AD77-446D-BD99-966D170AA1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9FD1FF-9708-4D79-AABE-4ECD074525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0342A7-F79E-4972-A428-415B7D9BA7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FD24FF-B007-4EEA-9599-FD0AC0EDF9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5A14CE-00D6-485F-BE89-DC598B3FBC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FFD0F9-A96C-49CD-BA4A-A9D00C6D17E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A33FE3-2551-43EC-9ED4-5264A0D0A1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85B0B4C-0515-4BE9-ADE9-CEAAF51BC25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FDE88E-7E33-4413-A6F7-9E617BA916B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2005-01-19T21:41:58Z</dcterms:modified>
  <cp:revision>21</cp:revision>
  <dc:subject/>
  <dc:title>PowerPoint Presentation</dc:title>
</cp:coreProperties>
</file>