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1753D-F4A8-4D8B-B919-C5F1A1A9C7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AEAB5A-0DBC-4075-ACF3-33CDE8DA4F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FFACA-EB41-4BF2-9C19-F8B1441AD4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47E442-AA7A-48A0-BC94-372E1AA728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6FF94E-0212-4F0D-8D9A-254C83E6B9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4E2414-782A-4594-9277-1F4C5158D1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A5C56-C693-4AD1-9164-DC89026C50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C0ED93-BFB0-40A5-A945-C8A069BFA5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F5838-A461-4E8F-9301-96382CCC38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2FC6D7-D802-49DD-9562-47070ED8B0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C4D8D-AB6A-4F99-8C45-0DFEC95AA1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A6527-A1A5-49A8-8B00-B21F9765CE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4F8785-D165-4A76-BA1C-9B6E095855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C0293-D5CE-4585-8A54-B582FECB51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1C662A-E831-477F-8A55-2394BAB929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B5BD4-2891-4B21-B8B4-7391EC534A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A09CB1-BF0F-461A-8383-2716799F2F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273D5-87CA-4899-A256-BC11C614A9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D806EC-81B3-44E9-A92D-2CFCB25152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F40473-CD0C-4316-93BE-2B0DF849BC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7C24BA-4A0A-4A3E-A6DB-431281E206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ACEDF-C796-4F1A-A691-2E9DB467A5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E12D20-8764-4BF1-B574-8722263B7C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3910FD-DD38-40F6-9E6F-D960E96DD5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FA7CE0-20A5-4EA0-B433-6D6DE38115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D5EEC5-D3A2-4A41-9434-90C1FDF0510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press of the button should activate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able to find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into AVAILABILITY of 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47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Main chip used is a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“TA11835”, these are standard and used in most remote controls.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Battery options: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Standard AA,AAA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Dynamo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Solar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Kinetic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076720" y="1413000"/>
            <a:ext cx="3810240" cy="280800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Most remotes use a silicon board with rubberised buttons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When the button is pressed it sends a unique code to the chip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This code is processed then output by the chip and sent via the IR LED to the TV.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651640" y="1700280"/>
            <a:ext cx="2876400" cy="27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conserve battery life the remote should be in a ‘standby’ mode while not being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 Material?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Designs?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Rubber buttons, LCD,  Bare??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2005-01-19T20:15:16Z</dcterms:modified>
  <cp:revision>11</cp:revision>
  <dc:subject/>
  <dc:title>PowerPoint Presentation</dc:title>
</cp:coreProperties>
</file>