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9935AD-57E3-4602-803E-40D9F2B5D1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2F0FC7-478E-4934-B8FB-4E15CA0DE3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1987CC-F8B8-46E0-9B84-F52370F41E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642746-F26C-42C6-812A-0764F0B6DC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B3F613-226C-498B-AFEB-74E8547E4C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46FB4A-BFB7-4AE4-922E-562900B615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D9F2D1-A8ED-4B7B-A320-001BA02242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467886-D076-4CE8-82D0-900E95255D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81BD23-44BC-4CFE-B18E-44BF919CBB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E670AD-4C3B-44A2-989E-074A42D727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6D0D57-C001-44FF-8B1D-863E73BE267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654539-9835-432C-871C-4A2415D7642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A4049C-0408-4DF4-865C-AB5D3B1C6D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38D1B8-F94A-40AD-B9F0-402B5D7DD9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695533-91FD-4CDC-BADB-2F0DA01026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CC5789-509E-4E30-96DB-8DEF279787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DE78DA-947D-4674-B374-C3F4A2727A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911461-3FB5-4062-9527-A934E5F9F2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49F16E-C793-4E46-8923-04CDED2A8F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FCBB83-9D7A-495F-B6FE-C7F3E269BD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8722E3-D14C-4DA3-A5DC-7A991577AD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0DEF05-68EA-4857-B14D-235CA9808A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73BE60-EE10-46C0-B0FC-17875873922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7CD9BD-A5B3-44D2-AD1E-2046AB22EE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7A332D-3873-4D83-B474-0A5D06F5842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12B5199-2DAA-4CCB-9C09-8D5D12FD468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