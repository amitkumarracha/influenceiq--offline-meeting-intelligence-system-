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3BB4E3-31ED-48F0-98AC-38E2640C52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5DAC6A-CB1A-43A5-B154-92B8C62976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8139FB-B5FE-4D8D-B2F1-9E65C9BDC9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FF0E9E-7336-47C0-8741-E2D8D20832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CF4B86-B8ED-49FF-A6DF-4097B52E2A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13A8F3-9FE2-478D-9B98-BD58361454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D1860B-D405-452A-8D3F-8F481005D9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8330A1-EF38-49DB-AA50-3B0EBC3064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B0B25C-4505-40E1-B620-FF266B3A45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EB39D1-28DC-4498-91EB-1FFA836102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D5885A-7EF4-454B-8211-E15E7CF339F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F89F97-2F04-4CAF-8A28-DB485991CE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F446E3-0506-4B1D-B952-EA2CDAB4A7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1D9254-E90A-478C-AE5C-FEEF621178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35F9C7-616A-4CC6-9B7A-D92D835D77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56B027-0838-40A8-8FCC-DC5866278B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36CC82-A3CF-41E4-83EE-88EE2078A7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B62BC8-03F3-4A94-B3B6-582CC4AFA9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39F92A-9478-4DD4-A11D-2CEF927E56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B3D8B8-9E20-492D-A876-79AEE962CD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327D8D-C734-4C71-8BC7-2C732073A3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0C8EA7-7F03-4853-AA11-A4069CF798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EA1CAF-BB4D-4AAC-BD2D-6FB8A0E7DB8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6EEA38-1D12-4248-979D-1F1C2579C4D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84AC16-4E63-4802-B555-480FF4F75EA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7E971C-7AF1-4CE9-918F-AD4379CC462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work; </a:t>
            </a:r>
            <a:r>
              <a:rPr b="0" i="1" lang="en-IN" sz="2400" spc="-1" strike="noStrike">
                <a:solidFill>
                  <a:srgbClr val="ffffff"/>
                </a:solidFill>
                <a:latin typeface="Tahoma"/>
              </a:rPr>
              <a:t>needs, effects and works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2005-01-19T17:23:27Z</dcterms:modified>
  <cp:revision>33</cp:revision>
  <dc:subject/>
  <dc:title>PowerPoint Presentation</dc:title>
</cp:coreProperties>
</file>