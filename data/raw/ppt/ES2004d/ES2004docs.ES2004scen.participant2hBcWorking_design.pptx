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631046-FC71-450D-B137-010A5D0E38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6A6DC0-0379-4A74-97A6-0ADFB78F54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865BC5-BD4B-428F-83DF-4A33BE87B0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587822-24FE-4F84-A5BF-B297AA985E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3A727C-117C-4034-B037-48FCF282E2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472C34-C886-4B48-B328-8486689FD6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5511C3-CC1D-4B0F-85B5-B660FC406F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3684EB-9E15-40DA-9F83-6850FCA4D1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226B09-A2FE-4771-AFAA-6912A3BBEB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DA14B1-2388-4780-9BAA-F17FA39E54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3BE67D-61C9-46B8-8616-4476A841AC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13750E-2A20-47F3-B764-0B9B067925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A87235-0CC8-45D7-9029-C8A25D107C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FA8369-7FB2-4012-95A8-CDD599F141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92821A-6458-4676-A8B3-7807864084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E28DAA-9C8A-4976-818D-CEB6ECF995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3B23F3-6DE2-447A-9CEC-94E7DB9789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58F11C-F1BF-4FF4-9D79-4160132248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426AC1-4ED7-4408-9F48-BDE21F6949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CF747F-2A5E-42CF-BC81-A3051E42DB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329526-5C60-45C6-B7A2-F45D9DA485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E7D08E-6DDE-4D43-92C7-039F69326D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8DE262-00BA-4F19-A9A1-C0D0D2614A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197685-1D95-4BE0-97D7-A93945BD9C2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96EDAD-5577-4D43-B1F2-BF2F9EA42A5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E3BBEC3-2863-455D-B43F-8FCEA64CC84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William Cooke, Industrial Designer Extraordinaire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are we trying to design?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-A device which sends a signal to a TV to change its state, (e.g. power button changes on/off and vice versa)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what other people have designed and take inspiration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Make sure that the new design is original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remote controls use infrared to send signals to a TV.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are powered by some form of battery.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Small easy to carry round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Internal: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 – Batteries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Chips – To decode the input to IR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Sender – IR Bulb, Wireless range up to 5m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External: Plastic based,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UI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46836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1476360" y="2924280"/>
            <a:ext cx="673200" cy="664920"/>
            <a:chOff x="1476360" y="2924280"/>
            <a:chExt cx="673200" cy="664920"/>
          </a:xfrm>
        </p:grpSpPr>
        <p:sp>
          <p:nvSpPr>
            <p:cNvPr id="126" name=""/>
            <p:cNvSpPr/>
            <p:nvPr/>
          </p:nvSpPr>
          <p:spPr>
            <a:xfrm>
              <a:off x="1727280" y="2924280"/>
              <a:ext cx="12600" cy="6649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916280" y="3074760"/>
              <a:ext cx="12600" cy="374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1476360" y="326844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914840" y="325404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0" name=""/>
          <p:cNvSpPr/>
          <p:nvPr/>
        </p:nvSpPr>
        <p:spPr>
          <a:xfrm>
            <a:off x="3203640" y="3573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1476360" y="3284640"/>
            <a:ext cx="0" cy="14396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1476360" y="3933720"/>
            <a:ext cx="17272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3132000" y="450864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000" spc="-1" strike="noStrike">
                <a:solidFill>
                  <a:srgbClr val="000000"/>
                </a:solidFill>
                <a:latin typeface="Arial"/>
              </a:rPr>
              <a:t>UI Interface</a:t>
            </a:r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3276720" y="263700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6732720" y="26370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000" spc="-1" strike="noStrike">
                <a:solidFill>
                  <a:srgbClr val="000000"/>
                </a:solidFill>
                <a:latin typeface="Arial"/>
              </a:rPr>
              <a:t>TV Receiver</a:t>
            </a:r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596360" y="2997360"/>
            <a:ext cx="720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>
            <a:off x="1476360" y="4724280"/>
            <a:ext cx="16556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 flipV="1">
            <a:off x="3564000" y="4149360"/>
            <a:ext cx="0" cy="3589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"/>
          <p:cNvSpPr/>
          <p:nvPr/>
        </p:nvSpPr>
        <p:spPr>
          <a:xfrm flipV="1">
            <a:off x="3564000" y="3212640"/>
            <a:ext cx="0" cy="360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"/>
          <p:cNvSpPr/>
          <p:nvPr/>
        </p:nvSpPr>
        <p:spPr>
          <a:xfrm flipV="1">
            <a:off x="2124000" y="3068640"/>
            <a:ext cx="1152720" cy="216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"/>
          <p:cNvSpPr/>
          <p:nvPr/>
        </p:nvSpPr>
        <p:spPr>
          <a:xfrm>
            <a:off x="3924360" y="2997360"/>
            <a:ext cx="273528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"/>
          <p:cNvSpPr/>
          <p:nvPr/>
        </p:nvSpPr>
        <p:spPr>
          <a:xfrm>
            <a:off x="4500720" y="2565360"/>
            <a:ext cx="1295280" cy="246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000" spc="-1" strike="noStrike">
                <a:solidFill>
                  <a:srgbClr val="000000"/>
                </a:solidFill>
                <a:latin typeface="Arial"/>
              </a:rPr>
              <a:t>IR-Data</a:t>
            </a:r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Available to a wide audience, cost low.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be different enough to get a good consumer base.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Small, easy to lose?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2005-01-19T18:08:32Z</dcterms:modified>
  <cp:revision>14</cp:revision>
  <dc:subject/>
  <dc:title>PowerPoint Presentation</dc:title>
</cp:coreProperties>
</file>