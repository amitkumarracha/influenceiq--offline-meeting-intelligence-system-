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5E67C5-D3A5-4034-B8F9-C8A3FED5DF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A4927D-7E2F-4F54-8400-1C29A6FE9E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ECC024-3E20-4B31-95E8-E494C150E3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CE5664-CF59-4EAE-865A-7059006753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C888F7-F8CF-4346-BC35-49F95E1359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116082-17BC-4781-9F32-38FA941883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083239-9059-43F1-AB46-2B65562798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6D56A-C6B0-426E-8937-3943302823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4EE2A3-00A4-4BA3-BB52-65173834F5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B2DE47-56A3-46A4-B863-25CEFA152A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8273EA-ED5A-4B06-A3F1-5802CD483D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FEDDCE-C73A-4C95-8542-FD3C587E51F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F73B6A-D742-442E-BB8F-48A2E2D709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01091C-022E-4F2B-97DE-38A0C3D0953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46B8AA-3BA1-4316-B878-F95CCCE94C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699DFF-195F-47E2-A137-55290A37EE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AA62C1-F8ED-428C-B81A-8474575258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CEF41F-B11E-4270-B37E-699A5195F2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9A439B-8D48-40CA-B565-C76EA695D3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200854-C1B1-4436-B0E4-003E324A4B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6DEE48-6636-4129-B17A-D852286899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D54782F-94A9-4010-B82A-41868D0D22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4F609E-7265-41AE-A54B-A3AF6AFFA85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0984CF-784F-4CBA-BCDE-477C07BBCCE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273807-EC7C-4F97-BB81-6F2EA77658E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104F05E-0B05-47BF-A845-4D77018C72DD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Administrator</cp:lastModifiedBy>
  <dcterms:modified xsi:type="dcterms:W3CDTF">2004-09-07T15:40:33Z</dcterms:modified>
  <cp:revision>7</cp:revision>
  <dc:subject/>
  <dc:title>PowerPoint Presentation</dc:title>
</cp:coreProperties>
</file>