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E43C7C-F7D3-4F55-9F0F-394A6EA8A71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E87207-1031-4AAB-98DC-5989551B914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33569D-42F6-4E05-8BF5-8A37DDDD1C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C3FC08-6F3E-4B96-94D0-6B2C9A740F0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128FEE-24C6-48F7-8658-B4DF28D6B90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3558AF-228A-4B70-89CB-88D39143684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9222BC-D26A-4E84-849A-1F75E3D7CC8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A88824-1C79-461C-AED9-B5878BB6CBF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1F159A-33A6-46B5-80F2-C0CE44C5D44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961049-4FE7-48C4-B0A0-04834B110A9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C606DB-8E4C-455A-BAAD-A15E922D1F0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B693C8-EB8C-404D-BF5B-7EADA2026D7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AACFC5-BDBA-441B-8461-CB24724EE64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2C21EA-EEAB-4CDE-B828-5726BEACEA2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644739-FF60-472B-8F55-55C1560D90B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638584-8A60-478F-90B2-EC7C537AC9E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72AE61-7696-46BC-AFAD-69AF1E6EFA3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4218F4-5B9E-4F4F-85D4-0BDA9B28192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7DEDC9-E2EF-4B62-B0AB-97ACCFA37CF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4540BE-37C3-469B-8A84-C35E780EFF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8E3AD1-2942-46DC-98F0-1D3B0738D00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8F2BC5-8559-4113-9314-030E792986E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3DD87E-1302-4D07-8703-4884610692B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723866-FF2B-4014-B30E-FD47D377738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2B85F54-F107-4448-A9C3-541CE785F02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E87955E-7A51-45EC-A8AF-00CFC47E54A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&lt;your name&gt;,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&lt;Explain your working method&gt;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2004-11-04T20:57:57Z</dcterms:modified>
  <cp:revision>8</cp:revision>
  <dc:subject/>
  <dc:title>PowerPoint Presentation</dc:title>
</cp:coreProperties>
</file>