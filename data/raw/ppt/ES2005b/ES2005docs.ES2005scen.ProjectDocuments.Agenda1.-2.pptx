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78952A-6C9B-4E24-BE45-F27368B3F5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923ADC-F654-4D12-A946-D9ECC3C3F0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A56E26-1E4D-4D2A-8154-C617746385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460332-D481-4AC6-A907-23CE1B41C5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2C406F-59B3-44A9-ADE8-E8AC5F80AF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71667B-0C73-4063-A92C-87085C1C47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AD653A-A8CA-485A-89CD-26C5EFD3C4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578EBF-9EAD-4EA0-9BF3-B825CFCB64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245A51-377C-4FD1-8157-E7AECD1E36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2F38F8-11E2-4A57-A009-F90D6195AF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8074A5-60C2-4429-9199-23173BF7F1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9C5F00-43EC-427A-8259-52A93639001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361C14-B19D-4A90-9FC2-2DF461ECC7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9FEB90-04C0-4902-A998-8F7B18C849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6507C2-2AEF-42DE-8B67-5EFD15E9FF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3CF461-684C-46B3-8796-46C0A42827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6C60E2-6F14-4246-91B3-9CE6C066A5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92D558-E6EB-4581-8756-5494AEF4BD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CB812E-9A99-4B1C-B308-8994114E97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5F14CD-B14C-4853-BEC8-E72667DBC2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333C9F-F37A-4144-B6AF-514974CD32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52B113-76A3-4D82-979C-81CC3E81AE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52B56F-461B-40A8-9B13-5D7224E02B3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8928C4-C089-4814-A45E-CEC64D85EAC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3451D2-8C12-4CAB-B75B-5DB3228E677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D4AF96-8C95-4394-86A3-57EFB212052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 Brian 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2005-01-26T18:09:44Z</dcterms:modified>
  <cp:revision>20</cp:revision>
  <dc:subject/>
  <dc:title>PowerPoint Presentation</dc:title>
</cp:coreProperties>
</file>