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D0C38E-D293-4FEA-B4B3-471CA0A02C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1AD984-1EA6-4DB2-9010-68054598AB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F829A1-FE02-4135-ADC4-AC8D99B62D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DD0007-7004-4E8E-A101-8A5AD72FB0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625536-FC77-47CD-BE05-1047209278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181C1B-6288-4A05-A02A-F1E30D969B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43077A-AD32-4BA3-8885-6586E0D412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37A705-D42A-43FE-A1AE-8E77C6AD00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1EB660-FA39-4FCA-8D8F-B2CC7CE463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397A89-EFD0-4445-B08F-DD360A0AA0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CB2C8D-C066-4D1F-9DE6-165CA929E9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8E498-3C47-4B58-92B5-C625ECC0502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55BEF9-52D0-4763-9D1D-890E1AF4A5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F5DF41-5913-4B4A-949B-3B4CCE8D45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DD7701-DEEC-4DC5-A398-92ABDB8E6C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2C9EEB-DE8D-47AD-BFE9-8F6C970B3B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89505C-D624-4100-982C-6D87DA6BCC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B63460-E882-4ABE-8380-6CFE04C092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49BF8C-CBA4-453D-888B-0C0729D126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7364F6-D433-405A-B8AC-52559162D7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99498D-5CEC-4053-9147-BB7DE967F6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15028D-AAD1-481D-89DC-F2E3FA0C02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F2F552-BB1D-489F-9A6C-1A96D74E92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D034BE-CEFD-4A74-9E16-AB41E93468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E519B0-DB96-4DCC-91E0-EA19944AA5D7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0FFCB0-119A-45C2-9E6C-7C3E8172D33B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2005-01-26T20:16:39Z</dcterms:modified>
  <cp:revision>14</cp:revision>
  <dc:subject/>
  <dc:title>PowerPoint Presentation</dc:title>
</cp:coreProperties>
</file>