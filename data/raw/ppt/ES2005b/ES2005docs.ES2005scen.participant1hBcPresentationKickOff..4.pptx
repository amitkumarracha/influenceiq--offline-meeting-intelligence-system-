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95E71D-BA88-4912-A025-E45444AFDC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83E864-33C0-4F97-B80B-819B4968B40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2FEEBB0-8ED8-4A6C-AF20-0B3B6154FB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B90775-CBC3-400C-A37B-4DD25651198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2561CF-1310-4345-8D3F-0B30A2B867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A2A87E-4588-456C-9731-4566A09E63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4455E-E389-4BC1-BB8F-FD688E4DFE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9C97B9-69DE-4E8E-8605-05CA04C3D4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10FF40-1DC3-49EF-803A-898BBFC88C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7909CB-BB7B-482D-AD92-EDE79E6627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34FBF3-F3CB-4104-A6F0-CEE5D7903D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5C48D-C37B-4576-8A96-E932D165A1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D04903-6A64-45E3-82B5-339333D12E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A3DAB97-26E3-42EF-BA9D-7256B419AB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FBFFD3-8400-401D-BEFE-D598AD24111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3CA3A1-36F5-4A06-BEB9-7A086C2F867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54A7969-5B52-490B-93D7-256058EC23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1F8A5C-60D6-4FA1-A85C-4536DCD8FB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94CC60-6D97-4B10-A61B-ABD0BB0435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038E44A-D6E2-45DC-B147-5BEEF0177E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EEBB66-C0E9-474C-AB45-B82C82557CC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C47E42-AE2C-4151-A8B9-11F1BE48E3D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DA8394-694D-4548-8D55-7889B875B1A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31D40F-30CF-4493-804D-A1A0596B0C3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A8B0282-C4D8-453B-8751-AF36FD8A679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079691C-2DFF-423C-A692-4E80DBF1F317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2004-11-11T21:00:38Z</dcterms:modified>
  <cp:revision>32</cp:revision>
  <dc:subject/>
  <dc:title>PowerPoint Presentation</dc:title>
</cp:coreProperties>
</file>