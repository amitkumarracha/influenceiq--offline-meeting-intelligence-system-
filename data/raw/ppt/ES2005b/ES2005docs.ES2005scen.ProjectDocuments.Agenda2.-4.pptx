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28A9E-5517-46B1-89D8-7F84977BC5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393D5-EE01-4B08-ABA4-C799FEC191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0D41D3-AFA9-4DE1-B8B5-2409D7BC45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66551C-2BFA-45DF-8930-770E177045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8F600E-3A79-4B88-84A1-3720B96175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62EC4-459F-456B-821C-3627E11D30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08707B-CC20-423C-9CFE-1580F7CBC0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34D1AA-D5E0-445E-9316-3668587FF7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00D1B-7673-411F-BC27-4489C3F0A1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34CB58-425A-49CF-B1B8-BFAE6DA800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2C322C-3FC4-476C-9F4E-80B9FBA665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8160A9-E946-48A3-A090-0DF6A83234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6FD7F9-3F54-495A-96C2-39C193F70E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50185F-B749-4101-A5C5-6F81C08FE3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7CF8CD-9254-4B93-870A-CBE0F8325A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196CD1-0DB2-4D60-AA95-8ADFE4BFCC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99F282-993E-4E09-9F89-F5B7067190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283300-A5B8-410C-BC2F-71F7440B7E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DE6965-431A-4B01-9C9B-84F0A122B8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85EF98-2826-4982-9DB8-AC2C0B6BC7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EA5FC9-777C-48DD-B761-A46F63C7E7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98A238-154F-4BBB-8266-1E753EDA6A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D24354-A4A4-47F4-B519-A3DCAE2242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C2289D-7377-4194-8966-7EFAF83E50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2BF0FA-3719-4CC8-9484-36AC5E565AB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E1BFB3-735C-4186-A6A2-6F9F47DC34A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2005-01-26T20:25:37Z</dcterms:modified>
  <cp:revision>20</cp:revision>
  <dc:subject/>
  <dc:title>PowerPoint Presentation</dc:title>
</cp:coreProperties>
</file>