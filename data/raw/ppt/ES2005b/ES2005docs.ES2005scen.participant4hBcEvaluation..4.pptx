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DA53F-42DF-403E-A8F4-0732837CDE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545502-C396-49F4-AF2F-36941924CE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FEEDF0-4F68-48E0-A1FE-E24F81DBC6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7D5EB5-A5EF-43B1-9C87-AE82D92104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9673D-00D7-4AC8-B1FF-FF1AC8AB30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F87FEC-386E-4A7B-98B0-5425747B3C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E4D9E3-18CC-4DFF-A6B3-83F708A33B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E2F8F7-9440-4380-9C82-2895507E48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BDA078-F8C6-41C8-90DE-A4186BE71F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030968-08E6-4897-B459-20A4F49F07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814B77-1855-4D74-842F-AA704930F7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50B7CE-E674-4F30-8F2B-5037A3DB16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906E7B-DF82-4F2D-BB4C-D4812FD030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B40BD0-F477-4431-9BA2-A90BAF2218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FBBEDE-1BE9-47CC-943A-8052E00ED7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F44C80-A9CF-4ECE-9EAA-8AC68CE39F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B3BEEC-955A-4A47-B84E-3F59B0AED9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60A8AD-8B30-4BA0-8DC6-F1D3C070EF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983B29-6F33-48E3-99E6-CABB0F1C80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534658-0078-4BA2-9DDC-55A5E62A1E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95ED74-FA05-4A0C-9B9E-5FACD11F43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3FFCAF-308F-4103-8ADF-CFFB626830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AA10D9-BA6E-406C-A30F-9237C4E00B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73D703-7D64-4A0B-837B-15E6468C8B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C4D61A-4E5C-4594-981D-FEEFF475315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1B862D-6FE9-447D-8F06-A8039C06D7F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2004-11-11T20:46:00Z</dcterms:modified>
  <cp:revision>11</cp:revision>
  <dc:subject/>
  <dc:title>PowerPoint Presentation</dc:title>
</cp:coreProperties>
</file>