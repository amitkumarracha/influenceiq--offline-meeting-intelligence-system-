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BD689B-D61E-4702-9200-AFD57A5C2E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A3CF01-6E68-48C6-BE9A-7194DDDD39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384F62-6753-4CFA-801D-BCBF9A2EFD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2D4444-B5BB-4BA9-9F5A-98B815DE98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E8BA34-7669-4EEC-BB96-F6B1F08558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A41E61-9C69-4AE8-9915-D412CE9890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3BC0E2-0D94-4E5A-AFDA-1322BE64EC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712A6E-A4A3-42CA-BF66-9F31F8F21B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150B1C-4361-448F-8B0C-E9195756E8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F1B8A2-0210-4A23-A120-72ABFCF4FD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C3E800-10FB-4936-B99A-2820030A32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7D2460-D9BA-468D-90D6-DA19A02FC2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A70E8B-3362-424D-B736-90B5750F7C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E95415-A038-433A-A25B-415BCA6481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70920A-116B-47A0-AB20-429658694A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85F74C-4DEB-409E-9006-9EC141BFD3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5C85FE-A498-4BE1-B943-B25297C483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68B41C-B45B-49A2-9EC4-BFCF6BE032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8FEFBB-4825-42C8-B4AA-F7BF22CBC7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AD7C6F-D6AD-4A2E-B904-95BEB1E893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CC3BB3-E76E-4412-829C-4FCA6B6207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D3ED9D-8081-4E31-95A0-ED1AEB181F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7A2CCE-91F0-48F8-A964-BC7CDC93CD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06F1EB-BC5A-4AD6-AC6B-B7AD68A513F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9A4E2B-37EB-41E4-9F52-C25DFAF0553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FCD97A-95BB-49AB-9E9F-4C24F55BA5D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&lt;your name&gt;,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2004-09-07T15:39:54Z</dcterms:modified>
  <cp:revision>12</cp:revision>
  <dc:subject/>
  <dc:title>PowerPoint Presentation</dc:title>
</cp:coreProperties>
</file>