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jpeg" ContentType="image/jpeg"/>
  <Override PartName="/ppt/media/image3.jpeg" ContentType="image/jpeg"/>
  <Override PartName="/ppt/media/image4.png" ContentType="image/png"/>
  <Override PartName="/ppt/media/image6.png" ContentType="image/png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B0E107-A5D2-4F63-A229-3193F613F3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DC50D2-DC0C-48F5-B280-8ED4DE9E5C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AF49A6-CA74-4872-B3CD-63F3714E6E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139485-FBA2-4FD9-8784-955465C32F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CA1D71-FE7C-4D09-96AA-9CD4F5B5F6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193BC5-0098-4936-B0EC-F0FF6992C5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E25A65-5ED4-44B6-BF7C-054E7F5FA0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AB40DD-5FA1-4A48-9F35-EBE8860B3F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2893E3-835C-40C5-85DA-571A86B91D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965148-276E-4AD5-BA49-2ED5F94B3B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7C2934-5305-4E85-A8C5-B20FDA27EC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782312-061C-4120-8E82-E0E59AA1C44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79F8E9-DEB1-4AF9-959B-8633A69437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D42E16-3FAE-4D3E-A170-B4E205EFF5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8869C5-FF63-4732-8791-F339A0A15E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F6B974-5954-40A9-86EC-F64C5DE799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CAAC24-B931-4FF6-9519-EC5A828709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CDE9C1-964E-4EED-A183-A7EF47DEB5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BB3DE0-11BF-460C-900B-F1665B0E43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E360BE-CB20-4D27-A625-83D87C09B4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342E9A-092C-4B80-A477-6BB4AA601F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559FFA-B4AB-4232-8846-82DDF5B842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CAA993-27EB-4CF4-B511-BD834B9D5F7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2DEACF-C819-40F2-B322-82E9114A395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67E262-7774-468D-B1F3-30B48090BCD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0A258FF-0E5B-4F97-A2BD-D08C065B6D0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684360" y="3886200"/>
            <a:ext cx="777528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Arlo,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input from marketing, UI: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are the basic needs?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novel features can be added?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limitations: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Budget and timeline from The Boss.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Practical limitations – don’t ask me for the impossible!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it!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46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Our company produces an array of high-quality products from which to draw inspiration for this new remote control: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564000" y="3357720"/>
            <a:ext cx="2185920" cy="21859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804000" y="3429000"/>
            <a:ext cx="1932120" cy="218772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395280" y="2997360"/>
            <a:ext cx="2143080" cy="300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4" name=""/>
          <p:cNvGraphicFramePr/>
          <p:nvPr/>
        </p:nvGraphicFramePr>
        <p:xfrm>
          <a:off x="874800" y="1652760"/>
          <a:ext cx="7392960" cy="44193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874800" y="1652760"/>
                    <a:ext cx="7392960" cy="4419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7" name=""/>
          <p:cNvGraphicFramePr/>
          <p:nvPr/>
        </p:nvGraphicFramePr>
        <p:xfrm>
          <a:off x="785880" y="1600200"/>
          <a:ext cx="7570800" cy="45259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8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85880" y="1600200"/>
                    <a:ext cx="7570800" cy="4525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Outer casing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(i.e. buttons)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Other alternatives?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Transmission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4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5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9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20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3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1979640" y="335772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Programmable options: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channels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Preferred volume settings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Requires a small amount of memory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Bells and whistles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 more money, effort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More likely to work poorly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2005-01-26T17:57:19Z</dcterms:modified>
  <cp:revision>13</cp:revision>
  <dc:subject/>
  <dc:title>PowerPoint Presentation</dc:title>
</cp:coreProperties>
</file>