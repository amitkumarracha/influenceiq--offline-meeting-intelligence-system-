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A2989-F3E7-433D-8136-3FF4166D01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88BA99-8EA0-4A21-BDBA-14AF9D2BFC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A779E6-AD10-4B28-BD4F-5DCA539D70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6B98AE-A45A-4BD2-A9CA-D41B8A4501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A6C03B-66A4-47D9-BA47-7643383D03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BA60DA-CF97-461F-8A86-DB00F4996E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1EEE66-8C2F-4994-9135-625FCF73FF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FA0FCF-6EAE-481F-9A30-CB82661915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E2C68D-55BD-4FD2-9B59-80F91E2F3C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01D7F1-0FEC-4B56-B3D3-0159C9DBB1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B1D4A2-E024-4575-92F5-6822EFE98A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BD0E1-A030-4312-93B0-6E87C19323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923458-FEA8-49E4-8D27-A326E780E8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A245F9-CF22-43C0-BD5D-349D9C98CB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29ED74-FF55-4502-88A6-15A4B76B64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75835E-B648-40AF-B16C-CD66DAFF3C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0A0605-704F-4A18-9BB3-9146964676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8DC090-888E-46C0-9C29-09A5B44455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9C78C1-E173-473F-980D-2E51FB09A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41B0C6-8D21-4F93-96C7-EA32669F37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3F73E1-0488-4CD8-9C72-0A0F197992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A46044-D5DE-4BEE-8333-7F48BC869A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6C47A3-13F7-40A2-85C3-BBF7335D27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51E8BD-EB7D-4CA7-A9FB-5E395B8898A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12FFD0-7129-47DA-8766-DF0A48248DF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091632-B696-4B82-85F7-0F6CC10A7C1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2005-01-26T21:21:32Z</dcterms:modified>
  <cp:revision>21</cp:revision>
  <dc:subject/>
  <dc:title>PowerPoint Presentation</dc:title>
</cp:coreProperties>
</file>