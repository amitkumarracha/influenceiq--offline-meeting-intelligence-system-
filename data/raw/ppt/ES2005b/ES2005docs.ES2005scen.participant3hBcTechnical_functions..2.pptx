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AA86A6-A622-48EE-BA58-4C22B0F3A6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341AC7-887F-4DDC-AD29-ADC9C02B48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274BFA-F975-4E59-9E00-4142DE2C51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B25AF5-5D83-45FB-A74E-EFBFB7B620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ADFF80-54EA-465E-9CE4-6E7AB17A18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E30F5A-A56F-4949-A6F4-60707F592F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76A1EA-F424-4A29-B50D-AB1D178B56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5BA0E7-B338-44BC-AE0C-8EF48DBCE9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E61D28-240F-4F6F-B40E-4493007CE2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12B837-35D9-48F3-BF9A-EEB295026E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637029-75C7-41C9-B3E4-7C6D3FDA2C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14A82-D5FE-4052-9208-DAAB86189B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F7ABB6-49C6-43B5-9D3D-8FF955EDFC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93E206-CE31-47BD-A4DE-C4E14BA408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8EE244-63E9-42BE-94FB-8C9C0BB03E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551687-2C67-4B96-A3A3-0519D9A384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E4787B-EAE9-4F0B-B227-204E67E3E2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80B86A-2F63-40EB-AC92-D598AF8D7E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C93816-4232-4378-B3DE-470AE92AD1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B9E356-2CCC-4AE8-9630-99AFB921D4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2E5067-2904-40A5-9AAA-383E670149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A53746-19FD-4AB7-BD33-B41B07D21A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3D151F-7714-46C9-BFCE-AD981064ED7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C33DE9-F026-44F8-B06E-A9789FD5B6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DC2AB5-3941-422B-85A1-314E3B0DF60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AA9AA1-B83F-49EA-A13E-317209CE2D0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Helen,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designs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people like and dislike about certain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Search Internet for fashions/trends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Ergonomics research- e.g. comfortable sizes shapes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 of the basic remote: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‘to send messages to the television set’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These functions need to be included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Effect they need to have is to e.g. turn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Current leading remotes are very boring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Something good to hold: tactile, not too ‘edgy’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Simple designs: easy to use, 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Size: hand held and portable. See TFT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functions: e.g. for t.v. and c.d. player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Gimmick: glow-in the dark/easy-finder/rechargeable…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2005-01-26T17:57:25Z</dcterms:modified>
  <cp:revision>9</cp:revision>
  <dc:subject/>
  <dc:title>PowerPoint Presentation</dc:title>
</cp:coreProperties>
</file>