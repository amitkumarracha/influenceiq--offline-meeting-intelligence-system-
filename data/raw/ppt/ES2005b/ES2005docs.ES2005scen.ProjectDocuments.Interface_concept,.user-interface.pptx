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B73CFB-9FF4-48A7-BD2F-1303560120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C289C1-DD84-43BA-A319-741199B25D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A6ED40-4DE8-4442-A6B2-2FF2123E3A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567191-4B29-4D46-9DF7-9C2756CFA9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F6DBA3-B9DE-44B8-A3DB-4A65980C58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297A8A-B4D3-498F-B4B6-F030EDC80F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9F2BD3-BCF6-48D0-8573-3EE64118DF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5E22A2-421C-4BD5-84D2-1693472E23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94D03D-0F6E-4246-AB65-3527905DC6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DFB83A-35DE-459F-8608-C40D2DB109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4AC832-136B-4CB0-8D0F-83268C1ED2E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666DF0-218C-4198-97E1-91E94395FED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7D3016-4105-4B50-9756-3582BACB62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8A91D2-8651-4398-8871-05839A1F31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58B0D3-D881-46AA-B30F-D91093ED52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9A400C-AD4C-4272-8B9E-2C4C34D721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E028ED-6B50-4497-BF5A-68C6D78A16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EF8AF6-673A-474C-8587-DDE530AABB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40616C-6DB7-4750-8CEA-EB71A680B8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AF1A8D-AC5C-4014-9DCC-CB4238CBDA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0AEDE8-1C64-4400-90F1-9F4F94F62F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2D0338-9604-4509-AF12-180D60B3EEC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202099-5B2A-4034-AE58-0B3602F432C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629DB8-37F6-44D9-9CDF-5854186EC5E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0570580-DE14-46D0-AEF8-CFA977E50DA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DAAFFAE-10FB-4D61-8F04-76B6C54F622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Existing designs: their designs, why are they like that? good/bad features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do we need from the remote: easy-to-use buttons, layout of buttons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remotes use graphical user interface; pictures as output, pointing device. Inconsistent layout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New remotes: voice recognition, LCD displays (e.g. music download devices), mouse-like, child-friendly, over-sized,#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Need to combine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New speech recognition software!!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Raised symbols, makes remote easy to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LCD- fancy, looks smart; too complicated?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Over-sized- gimmick, would it sell?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Child-friendly- great idea, good shape; easy to use?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Mouse-like- what do the scrolls work for?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2005-01-26T19:31:20Z</dcterms:modified>
  <cp:revision>9</cp:revision>
  <dc:subject/>
  <dc:title>PowerPoint Presentation</dc:title>
</cp:coreProperties>
</file>