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F9D8AC-8A8A-4995-86BD-A7F28F0200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6B388-A86E-468D-A0A7-97085C60E3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A3C39D-71DE-4B38-8C8B-8256EDBA83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650BC6-B50F-4E35-8D8D-23AC0D26B3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DF2F2-1EB6-4ED7-B125-0BB7951B08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BF3BBD-D372-47B9-B502-77BBF80871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2A6A4-4B9E-4650-8FBC-A359B85819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701645-BF1A-4C32-B4EB-EB82603342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83D9DE-09F6-4F45-8D30-8D4A759596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D0E747-FB02-48BB-8658-2ADA670C2B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6470EB-E7D3-4928-80CA-32AC4EA5BFD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576C7F-0C29-4216-863F-AAC8D281B7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1CA4BB-1F39-4A56-ABE8-86C89A8DD2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3429FC-8A6C-43AC-BE26-9DDAB9F10B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7E456D-E581-4D5D-A854-67D0F795E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192B8B-828B-44EB-B9ED-188E8D8D2E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F9D5CA-FC5F-4A19-A612-A17A522F5A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CB3DB7-F5AB-4DAC-885C-A93E513249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5E40F4-68DE-4532-B6E3-88D301EEE7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1BB6AB-CC1C-471C-A216-2D3A02D099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9CE982-1ADB-48D4-A4E1-8F9D9AE2A2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CAA56E-1F52-4C01-B641-0D5E92E486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15517-24BB-462D-B7CB-FE9093A5CB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A4C94D-7105-403A-B0AB-711CB5AE20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2C18AB-3DB3-47E7-A09C-FC155E9DD71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7CE4C7-C51F-4D62-BAA7-89546772BD6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