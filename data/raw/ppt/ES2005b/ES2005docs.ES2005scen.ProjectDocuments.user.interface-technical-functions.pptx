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D3C9F0-0824-4B43-B3C7-0C579C2EA9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830B5A-B1D5-4F07-9A81-37BB651AA4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B9B28D-98EB-41D9-B8B2-592A724AFC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3DB004-387A-4FE0-A661-FAFD9AD785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738BB2-CFCF-4AF7-A320-B9025A9114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3156FB-1027-4A6D-8EBF-3612BBC95E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C4850D-F5C3-4D4F-9C22-5C37D6EC51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D0F498-42E3-4879-BB7F-1027C36919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C1CB6D-2290-490E-B10B-B049C8EFB7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B0E959-CFF1-4E29-B192-B9DBE6B058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E7A9FE-92E2-4A41-9F0E-258DB99F711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73BE0C-2911-4DAD-9AF8-9D6EC96B2A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C6F28A-130F-4DB1-BE30-32B6688499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7CFF84-38BA-431B-B72B-B36ED6FC47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AD051D-09FE-4900-863A-C6F3220018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84C3B1-DA68-420A-BA04-4F57EEBD0E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7BDBC7-0543-49C1-9F11-6AB4534F22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7CFF82-7396-41AB-ACD1-A62B3CAC34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939986-50F3-415E-88FC-5D0BF834C3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A8865F-D55C-49A8-A745-3076EB1B83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8A06DB-B324-4DBB-BA48-4F8C8BE691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BC9582-ADB6-4140-9CD1-C0B003908A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812122-354F-45CA-B268-35518621FFA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3A83CE-B045-4D84-92B3-679D614214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279EE2-97E0-408F-96AC-2FA376CFC0E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501CD6-3E3F-4094-B2C0-251AC71553A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Helen,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designs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people like and dislike about certain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Search Internet for fashions/trends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Ergonomics research- e.g. comfortable sizes shapes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Basic Function of the basic remote: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‘to send messages to the television set’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These functions need to be included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Effect they need to have is to e.g. turn on/off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Current leading remotes are very boring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Something good to hold: tactile, not too ‘edgy’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Simple designs: easy to use, 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Size: hand held and portable. See TFT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Other functions: e.g. for t.v. and c.d. player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Gimmick: glow-in the dark/easy-finder/rechargeable…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2005-01-26T17:58:07Z</dcterms:modified>
  <cp:revision>9</cp:revision>
  <dc:subject/>
  <dc:title>PowerPoint Presentation</dc:title>
</cp:coreProperties>
</file>