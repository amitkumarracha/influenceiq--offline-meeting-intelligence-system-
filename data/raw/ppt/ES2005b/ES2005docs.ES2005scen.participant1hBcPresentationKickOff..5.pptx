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AAF8EB-CBCC-4B3C-925C-B3E671E63F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3A8BE4-82D8-4B67-ABBF-8547A3F8F4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43CC35-5FDC-4617-BFDA-DC90D5E67C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695481-7799-4CC8-8FFB-CE93A40BE75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6BC916-1D93-4436-9514-2AF7A82DCE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E7D9BE-E116-4DB2-A33E-5B880FED34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AF90EA-F0BC-4A9D-A230-FE11B8E8DB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87D7C2-FCD2-47AC-A47F-28C4D46F70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243FF1-A709-4894-B7D7-0560FC4D94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02E209-0FD9-4C5C-BAEE-02BB0B76AF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43C7CB-55AC-4826-A13B-0F28E289FEE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47C903-24D9-47A9-A0CA-B9B0DA7BADC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CDD439-C9EC-459F-8597-F6EF8FE36E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3E3AC3-8B6A-44F9-9018-8679225341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BE3589-B745-4C18-A6FF-856E9EF7C6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1EEDCB-BF64-4549-BBA8-FB647A454C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C3B0A8-DC45-451D-9C02-0D35F82B38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0CFADE-3F73-4005-A606-9AF5660104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518E94-C9B9-4D9E-94C6-075B9BB74A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569AD7-60A7-4882-86C5-0C05B1337D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8394CD-9F05-475C-A6AC-1E5A5FE04E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B08C0F-3649-4FD3-956C-4A5824667C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813518-FE51-4F23-9B37-CFA48B11BEE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2AAA28-F04F-487D-AF97-4F52BC5C974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40BE6BA-8FB6-490A-8DE5-E8068D55AF6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D902DDE-B8DF-4984-991B-BF839FE5609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Brian,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2005-01-26T17:05:08Z</dcterms:modified>
  <cp:revision>33</cp:revision>
  <dc:subject/>
  <dc:title>PowerPoint Presentation</dc:title>
</cp:coreProperties>
</file>