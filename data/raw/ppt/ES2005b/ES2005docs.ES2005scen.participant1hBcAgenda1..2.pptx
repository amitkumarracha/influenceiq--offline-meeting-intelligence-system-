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D8FCD2-6D53-409B-8949-531E4CD4041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FA99A2-E24F-4351-BD2A-E14A1D48749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75250E-EC58-414A-813D-87E78EDBFEB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145DB88-36CA-42CF-B493-3800CF86484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609902-4D83-47B3-9A45-82218DF3E3E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DC0A29F-DB12-4EA7-AA9A-ADE388B3658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1AF95B3-BC87-47B5-ADEE-4E12ACBB74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0D2FE0-0856-4CCC-9FC6-0EC0C9B5C5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25FC57-BC7D-4E30-8AEE-A37D7B196FB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CBF226-8F37-4C4C-882F-3C183D90AF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98703-E29D-4AC5-8062-0B88E108542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99C83F-C656-49BE-B12B-42F0ED59E34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9313BC8-060D-4F3C-B083-4AC9549CF4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B4E384-44AC-433F-838D-67ED9CD2CD0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601B2B-1F7E-4BC1-AE7A-C4295B4B22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D1D4E31-4EF5-4E54-BBE2-508C034BB67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1D7BA77-CA33-4627-B1DE-F9C6A220473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1412AB5-EC89-4B15-891D-5500F0BB17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452B92-889C-4C2C-A4E7-019C84706AF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9E313D-4945-4A20-9843-31B5111D092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CD570DE-A132-4BDE-8697-A645827BC3E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2927399-CB75-4BFB-B49C-917DC776EA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E00CB9-8138-4F7B-89F1-B73D9DBED1E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47F4AE-BBFF-49D5-A979-3CDC456877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FACED2-DACC-4A05-8E41-BE1D2B5E59F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CFEE83C-A798-4BB7-BC96-1922A5E4C15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