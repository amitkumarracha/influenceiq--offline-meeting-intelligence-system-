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FF07EB-36B5-41D6-B010-A3345ED93A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7514B-42C4-4756-B2DB-58ABD97CB1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18A002-CC9E-40C7-9F9C-7D56A7E613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AD2F19-0511-43B2-B43B-2BCACF170E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793339-38F0-4535-9DFD-D6266A995A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C6DA05-5156-4B7D-BB8F-3FBF5F725D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BE73AC-3EB8-4752-BE1A-A80E10C5B1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BCE5A9-B0F5-4173-9166-C2AC68BCE6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BD7F59-1772-4B04-840F-12DB74E707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9B4364-42D1-4348-BA07-962DFE9EB7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748FC2-C2C7-409A-B56B-EC28C18A74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03131E-21D3-41A8-B6EE-372A090A6E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0FD260-0ED2-4E21-88C2-B1FB1FEBEB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DE9637-5FF2-4C4E-87A7-9581117EED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33D7CF-D3F0-48D0-9221-78EF47DE1E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0F9E0A-B86B-4E59-B55C-16FFF2AE2E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178C23-51FC-4BD5-B8CD-B179621099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FB8F6E-CD8E-48C9-9880-EAFAC5F92D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B038DA-60CF-4D57-B354-F71D09C6E8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1CB819-0C47-4B2B-A1B4-1CEC4BB7C2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8A28C5-4EA7-4370-8FC3-D20E159BB2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B229B0-A437-4525-8C69-B0CE7E67A6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F23762-E3AA-4216-9937-4FD94695DF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957B3D-A79B-4D14-91BE-D0B4F63A8D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6452D6-2A43-4DDD-B838-0819E3EC348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664EFE-337C-4239-BEA0-C6EC3F80BE8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2004-09-07T15:41:06Z</dcterms:modified>
  <cp:revision>7</cp:revision>
  <dc:subject/>
  <dc:title>PowerPoint Presentation</dc:title>
</cp:coreProperties>
</file>