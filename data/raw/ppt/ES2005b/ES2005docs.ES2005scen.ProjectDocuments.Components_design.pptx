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417B52C-2F80-4386-9233-093E632C046A}"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1F50B0E-D544-4A86-A470-24233D0714D7}"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1E3A88E-729E-41A6-8218-71D53023E32D}"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61921A2-5CDF-47CC-8706-96E5400415C5}"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7862B02-5C75-4D05-955D-DD7740A31360}"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CDE97A1-0F3E-4D2C-BDB5-745B28C377CF}"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9C3A1EF-690B-4EFD-9F75-D991C605CC4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1199D7E-6C72-4DF7-8EAC-9369164D4FF8}"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11F1559-1D19-4A64-BB0A-6E9FBD65079C}"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93C5D72-1F22-47A9-85E6-C3E2D3EC007B}"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214A3B23-EF28-4B41-8E2C-CD0AB2C3269A}"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26F71BE0-FAAF-42EC-B508-27B81235D073}"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8198276-AC96-446C-B28D-6CACDC14ACFA}"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4088531-7D16-45F5-9D17-B0F72C6DEDEF}"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E4FD254-509A-4AE1-A222-3FAC91B29761}"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24E9B95-365F-429A-B1C7-D09786470A3B}"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057C3A5B-06EE-49F6-BA9B-847F78698689}"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D236C6C2-06DB-4045-A60D-7CE8717128BB}"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59F56D0B-0689-4594-A074-F333356A1EE9}"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0DD0520-9603-4A7E-8FF2-6EA22E507C85}"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09D8D2E0-C848-4BDE-8886-B285CD51FAC0}"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C59BE98-1895-4382-A966-03EFF14A557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4E21CC63-99C4-4201-99B6-98B7837A1B61}"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7B756923-DD39-47BD-AAF0-B34BE8B5E1CE}"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3919C8-C3C1-41C3-A9A8-A3548817622C}"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4947447-446C-4CAC-8453-BA7D431DA906}"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2005-01-26T20:07:41Z</dcterms:modified>
  <cp:revision>11</cp:revision>
  <dc:subject/>
  <dc:title>PowerPoint Presentation</dc:title>
</cp:coreProperties>
</file>