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E30D57-956F-4AB8-ABE2-068922897A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9C68E-9668-4FF1-A4D8-FE8C27AE34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1FFBE8-250F-4D97-B411-05671B7557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5583BC-465C-412C-BF24-AC4C331140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F3E134-E42D-4EEA-BB60-FC81CDFDEE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F2567-A1CB-4AD6-BDCF-BEFECA38F2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E4D4ED-558F-4C7A-B2AA-E9C1304966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EB533B-51F5-40FC-BF59-3EAF5B7167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B22FBC-ED11-4EE7-9A82-F781C6D900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C60D45-E655-45C1-B9B5-6E3B44B5FB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4D91EE-BCC8-440C-BF78-C73342C82A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7C2A3-DB06-4865-A830-6F203B86EB9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860470-C192-44BB-BE56-CCF286E23C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B0B27D-FE58-4BF5-9575-BA1ECD0D45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C3ACF2-6859-45CD-9CF4-DF50880FBD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C06816-0157-443C-A0BD-592EBD016A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C5EF9F-C662-48E0-9DDE-6AE8ACD0D1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E97DA3-3097-49A9-83B3-52AD6A8205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2CDD97-9240-400F-9C4B-457BA61FFB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AEB9AF-2CDB-42F0-A9D2-0B6BC59582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4D531F-23F0-4538-B573-D2D537BA7B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07619C-42ED-4A47-988D-6673B319CD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7C5A3D-2FAB-499B-A351-225BAD996B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5EC15A-70B9-416F-BB09-98D42C452E1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03EAC4-2C38-4674-9154-70652B9B721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A05D99-056B-4EDB-A4BC-51FDEE0537A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(Raj)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Methodology includes not only the recent remote control market survey but has also considered the latest  fashion trends of the market.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Executive Summary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Recent Fashion Update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2005-01-26T20:12:00Z</dcterms:modified>
  <cp:revision>10</cp:revision>
  <dc:subject/>
  <dc:title>PowerPoint Presentation</dc:title>
</cp:coreProperties>
</file>