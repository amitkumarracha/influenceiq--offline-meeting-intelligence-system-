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6209D9-A7BA-4B9B-ABE2-F0C658FF07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604389-848A-46C7-AF03-E2C22EA5D2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91511-C0F7-4042-A5F3-BC80A05F70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882293-5909-4FFB-93BB-7CD7304ABE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85CB11-9BB0-4ABF-ADBE-38288F30EC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FD326E-13DD-444B-834F-3816F00532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6AF8A-EC71-43C3-AC39-BCF5CA6762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20A63-0255-4970-8947-151379F7CF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C0D871-6984-4300-8299-4345FBFB25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832A45-6C9A-4F45-BC4C-2C8A972AAE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785AEE-2E3B-41FE-AE13-B3DD7780CE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7EE04D-1D7E-4A64-9C2A-D37B1BFBF6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D8893C-0620-462C-A813-E393B09C30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5D9497-D4FD-4770-9B32-5EE384A88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D02441-D601-41FB-8358-2C57B3C8E3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13CF48-C031-462F-ABF1-9D2E83F114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77AC6D-6761-4802-BD03-9755F6C632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BA454D-81DA-4343-B9D0-DE18561AFA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57AE72-5B6A-48BE-995D-47822AE65C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2C4C38-0A32-493A-83D6-5B3A2B1A39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B1F453-F7E2-4225-A125-99E4B359BF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94C91E-342E-4BF2-BCA6-25D0BBACA8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2159D-C552-4414-B5F4-963D847433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6172B0-AAD9-4A79-9D8D-47C4009537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8D8352-BF75-4120-BD11-986F186D49B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233241-742C-4733-B9BE-FFC0EC65921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