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A4DFC4-16BD-436C-8FB0-5150910FFB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217929-6501-44DC-A893-56750A6166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08774-6CB2-4C91-92CC-9181A1BBBB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514EDA-298D-4688-9220-0DE2DCE79C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94FF2E-0337-4B58-B8A2-81A33EE507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5D13D8-CB5B-4955-90FB-56291AA2ED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85E66-7401-4572-AFC4-F583721D0D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C93FF-1326-4A65-A783-CD92314BFB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D475EA-311C-4B0C-A8FC-AAD1021880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5B2EFF-50F6-4F49-BCD4-1FEBD5C6B5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EA680C-2D2E-4156-9CFC-2AC5B6B332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FF0C9F-1D32-41FF-A515-AD1A30D83E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6D93B-3635-4060-9530-614408319B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71BF33-5D49-4DDB-BD1B-D8F70AC1C2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F1683D-3435-4C78-AC94-B543C39865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976D05-6A34-4EC7-A044-2F8E9BB85F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F60A9-F689-494E-A101-8E9B8023F8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F62513-6E9E-496B-ADAE-87D42FC60D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76079E-D34F-40EF-8718-8A2E794BF1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7E690D-5FE9-46EC-88BC-8C3A840757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D70ADE-09B4-4FC0-8CE5-E322222E96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E4BD92-AB44-4CCB-BFC6-E1A6117172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3815D4-317E-4CEF-8CC5-1C62C0B2CC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4D85B6-0D54-4C83-8BEE-B087729C6D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0374B4-4ACD-4E84-997D-56EDFBBC65B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0F4641-19FE-4D90-B458-AF771981A05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