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059C2-47AE-461E-B425-7D65ABE8D9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FC4C26-02D9-4EA7-8C58-7F1FB55701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71DC0F-F2DD-4CF9-9699-DF5AE8B617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45CD40-FAAD-4857-AADE-6674A984CE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38C017-6C82-4CA8-B188-031F772FD0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B3EE5B-49C5-46A9-B1C2-E23BB5B385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C83DEA-20D0-447E-AAFF-7404F677E5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4BA6F-9EBC-4ADB-9D2C-60F17D1995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EFB97B-AD9B-4A3F-BF87-A3A8DEF9BE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8A074A-A87B-4567-9C02-45A33DA41F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AC741-A904-45D6-9D87-8A6653E6C4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B6910-CA01-4F05-B31A-1275F31FDC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BF7037-E6F7-4077-B86F-9796A03E5A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920917-9410-43BD-8254-E62385786B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7921BA-4E15-4ED7-AF84-20FC536C13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11FC99-0142-42FE-9C74-AB6BB8A305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D7ADAB-9123-4914-97D3-6B0A2BE3AF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7BC664-6BC3-412F-A22D-534812F4D3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76636A-F296-45A9-AE41-C7CC04245A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D8E5F9-6B6B-455A-B44B-AD9057FC8D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046519-38D0-4460-AA48-AAECAA5574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EEF79D-C5ED-476A-AE9B-6F97E48234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816403-D36F-4420-8E20-B6BDB02E8E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B05C43-3FCD-463E-8F15-7DFBF4CB81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BB6FC0-BF7C-4F1A-8CF3-E30F54C77D0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2FD971-2186-4F63-8BAB-7F13ACC4CE4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 Raj 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Strategy of the company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2005-01-26T21:08:55Z</dcterms:modified>
  <cp:revision>12</cp:revision>
  <dc:subject/>
  <dc:title>PowerPoint Presentation</dc:title>
</cp:coreProperties>
</file>