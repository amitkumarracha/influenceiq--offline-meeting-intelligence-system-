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05A75746-4EE9-414C-A4F0-89E99DC91A9F}"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7DC9B31-1BEC-4A0D-881B-BAC37494A682}"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8B2FA2C-93EA-440D-8FEC-8969C6DEC066}"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E345681-B5D3-4A09-BA6F-74D22CAD3A00}"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279C144-2C6D-4C45-9393-0A2ABFDCDC04}"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A684F783-5CF2-45E0-9B2A-F3AF479A3D7E}"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3618FE4-729A-4A56-8BF8-90F1067B964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D92E2F3-37F9-40AA-93D3-866BFF54BF2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A8738B6-FCAB-4983-86EA-C4DECF86CED1}"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A1DC0E30-521E-413B-A094-4691EADC9C90}"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6E05DD48-2676-429E-8E09-F0C0548C7758}"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08199AE-74B4-4068-8332-2CB908C1D10B}"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9142E25-1012-4647-8F7B-0F38C9CC3FD7}"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B6AE7E40-7751-46E3-941E-9DA37D19284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BA01F32-55F7-4AE0-A4EB-E0A144F287A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7A347B0-9134-4C7A-BAA3-D607CCC5DC47}"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F3D0F4C-4531-48D4-80BC-EA79E13B49D9}"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2A1F4868-A4D8-495E-A26C-DEE8D1F15D01}"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463D3FB-B461-414C-BFA8-F3CA2A7924E3}"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13E1DDA-7705-4476-B9FE-5E2DCDAC125E}"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EE776BFF-1F9E-4344-9665-B398A688D80D}"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11648300-7876-4E70-A108-DEDD0BA9E7E9}"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2F23FBA-ABEF-4BB8-8B2A-415F3A68433C}"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3A68D861-652B-4B48-BA6F-537F1A6A103A}"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7F662EF-E7AB-44C5-8A0E-D5CB7791C160}" type="slidenum">
              <a:rPr b="0" lang="en-IN"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6DE743-5E0D-4155-A72D-732C2CEE045A}" type="slidenum">
              <a:rPr b="0" lang="en-IN"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messenger/ami_dev/InspirationID2.htm" TargetMode="External"/><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Components Design</a:t>
            </a:r>
            <a:endParaRPr b="0" lang="en-IN" sz="4400" spc="-1" strike="noStrike">
              <a:solidFill>
                <a:srgbClr val="ffffff"/>
              </a:solidFill>
              <a:latin typeface="Tahoma"/>
            </a:endParaRPr>
          </a:p>
        </p:txBody>
      </p:sp>
      <p:sp>
        <p:nvSpPr>
          <p:cNvPr id="95" name="PlaceHolder 2"/>
          <p:cNvSpPr>
            <a:spLocks noGrp="1"/>
          </p:cNvSpPr>
          <p:nvPr>
            <p:ph type="subTitle"/>
          </p:nvPr>
        </p:nvSpPr>
        <p:spPr>
          <a:xfrm>
            <a:off x="684360" y="3886200"/>
            <a:ext cx="79200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Arlo, Industrial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Look at pre-existing models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Reuse the essential components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Incorporate new innovations</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Let’s look inside a (simple) remote control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u="sng">
                <a:solidFill>
                  <a:srgbClr val="009999"/>
                </a:solidFill>
                <a:uFillTx/>
                <a:latin typeface="Tahoma"/>
                <a:hlinkClick r:id="rId1"/>
              </a:rPr>
              <a:t>Link</a:t>
            </a:r>
            <a:r>
              <a:rPr b="0" lang="en-US" sz="3200" spc="-1" strike="noStrike">
                <a:solidFill>
                  <a:srgbClr val="ffffff"/>
                </a:solidFill>
                <a:latin typeface="Tahoma"/>
              </a:rPr>
              <a:t> to dissected RC</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Remote control has parts:</a:t>
            </a:r>
            <a:endParaRPr b="0" lang="en-IN" sz="32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Outer casing:</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Board: printed circuits, contact switches</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Processor: integrated circuit (TA11835 chip)</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Amplifier: op-amp transistor</a:t>
            </a:r>
            <a:endParaRPr b="0" lang="en-IN" sz="2800" spc="-1" strike="noStrike">
              <a:solidFill>
                <a:srgbClr val="ffffff"/>
              </a:solidFill>
              <a:latin typeface="Tahoma"/>
            </a:endParaRPr>
          </a:p>
          <a:p>
            <a:pPr lvl="1" marL="7430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ffff"/>
                </a:solidFill>
                <a:latin typeface="Tahoma"/>
              </a:rPr>
              <a:t>Transmitter: Infrared LED bulb</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Our components: casing</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8000"/>
          </a:bodyPr>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Our products can be delivered in different cases. The general case is uncurved (flat). A more original case is single curved or even double curved. </a:t>
            </a:r>
            <a:endParaRPr b="0" lang="en-IN" sz="2800" spc="-1" strike="noStrike">
              <a:solidFill>
                <a:srgbClr val="ffffff"/>
              </a:solidFill>
              <a:latin typeface="Tahoma"/>
            </a:endParaRPr>
          </a:p>
          <a:p>
            <a:pPr marL="343080" indent="-34308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ffffff"/>
                </a:solidFill>
                <a:latin typeface="Tahoma"/>
              </a:rPr>
              <a:t>Furthermore we offer case material supplements, such as plastic, rubber (such as used in anti-RSI stress balls), wood, and titanium (which we also use in our production of space designs). Unfortunately, we can't use the titanium for the double curved cases and latex cases won't allow the use of solar cells as energy source.</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Energy Source</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As energy source we offer a basic battery or, more ingenious, a hand dynamo (like you’d find in 50-year-old torches), a kinetic provision of energy (such as in some modern watches that you shake casually to provide energy), or use of solar cells.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User Interface</a:t>
            </a:r>
            <a:endParaRPr b="0" lang="en-IN" sz="4400" spc="-1" strike="noStrike">
              <a:solidFill>
                <a:srgbClr val="ffffff"/>
              </a:solidFill>
              <a:latin typeface="Tahoma"/>
            </a:endParaRPr>
          </a:p>
        </p:txBody>
      </p:sp>
      <p:sp>
        <p:nvSpPr>
          <p:cNvPr id="105"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Electronics</a:t>
            </a:r>
            <a:endParaRPr b="0" lang="en-IN" sz="4400" spc="-1" strike="noStrike">
              <a:solidFill>
                <a:srgbClr val="ffffff"/>
              </a:solidFill>
              <a:latin typeface="Tahoma"/>
            </a:endParaRPr>
          </a:p>
        </p:txBody>
      </p:sp>
      <p:sp>
        <p:nvSpPr>
          <p:cNvPr id="10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For the interface, we are experts on push buttons. In the last decade we have also developed scroll wheels with optional integrated push button (such as in the modern computer mouse), and liquid crystal displays (LCD). Multiple scroll buttons are possible. Note that, if you use a rubber double curved case, you must use rubber push buttons. </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Chip considerations</a:t>
            </a:r>
            <a:endParaRPr b="0" lang="en-IN" sz="4400" spc="-1" strike="noStrike">
              <a:solidFill>
                <a:srgbClr val="ffffff"/>
              </a:solidFill>
              <a:latin typeface="Tahoma"/>
            </a:endParaRPr>
          </a:p>
        </p:txBody>
      </p:sp>
      <p:sp>
        <p:nvSpPr>
          <p:cNvPr id="10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2000"/>
          </a:bodyPr>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For the electronics, we can use a simple, a regular or an advanced chip on print. The chip on print includes an infrared sender. Furthermore we have just developed a sample sensor/ sample speaker. </a:t>
            </a:r>
            <a:endParaRPr b="0" lang="en-IN" sz="2800" spc="-1" strike="noStrike">
              <a:solidFill>
                <a:srgbClr val="ffffff"/>
              </a:solidFill>
              <a:latin typeface="Tahoma"/>
            </a:endParaRPr>
          </a:p>
          <a:p>
            <a:pPr marL="343080" indent="-34308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Note that a push button requires a simple chip, but a scroll wheel requires minimally a regular chip, which is in a higher price range. The display requires an advanced chip, which in turn is more expensive than the regular chip. </a:t>
            </a:r>
            <a:endParaRPr b="0" lang="en-IN" sz="28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ffffff"/>
                </a:solidFill>
                <a:latin typeface="Tahoma"/>
              </a:rPr>
              <a:t>Speech Recognition</a:t>
            </a:r>
            <a:endParaRPr b="0" lang="en-IN" sz="4400" spc="-1" strike="noStrike">
              <a:solidFill>
                <a:srgbClr val="ffffff"/>
              </a:solidFill>
              <a:latin typeface="Tahoma"/>
            </a:endParaRPr>
          </a:p>
        </p:txBody>
      </p:sp>
      <p:sp>
        <p:nvSpPr>
          <p:cNvPr id="11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6000"/>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microphone (cheap)</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Requires a speech recognition architecture condensed to IC technology.  Tradeoffs involve quality vs. complexity.</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For TV noise cancellation: requires an additional microphone and transmission signal to ASR component.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57</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2005-01-26T20:07:28Z</dcterms:modified>
  <cp:revision>11</cp:revision>
  <dc:subject/>
  <dc:title>PowerPoint Presentation</dc:title>
</cp:coreProperties>
</file>