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C5B10D-13A9-43A6-8490-E88F2A9B25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1C5097-581C-4180-8B6A-2FC9A6D98A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BD74C7-EFAF-4AAB-B769-06BFE6AA4E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AA4281-B0C1-4C5F-AFDB-1619822E1D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308CBA-9E3D-4071-8431-44872119C5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A48F76-62C4-40E0-A3D0-67B21D0BB3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0809FC-F628-40E8-A742-52F2D57D2F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6D728D-CFE7-46A3-9B3B-D9DDFA4091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A1872D-9061-4842-A5BC-700DECB89F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CCD78F-F0EB-4BCE-B568-569C0C18C2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659E15-6BE2-4F20-8E18-B05FCADA634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311F01-7B33-470F-9DAF-95A65345E08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E826D7-2E53-48C1-88AA-F03A25DEC2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8BB369-723E-4DF1-85FE-20421C6FEC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8A845A-36FB-4A26-B752-17C0A37B4A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B7A3D7-1686-45FE-B3EC-6F62BE3DBE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CD2BBA-FD0F-4310-A84E-DA25F6797C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E3E67D-A7F5-4B5B-ADFD-78FF89A007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FCB4CF-D13D-4099-973F-6CA0AD8F7F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4468A5-04F1-47C3-AD2F-E70B2B83FA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2B0E0F-2254-4D50-940E-5E1F20A5E2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9B9AAE-B072-481E-8578-8AC2231AFD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7BFB07-979C-47E1-BB7F-0C2E71FB2C7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C51BA3-44CB-43F1-A181-0AC29F8063D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9AD0CC1-3C1B-4608-A062-EF790D4A5AF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C9A07F-582B-4AEB-B14F-C4E2B124314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UID,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23320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Standard chip for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 study for wheel sensor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 study for standard BP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Standard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TA11835 element for RC coding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 of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off the shelf PCP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 of standard wheel sensor (price)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2004-11-09T18:29:00Z</dcterms:modified>
  <cp:revision>12</cp:revision>
  <dc:subject/>
  <dc:title>PowerPoint Presentation</dc:title>
</cp:coreProperties>
</file>