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A3661E-07CF-4DC3-AF57-120115E735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E5F036-8C93-46EF-AF2B-D2766A5B7F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1912E5-862C-4E37-A607-D5475DB41F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C39448-621C-4AB9-AA14-FF325294FA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B696B1-600A-47EF-8464-20543C6029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38DDBB-D795-4FCC-98F6-BE0F7663DD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F31FA1-96F2-4C51-9BCF-46489F2012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11001F-4023-4B71-8C06-0D187D0D6D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A2CABC-B5BD-4EAD-BAED-03FCA2A74A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B34D3B-7B41-459E-B2A1-21C2C8880B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E214C1-7306-40F6-BAF1-462830ECFF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2F8CC2-E7A9-4E9C-905C-D4901C22E4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78BDE4-F991-49DE-BC01-1DCCC1BBC0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2881EE-50BB-45B1-8BC7-60262EC549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E12466-ECD9-48F6-85C7-BF15FA394E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86B75E-B024-440A-B56F-986D8D69A1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E4F382-98A3-49D0-8DF8-0F83A03745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BBAFC1-E78F-463C-ACF7-27D788D36E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7C6581-351B-4C96-AF4C-4036C10D73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B92682-4F8E-4335-8934-DAC8467E2A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A412E2-3D61-4677-ACCD-234E86A7FF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B74B82-DBD4-4B26-9CFC-51ADB2D7BA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E1901E-5A06-4BBC-9F29-E7639BCE274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7C977B-E696-4BB9-B73A-DAE3F53B73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A4D70C-845E-4847-82C4-C1D43EB5FDE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2206FC-BFEE-4DFB-A422-1BCF40CA9DE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interface: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wheel, previous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digit, protected by plastic cover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Volume up, down, mute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= easy to find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 LCD, Voice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fast development, low cost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components, properties and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user interface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Trend watching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2004-11-09T18:13:28Z</dcterms:modified>
  <cp:revision>20</cp:revision>
  <dc:subject/>
  <dc:title>PowerPoint Presentation</dc:title>
</cp:coreProperties>
</file>