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0C740C-6BC8-438E-8F2F-985CB85444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FC34A2-8B33-4B59-8C98-1DAD980E27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F419B7-1F1E-4386-92BD-9DBDFDD7A3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E77EE-8FCE-4AFD-B19B-B21FF98D6F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21105-1104-4D12-A229-A03F2CB625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1079F-FA7D-49E8-9F0A-5847F15B6E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007CAC-3025-46B6-B9FE-C1EAC0F54E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4BAFFD-36E4-4A8E-93D4-EA2FB6DEEE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509B2-70A2-4FA8-A606-FEA0B3F123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CB1D47-8901-411A-B59C-AC2E0B2F00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114127-6AEF-45C7-92E8-875E6011E3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4E8B0C-6841-4E91-A826-EF82C806C0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821426-57BA-414E-98F7-55EB26BC16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A7B364-733B-4359-94C8-C376D3E1A9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1427B4-A14E-4278-83F2-3C99AC2CC8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3BCB05-0FEE-4C52-873C-172DEE093D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3D3420-28B4-440B-822F-1CFABCB083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197520-D6EA-4BB6-9C21-521F2637A9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7C70FE-5BC0-4C95-ADBE-A2EB3AAA9A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753F01-86CE-4F81-986C-8586D45D50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D035A6-C942-4BF1-A858-860E53D8FE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80D05E-4F90-4708-BA5F-5142F12FEA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3A47A8-9E28-46F7-9976-27B16FAB43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4B4F2C-18F8-48C6-B3E1-B4DDACA229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48FD1E-1CFD-408C-8FA1-1299967619B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399BAE-ECD8-4894-8E30-4958BB15176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