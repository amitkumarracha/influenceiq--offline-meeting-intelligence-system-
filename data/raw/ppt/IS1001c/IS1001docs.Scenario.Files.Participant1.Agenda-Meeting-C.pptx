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680ECD-03FD-4661-851F-FCFEC01830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C1517B-A92F-442D-9BAD-FB492FC512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269ABE-E3AD-4B61-AE1D-65D6D70B1C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3D7D65-EEDA-4F92-8E56-E8EF05EA32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7A8E48-A3C1-4FBB-81B7-7C45183FF2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63699F-678F-463D-8A2D-650E1DE747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91AA8B-6239-47F1-A4F2-F0BEA2CE75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E1D69D-BFE0-49A6-93F5-FE653DCFBE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4CB3FC-0AFA-4A24-A768-92B6180AB8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C3F799-A007-4721-A374-4E1CEE0B70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7ED21A-B16B-4F14-833E-753623209C5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4EA2CA-FEE5-4AA4-889E-482752077AA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9F460C-5F42-4D16-838A-E7E835826E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DED042-172A-4BE2-B90C-83B05F2539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DC8B37-AE53-44C3-BF25-E8F35DAE23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AFC184-0521-439B-87F4-FAA2053E5E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6E0AD8-346D-48FA-8AEF-9732B67FEA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220222-E374-407A-A19D-F24FE856C3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CB06A5-594A-4DE7-8DF4-E5C4B4C91E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BDEF69-E0BD-435C-91CF-B68698EB9F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ACC093-EE5C-4516-B494-9A56D8314A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666003-8DDD-45C5-BCCA-5339D8A31C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BBEDC1-DDD4-429E-8D29-DEF931F1879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DF4C03-5F23-4E2F-A9CD-C34444669B8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0FFB3EF-A868-4C25-A3A3-3F2F8A09733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00A5BAB-70FB-4C28-8394-EDA8FB6BA0B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Simple interface: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Channel wheel, previous channel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Channel digit, protected by plastic cover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Volume up, down, mute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On/off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Lightening = easy to find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 LCD, Voice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fast development, low cost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Presentations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Conceptual specification of components, properties and materials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UID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Conceptual specification of user interface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Trend watching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2004-11-09T18:13:28Z</dcterms:modified>
  <cp:revision>20</cp:revision>
  <dc:subject/>
  <dc:title>PowerPoint Presentation</dc:title>
</cp:coreProperties>
</file>