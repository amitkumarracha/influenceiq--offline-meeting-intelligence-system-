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C6735D-41A0-41DF-96B5-EDE4F50D46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6FC95-F42C-46DC-AA5E-D0BB84F15F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9B8DD-FF8D-48E9-8B2F-90F2C9CB71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55457-ABBA-4E15-9421-4BBDA6EB8C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09252-FC30-43F3-B900-09B0DFC8D6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40B658-0EE9-476C-9E59-423706119B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38D90-675A-4204-8F64-8A13A57756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8720C-5F47-4BA1-9777-22C55E65ED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94850-BE78-44BF-9339-66A1B2678E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534CEF-4ED5-4221-827C-DE4BA1CDC4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1706D-0CF3-46EB-9769-72D71CBDED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065D6-4AB4-40B2-9299-DFE94A17E6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11AE0A-1204-401F-826D-F7CE234F382A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Trend Watching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fancy look-and-feel, instead of the current functional look-and-feel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2.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remote control should be technological innovative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3.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the remote control should be easy-to-use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Market trends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This year,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fruit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will be the most important theme for clothes, shoes, and furniture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In contrast to last year, the feel of material is expected to be 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soft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curved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“</a:t>
            </a: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We put the fashion into electronics”</a:t>
            </a:r>
            <a:r>
              <a:rPr b="1" i="1" lang="en-IN" sz="2800" spc="-1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 so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1.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a fruit design for a fancy look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some soft and curved materials for a fancy feel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Maybe the remote control can spread a fruity smell, to be innovative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Don’t forget: the remote control should be easy-to-use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2004-08-31T17:06:11Z</dcterms:modified>
  <cp:revision>6</cp:revision>
  <dc:subject/>
  <dc:title>PowerPoint Presentation</dc:title>
</cp:coreProperties>
</file>