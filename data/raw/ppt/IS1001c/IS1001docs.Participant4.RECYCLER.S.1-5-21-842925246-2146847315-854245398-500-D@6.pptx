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slideMasters/_rels/slideMaster1.xml.rels" ContentType="application/vnd.openxmlformats-package.relationships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_rels/presentation.xml.rels" ContentType="application/vnd.openxmlformats-package.relationship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_rels/slideLayout12.xml.rels" ContentType="application/vnd.openxmlformats-package.relationships+xml"/>
  <Override PartName="/ppt/slideLayouts/_rels/slideLayout11.xml.rels" ContentType="application/vnd.openxmlformats-package.relationships+xml"/>
  <Override PartName="/ppt/slideLayouts/_rels/slideLayout9.xml.rels" ContentType="application/vnd.openxmlformats-package.relationships+xml"/>
  <Override PartName="/ppt/slideLayouts/_rels/slideLayout10.xml.rels" ContentType="application/vnd.openxmlformats-package.relationships+xml"/>
  <Override PartName="/ppt/slideLayouts/_rels/slideLayout8.xml.rels" ContentType="application/vnd.openxmlformats-package.relationships+xml"/>
  <Override PartName="/ppt/slideLayouts/_rels/slideLayout5.xml.rels" ContentType="application/vnd.openxmlformats-package.relationships+xml"/>
  <Override PartName="/ppt/slideLayouts/_rels/slideLayout7.xml.rels" ContentType="application/vnd.openxmlformats-package.relationships+xml"/>
  <Override PartName="/ppt/slideLayouts/_rels/slideLayout4.xml.rels" ContentType="application/vnd.openxmlformats-package.relationships+xml"/>
  <Override PartName="/ppt/slideLayouts/_rels/slideLayout6.xml.rels" ContentType="application/vnd.openxmlformats-package.relationships+xml"/>
  <Override PartName="/ppt/slideLayouts/_rels/slideLayout3.xml.rels" ContentType="application/vnd.openxmlformats-package.relationships+xml"/>
  <Override PartName="/ppt/slideLayouts/_rels/slideLayout2.xml.rels" ContentType="application/vnd.openxmlformats-package.relationships+xml"/>
  <Override PartName="/ppt/slideLayouts/_rels/slideLayout1.xml.rels" ContentType="application/vnd.openxmlformats-package.relationships+xml"/>
  <Override PartName="/ppt/slideLayouts/slideLayout9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presProps.xml" ContentType="application/vnd.openxmlformats-officedocument.presentationml.presProps+xml"/>
  <Override PartName="/ppt/slides/slide1.xml" ContentType="application/vnd.openxmlformats-officedocument.presentationml.slide+xml"/>
  <Override PartName="/ppt/slides/_rels/slide7.xml.rels" ContentType="application/vnd.openxmlformats-package.relationships+xml"/>
  <Override PartName="/ppt/slides/_rels/slide6.xml.rels" ContentType="application/vnd.openxmlformats-package.relationships+xml"/>
  <Override PartName="/ppt/slides/_rels/slide3.xml.rels" ContentType="application/vnd.openxmlformats-package.relationships+xml"/>
  <Override PartName="/ppt/slides/_rels/slide5.xml.rels" ContentType="application/vnd.openxmlformats-package.relationships+xml"/>
  <Override PartName="/ppt/slides/_rels/slide2.xml.rels" ContentType="application/vnd.openxmlformats-package.relationships+xml"/>
  <Override PartName="/ppt/slides/_rels/slide4.xml.rels" ContentType="application/vnd.openxmlformats-package.relationships+xml"/>
  <Override PartName="/ppt/slides/_rels/slide1.xml.rels" ContentType="application/vnd.openxmlformats-package.relationships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</p:sld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</p:sldIdLst>
  <p:sldSz cx="9144000" cy="6858000"/>
  <p:notesSz cx="6858000" cy="91440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" Target="slides/slide1.xml"/><Relationship Id="rId4" Type="http://schemas.openxmlformats.org/officeDocument/2006/relationships/slide" Target="slides/slide2.xml"/><Relationship Id="rId5" Type="http://schemas.openxmlformats.org/officeDocument/2006/relationships/slide" Target="slides/slide3.xml"/><Relationship Id="rId6" Type="http://schemas.openxmlformats.org/officeDocument/2006/relationships/slide" Target="slides/slide4.xml"/><Relationship Id="rId7" Type="http://schemas.openxmlformats.org/officeDocument/2006/relationships/slide" Target="slides/slide5.xml"/><Relationship Id="rId8" Type="http://schemas.openxmlformats.org/officeDocument/2006/relationships/slide" Target="slides/slide6.xml"/><Relationship Id="rId9" Type="http://schemas.openxmlformats.org/officeDocument/2006/relationships/slide" Target="slides/slide7.xml"/><Relationship Id="rId10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9A8F6C6F-6F9F-4B24-B2ED-8F80C647A5BF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laceHolder 1"/>
          <p:cNvSpPr>
            <a:spLocks noGrp="1"/>
          </p:cNvSpPr>
          <p:nvPr>
            <p:ph type="title"/>
          </p:nvPr>
        </p:nvSpPr>
        <p:spPr>
          <a:xfrm>
            <a:off x="685800" y="609120"/>
            <a:ext cx="77724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" name="PlaceHolder 2"/>
          <p:cNvSpPr>
            <a:spLocks noGrp="1"/>
          </p:cNvSpPr>
          <p:nvPr>
            <p:ph type="subTitle"/>
          </p:nvPr>
        </p:nvSpPr>
        <p:spPr>
          <a:xfrm>
            <a:off x="685800" y="1981080"/>
            <a:ext cx="7772400" cy="411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888B2084-F569-45BE-8C0E-69B8353D2E58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laceHolder 1"/>
          <p:cNvSpPr>
            <a:spLocks noGrp="1"/>
          </p:cNvSpPr>
          <p:nvPr>
            <p:ph type="title"/>
          </p:nvPr>
        </p:nvSpPr>
        <p:spPr>
          <a:xfrm>
            <a:off x="685800" y="609120"/>
            <a:ext cx="77724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8" name="PlaceHolder 2"/>
          <p:cNvSpPr>
            <a:spLocks noGrp="1"/>
          </p:cNvSpPr>
          <p:nvPr>
            <p:ph/>
          </p:nvPr>
        </p:nvSpPr>
        <p:spPr>
          <a:xfrm>
            <a:off x="685800" y="1981080"/>
            <a:ext cx="7772400" cy="41148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4CAC10DC-EC73-46AF-A312-51E657AFEBAA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laceHolder 1"/>
          <p:cNvSpPr>
            <a:spLocks noGrp="1"/>
          </p:cNvSpPr>
          <p:nvPr>
            <p:ph type="title"/>
          </p:nvPr>
        </p:nvSpPr>
        <p:spPr>
          <a:xfrm>
            <a:off x="685800" y="609120"/>
            <a:ext cx="77724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0" name="PlaceHolder 2"/>
          <p:cNvSpPr>
            <a:spLocks noGrp="1"/>
          </p:cNvSpPr>
          <p:nvPr>
            <p:ph/>
          </p:nvPr>
        </p:nvSpPr>
        <p:spPr>
          <a:xfrm>
            <a:off x="685800" y="1981080"/>
            <a:ext cx="3792600" cy="41148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1" name="PlaceHolder 3"/>
          <p:cNvSpPr>
            <a:spLocks noGrp="1"/>
          </p:cNvSpPr>
          <p:nvPr>
            <p:ph/>
          </p:nvPr>
        </p:nvSpPr>
        <p:spPr>
          <a:xfrm>
            <a:off x="4668480" y="1981080"/>
            <a:ext cx="3792600" cy="41148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9387AEB7-EFE3-495B-9F28-CD12A722690D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laceHolder 1"/>
          <p:cNvSpPr>
            <a:spLocks noGrp="1"/>
          </p:cNvSpPr>
          <p:nvPr>
            <p:ph type="title"/>
          </p:nvPr>
        </p:nvSpPr>
        <p:spPr>
          <a:xfrm>
            <a:off x="685800" y="609120"/>
            <a:ext cx="77724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0610AA2D-C6CA-416A-B24A-D077FF0F0126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PlaceHolder 1"/>
          <p:cNvSpPr>
            <a:spLocks noGrp="1"/>
          </p:cNvSpPr>
          <p:nvPr>
            <p:ph type="subTitle"/>
          </p:nvPr>
        </p:nvSpPr>
        <p:spPr>
          <a:xfrm>
            <a:off x="685800" y="609120"/>
            <a:ext cx="7772400" cy="5299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119BB4D4-FA04-4F61-B4CD-5CAF68699F07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PlaceHolder 1"/>
          <p:cNvSpPr>
            <a:spLocks noGrp="1"/>
          </p:cNvSpPr>
          <p:nvPr>
            <p:ph type="title"/>
          </p:nvPr>
        </p:nvSpPr>
        <p:spPr>
          <a:xfrm>
            <a:off x="685800" y="609120"/>
            <a:ext cx="77724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5" name="PlaceHolder 2"/>
          <p:cNvSpPr>
            <a:spLocks noGrp="1"/>
          </p:cNvSpPr>
          <p:nvPr>
            <p:ph/>
          </p:nvPr>
        </p:nvSpPr>
        <p:spPr>
          <a:xfrm>
            <a:off x="685800" y="1981080"/>
            <a:ext cx="3792600" cy="19627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6" name="PlaceHolder 3"/>
          <p:cNvSpPr>
            <a:spLocks noGrp="1"/>
          </p:cNvSpPr>
          <p:nvPr>
            <p:ph/>
          </p:nvPr>
        </p:nvSpPr>
        <p:spPr>
          <a:xfrm>
            <a:off x="4668480" y="1981080"/>
            <a:ext cx="3792600" cy="41148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7" name="PlaceHolder 4"/>
          <p:cNvSpPr>
            <a:spLocks noGrp="1"/>
          </p:cNvSpPr>
          <p:nvPr>
            <p:ph/>
          </p:nvPr>
        </p:nvSpPr>
        <p:spPr>
          <a:xfrm>
            <a:off x="685800" y="4130640"/>
            <a:ext cx="3792600" cy="19627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F2F0879E-7FDB-4373-BA1D-785E6887269D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PlaceHolder 1"/>
          <p:cNvSpPr>
            <a:spLocks noGrp="1"/>
          </p:cNvSpPr>
          <p:nvPr>
            <p:ph type="title"/>
          </p:nvPr>
        </p:nvSpPr>
        <p:spPr>
          <a:xfrm>
            <a:off x="685800" y="609120"/>
            <a:ext cx="77724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9" name="PlaceHolder 2"/>
          <p:cNvSpPr>
            <a:spLocks noGrp="1"/>
          </p:cNvSpPr>
          <p:nvPr>
            <p:ph/>
          </p:nvPr>
        </p:nvSpPr>
        <p:spPr>
          <a:xfrm>
            <a:off x="685800" y="1981080"/>
            <a:ext cx="3792600" cy="41148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0" name="PlaceHolder 3"/>
          <p:cNvSpPr>
            <a:spLocks noGrp="1"/>
          </p:cNvSpPr>
          <p:nvPr>
            <p:ph/>
          </p:nvPr>
        </p:nvSpPr>
        <p:spPr>
          <a:xfrm>
            <a:off x="4668480" y="1981080"/>
            <a:ext cx="3792600" cy="19627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1" name="PlaceHolder 4"/>
          <p:cNvSpPr>
            <a:spLocks noGrp="1"/>
          </p:cNvSpPr>
          <p:nvPr>
            <p:ph/>
          </p:nvPr>
        </p:nvSpPr>
        <p:spPr>
          <a:xfrm>
            <a:off x="4668480" y="4130640"/>
            <a:ext cx="3792600" cy="19627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FF313DB1-94EB-4863-AA7E-A7E0B5C30EE8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PlaceHolder 1"/>
          <p:cNvSpPr>
            <a:spLocks noGrp="1"/>
          </p:cNvSpPr>
          <p:nvPr>
            <p:ph type="title"/>
          </p:nvPr>
        </p:nvSpPr>
        <p:spPr>
          <a:xfrm>
            <a:off x="685800" y="609120"/>
            <a:ext cx="77724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3" name="PlaceHolder 2"/>
          <p:cNvSpPr>
            <a:spLocks noGrp="1"/>
          </p:cNvSpPr>
          <p:nvPr>
            <p:ph/>
          </p:nvPr>
        </p:nvSpPr>
        <p:spPr>
          <a:xfrm>
            <a:off x="685800" y="1981080"/>
            <a:ext cx="3792600" cy="19627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4" name="PlaceHolder 3"/>
          <p:cNvSpPr>
            <a:spLocks noGrp="1"/>
          </p:cNvSpPr>
          <p:nvPr>
            <p:ph/>
          </p:nvPr>
        </p:nvSpPr>
        <p:spPr>
          <a:xfrm>
            <a:off x="4668480" y="1981080"/>
            <a:ext cx="3792600" cy="19627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5" name="PlaceHolder 4"/>
          <p:cNvSpPr>
            <a:spLocks noGrp="1"/>
          </p:cNvSpPr>
          <p:nvPr>
            <p:ph/>
          </p:nvPr>
        </p:nvSpPr>
        <p:spPr>
          <a:xfrm>
            <a:off x="685800" y="4130640"/>
            <a:ext cx="7772400" cy="19627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B770AB5C-FB92-4587-8237-993BB36EAD4C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PlaceHolder 1"/>
          <p:cNvSpPr>
            <a:spLocks noGrp="1"/>
          </p:cNvSpPr>
          <p:nvPr>
            <p:ph type="title"/>
          </p:nvPr>
        </p:nvSpPr>
        <p:spPr>
          <a:xfrm>
            <a:off x="685800" y="609120"/>
            <a:ext cx="77724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7" name="PlaceHolder 2"/>
          <p:cNvSpPr>
            <a:spLocks noGrp="1"/>
          </p:cNvSpPr>
          <p:nvPr>
            <p:ph/>
          </p:nvPr>
        </p:nvSpPr>
        <p:spPr>
          <a:xfrm>
            <a:off x="685800" y="1981080"/>
            <a:ext cx="7772400" cy="19627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8" name="PlaceHolder 3"/>
          <p:cNvSpPr>
            <a:spLocks noGrp="1"/>
          </p:cNvSpPr>
          <p:nvPr>
            <p:ph/>
          </p:nvPr>
        </p:nvSpPr>
        <p:spPr>
          <a:xfrm>
            <a:off x="685800" y="4130640"/>
            <a:ext cx="7772400" cy="19627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70416ACB-106E-4056-A814-15A98F835BFB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PlaceHolder 1"/>
          <p:cNvSpPr>
            <a:spLocks noGrp="1"/>
          </p:cNvSpPr>
          <p:nvPr>
            <p:ph type="title"/>
          </p:nvPr>
        </p:nvSpPr>
        <p:spPr>
          <a:xfrm>
            <a:off x="685800" y="609120"/>
            <a:ext cx="77724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0" name="PlaceHolder 2"/>
          <p:cNvSpPr>
            <a:spLocks noGrp="1"/>
          </p:cNvSpPr>
          <p:nvPr>
            <p:ph/>
          </p:nvPr>
        </p:nvSpPr>
        <p:spPr>
          <a:xfrm>
            <a:off x="685800" y="1981080"/>
            <a:ext cx="3792600" cy="19627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1" name="PlaceHolder 3"/>
          <p:cNvSpPr>
            <a:spLocks noGrp="1"/>
          </p:cNvSpPr>
          <p:nvPr>
            <p:ph/>
          </p:nvPr>
        </p:nvSpPr>
        <p:spPr>
          <a:xfrm>
            <a:off x="4668480" y="1981080"/>
            <a:ext cx="3792600" cy="19627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2" name="PlaceHolder 4"/>
          <p:cNvSpPr>
            <a:spLocks noGrp="1"/>
          </p:cNvSpPr>
          <p:nvPr>
            <p:ph/>
          </p:nvPr>
        </p:nvSpPr>
        <p:spPr>
          <a:xfrm>
            <a:off x="685800" y="4130640"/>
            <a:ext cx="3792600" cy="19627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3" name="PlaceHolder 5"/>
          <p:cNvSpPr>
            <a:spLocks noGrp="1"/>
          </p:cNvSpPr>
          <p:nvPr>
            <p:ph/>
          </p:nvPr>
        </p:nvSpPr>
        <p:spPr>
          <a:xfrm>
            <a:off x="4668480" y="4130640"/>
            <a:ext cx="3792600" cy="19627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7" name="PlaceHolder 6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8" name="PlaceHolder 7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BCA49015-EDBF-43B3-96C1-87C934349CCB}" type="slidenum">
              <a:t>&lt;#&gt;</a:t>
            </a:fld>
          </a:p>
        </p:txBody>
      </p:sp>
      <p:sp>
        <p:nvSpPr>
          <p:cNvPr id="9" name="PlaceHolder 8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PlaceHolder 1"/>
          <p:cNvSpPr>
            <a:spLocks noGrp="1"/>
          </p:cNvSpPr>
          <p:nvPr>
            <p:ph type="title"/>
          </p:nvPr>
        </p:nvSpPr>
        <p:spPr>
          <a:xfrm>
            <a:off x="685800" y="609120"/>
            <a:ext cx="77724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5" name="PlaceHolder 2"/>
          <p:cNvSpPr>
            <a:spLocks noGrp="1"/>
          </p:cNvSpPr>
          <p:nvPr>
            <p:ph/>
          </p:nvPr>
        </p:nvSpPr>
        <p:spPr>
          <a:xfrm>
            <a:off x="685800" y="1981080"/>
            <a:ext cx="2502360" cy="19627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6" name="PlaceHolder 3"/>
          <p:cNvSpPr>
            <a:spLocks noGrp="1"/>
          </p:cNvSpPr>
          <p:nvPr>
            <p:ph/>
          </p:nvPr>
        </p:nvSpPr>
        <p:spPr>
          <a:xfrm>
            <a:off x="3313800" y="1981080"/>
            <a:ext cx="2502360" cy="19627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7" name="PlaceHolder 4"/>
          <p:cNvSpPr>
            <a:spLocks noGrp="1"/>
          </p:cNvSpPr>
          <p:nvPr>
            <p:ph/>
          </p:nvPr>
        </p:nvSpPr>
        <p:spPr>
          <a:xfrm>
            <a:off x="5941440" y="1981080"/>
            <a:ext cx="2502360" cy="19627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8" name="PlaceHolder 5"/>
          <p:cNvSpPr>
            <a:spLocks noGrp="1"/>
          </p:cNvSpPr>
          <p:nvPr>
            <p:ph/>
          </p:nvPr>
        </p:nvSpPr>
        <p:spPr>
          <a:xfrm>
            <a:off x="685800" y="4130640"/>
            <a:ext cx="2502360" cy="19627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9" name="PlaceHolder 6"/>
          <p:cNvSpPr>
            <a:spLocks noGrp="1"/>
          </p:cNvSpPr>
          <p:nvPr>
            <p:ph/>
          </p:nvPr>
        </p:nvSpPr>
        <p:spPr>
          <a:xfrm>
            <a:off x="3313800" y="4130640"/>
            <a:ext cx="2502360" cy="19627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0" name="PlaceHolder 7"/>
          <p:cNvSpPr>
            <a:spLocks noGrp="1"/>
          </p:cNvSpPr>
          <p:nvPr>
            <p:ph/>
          </p:nvPr>
        </p:nvSpPr>
        <p:spPr>
          <a:xfrm>
            <a:off x="5941440" y="4130640"/>
            <a:ext cx="2502360" cy="19627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9" name="PlaceHolder 8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10" name="PlaceHolder 9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4C482552-F5F6-4ACA-B83E-7FF689A4391A}" type="slidenum">
              <a:t>&lt;#&gt;</a:t>
            </a:fld>
          </a:p>
        </p:txBody>
      </p:sp>
      <p:sp>
        <p:nvSpPr>
          <p:cNvPr id="11" name="PlaceHolder 10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Relationship Id="rId11" Type="http://schemas.openxmlformats.org/officeDocument/2006/relationships/slideLayout" Target="../slideLayouts/slideLayout10.xml"/><Relationship Id="rId12" Type="http://schemas.openxmlformats.org/officeDocument/2006/relationships/slideLayout" Target="../slideLayouts/slideLayout11.xml"/><Relationship Id="rId13" Type="http://schemas.openxmlformats.org/officeDocument/2006/relationships/slideLayout" Target="../slideLayouts/slideLayout12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PlaceHolder 1"/>
          <p:cNvSpPr>
            <a:spLocks noGrp="1"/>
          </p:cNvSpPr>
          <p:nvPr>
            <p:ph type="title"/>
          </p:nvPr>
        </p:nvSpPr>
        <p:spPr>
          <a:xfrm>
            <a:off x="685800" y="609120"/>
            <a:ext cx="77724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000000"/>
                </a:solidFill>
                <a:latin typeface="Times New Roman"/>
              </a:rPr>
              <a:t>Click to edit the title text format</a:t>
            </a:r>
            <a:endParaRPr b="0" lang="en-IN" sz="4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" name="PlaceHolder 2"/>
          <p:cNvSpPr>
            <a:spLocks noGrp="1"/>
          </p:cNvSpPr>
          <p:nvPr>
            <p:ph type="body"/>
          </p:nvPr>
        </p:nvSpPr>
        <p:spPr>
          <a:xfrm>
            <a:off x="685800" y="1981080"/>
            <a:ext cx="7772400" cy="41148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 fontScale="99000"/>
          </a:bodyPr>
          <a:p>
            <a:pPr marL="343080" indent="-343080">
              <a:spcBef>
                <a:spcPts val="799"/>
              </a:spcBef>
              <a:buClr>
                <a:srgbClr val="000000"/>
              </a:buClr>
              <a:buFont typeface="Times New Roman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000000"/>
                </a:solidFill>
                <a:latin typeface="Times New Roman"/>
              </a:rPr>
              <a:t>Click to edit the outline text format</a:t>
            </a:r>
            <a:endParaRPr b="0" lang="en-IN" sz="3200" spc="-1" strike="noStrike">
              <a:solidFill>
                <a:srgbClr val="000000"/>
              </a:solidFill>
              <a:latin typeface="Times New Roman"/>
            </a:endParaRPr>
          </a:p>
          <a:p>
            <a:pPr lvl="1" marL="743040" indent="-285840">
              <a:spcBef>
                <a:spcPts val="799"/>
              </a:spcBef>
              <a:buClr>
                <a:srgbClr val="000000"/>
              </a:buClr>
              <a:buFont typeface="Times New Roman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000000"/>
                </a:solidFill>
                <a:latin typeface="Times New Roman"/>
              </a:rPr>
              <a:t>Second Outline Level</a:t>
            </a:r>
            <a:endParaRPr b="0" lang="en-IN" sz="3200" spc="-1" strike="noStrike">
              <a:solidFill>
                <a:srgbClr val="000000"/>
              </a:solidFill>
              <a:latin typeface="Times New Roman"/>
            </a:endParaRPr>
          </a:p>
          <a:p>
            <a:pPr lvl="2" marL="1143000" indent="-228600">
              <a:spcBef>
                <a:spcPts val="799"/>
              </a:spcBef>
              <a:buClr>
                <a:srgbClr val="000000"/>
              </a:buClr>
              <a:buFont typeface="Times New Roman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000000"/>
                </a:solidFill>
                <a:latin typeface="Times New Roman"/>
              </a:rPr>
              <a:t>Third Outline Level</a:t>
            </a:r>
            <a:endParaRPr b="0" lang="en-IN" sz="3200" spc="-1" strike="noStrike">
              <a:solidFill>
                <a:srgbClr val="000000"/>
              </a:solidFill>
              <a:latin typeface="Times New Roman"/>
            </a:endParaRPr>
          </a:p>
          <a:p>
            <a:pPr lvl="3" marL="1600200" indent="-228600">
              <a:spcBef>
                <a:spcPts val="799"/>
              </a:spcBef>
              <a:buClr>
                <a:srgbClr val="000000"/>
              </a:buClr>
              <a:buFont typeface="Times New Roman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000000"/>
                </a:solidFill>
                <a:latin typeface="Times New Roman"/>
              </a:rPr>
              <a:t>Fourth Outline Level</a:t>
            </a:r>
            <a:endParaRPr b="0" lang="en-IN" sz="3200" spc="-1" strike="noStrike">
              <a:solidFill>
                <a:srgbClr val="000000"/>
              </a:solidFill>
              <a:latin typeface="Times New Roman"/>
            </a:endParaRPr>
          </a:p>
          <a:p>
            <a:pPr lvl="4" marL="2057400" indent="-228600">
              <a:spcBef>
                <a:spcPts val="799"/>
              </a:spcBef>
              <a:buClr>
                <a:srgbClr val="000000"/>
              </a:buClr>
              <a:buFont typeface="Times New Roman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000000"/>
                </a:solidFill>
                <a:latin typeface="Times New Roman"/>
              </a:rPr>
              <a:t>Fifth Outline Level</a:t>
            </a:r>
            <a:endParaRPr b="0" lang="en-IN" sz="3200" spc="-1" strike="noStrike">
              <a:solidFill>
                <a:srgbClr val="000000"/>
              </a:solidFill>
              <a:latin typeface="Times New Roman"/>
            </a:endParaRPr>
          </a:p>
          <a:p>
            <a:pPr lvl="5" marL="2057400" indent="-228600">
              <a:spcBef>
                <a:spcPts val="799"/>
              </a:spcBef>
              <a:buClr>
                <a:srgbClr val="000000"/>
              </a:buClr>
              <a:buFont typeface="Times New Roman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000000"/>
                </a:solidFill>
                <a:latin typeface="Times New Roman"/>
              </a:rPr>
              <a:t>Sixth Outline Level</a:t>
            </a:r>
            <a:endParaRPr b="0" lang="en-IN" sz="3200" spc="-1" strike="noStrike">
              <a:solidFill>
                <a:srgbClr val="000000"/>
              </a:solidFill>
              <a:latin typeface="Times New Roman"/>
            </a:endParaRPr>
          </a:p>
          <a:p>
            <a:pPr lvl="6" marL="2057400" indent="-228600">
              <a:spcBef>
                <a:spcPts val="799"/>
              </a:spcBef>
              <a:buClr>
                <a:srgbClr val="000000"/>
              </a:buClr>
              <a:buFont typeface="Times New Roman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000000"/>
                </a:solidFill>
                <a:latin typeface="Times New Roman"/>
              </a:rPr>
              <a:t>Seventh Outline Level</a:t>
            </a:r>
            <a:endParaRPr b="0" lang="en-IN" sz="3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" name="PlaceHolder 3"/>
          <p:cNvSpPr>
            <a:spLocks noGrp="1"/>
          </p:cNvSpPr>
          <p:nvPr>
            <p:ph type="dt" idx="1"/>
          </p:nvPr>
        </p:nvSpPr>
        <p:spPr>
          <a:xfrm>
            <a:off x="685800" y="6248520"/>
            <a:ext cx="1905120" cy="4572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1400" spc="-1" strike="noStrike">
                <a:solidFill>
                  <a:srgbClr val="000000"/>
                </a:solidFill>
                <a:latin typeface="Times New Roman"/>
              </a:rPr>
              <a:t>&lt;date/time&gt;</a:t>
            </a:r>
            <a:endParaRPr b="0" lang="en-IN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" name="PlaceHolder 4"/>
          <p:cNvSpPr>
            <a:spLocks noGrp="1"/>
          </p:cNvSpPr>
          <p:nvPr>
            <p:ph type="ftr" idx="2"/>
          </p:nvPr>
        </p:nvSpPr>
        <p:spPr>
          <a:xfrm>
            <a:off x="3124080" y="6248520"/>
            <a:ext cx="2895840" cy="4572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IN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" name="PlaceHolder 5"/>
          <p:cNvSpPr>
            <a:spLocks noGrp="1"/>
          </p:cNvSpPr>
          <p:nvPr>
            <p:ph type="sldNum" idx="3"/>
          </p:nvPr>
        </p:nvSpPr>
        <p:spPr>
          <a:xfrm>
            <a:off x="6553080" y="6248520"/>
            <a:ext cx="1905120" cy="4572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algn="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algn="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fld id="{D9207D4F-5914-4BD0-8F93-DE3D9AE53429}" type="slidenum">
              <a:rPr b="0" lang="en-IN" sz="1400" spc="-1" strike="noStrike">
                <a:solidFill>
                  <a:srgbClr val="000000"/>
                </a:solidFill>
                <a:latin typeface="Times New Roman"/>
              </a:rPr>
              <a:t>&lt;number&gt;</a:t>
            </a:fld>
            <a:endParaRPr b="0" lang="en-IN" sz="14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PlaceHolder 1"/>
          <p:cNvSpPr>
            <a:spLocks noGrp="1"/>
          </p:cNvSpPr>
          <p:nvPr>
            <p:ph type="title"/>
          </p:nvPr>
        </p:nvSpPr>
        <p:spPr>
          <a:xfrm>
            <a:off x="685800" y="2130120"/>
            <a:ext cx="7772400" cy="14698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000000"/>
                </a:solidFill>
                <a:latin typeface="Times New Roman"/>
              </a:rPr>
              <a:t>Functional Requirements</a:t>
            </a:r>
            <a:endParaRPr b="0" lang="en-IN" sz="4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2" name="PlaceHolder 2"/>
          <p:cNvSpPr>
            <a:spLocks noGrp="1"/>
          </p:cNvSpPr>
          <p:nvPr>
            <p:ph type="subTitle"/>
          </p:nvPr>
        </p:nvSpPr>
        <p:spPr>
          <a:xfrm>
            <a:off x="1371600" y="3886200"/>
            <a:ext cx="6400800" cy="17524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p>
            <a:pPr algn="ctr">
              <a:spcBef>
                <a:spcPts val="799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3200" spc="-1" strike="noStrike">
                <a:solidFill>
                  <a:srgbClr val="000000"/>
                </a:solidFill>
                <a:latin typeface="Times New Roman"/>
              </a:rPr>
              <a:t>Presented by: Karin de Groot, Market Expert</a:t>
            </a:r>
            <a:endParaRPr b="0" lang="en-IN" sz="3200" spc="-1" strike="noStrike">
              <a:solidFill>
                <a:srgbClr val="000000"/>
              </a:solidFill>
              <a:latin typeface="Times New Roman"/>
            </a:endParaRPr>
          </a:p>
        </p:txBody>
      </p:sp>
      <p:grpSp>
        <p:nvGrpSpPr>
          <p:cNvPr id="43" name=""/>
          <p:cNvGrpSpPr/>
          <p:nvPr/>
        </p:nvGrpSpPr>
        <p:grpSpPr>
          <a:xfrm>
            <a:off x="108000" y="73080"/>
            <a:ext cx="1584360" cy="1701720"/>
            <a:chOff x="108000" y="73080"/>
            <a:chExt cx="1584360" cy="1701720"/>
          </a:xfrm>
        </p:grpSpPr>
        <p:sp>
          <p:nvSpPr>
            <p:cNvPr id="44" name=""/>
            <p:cNvSpPr/>
            <p:nvPr/>
          </p:nvSpPr>
          <p:spPr>
            <a:xfrm>
              <a:off x="108000" y="217800"/>
              <a:ext cx="1008000" cy="155700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spAutoFit/>
            </a:bodyPr>
            <a:p>
              <a:pPr>
                <a:lnSpc>
                  <a:spcPct val="100000"/>
                </a:lnSpc>
                <a:spcBef>
                  <a:spcPts val="6001"/>
                </a:spcBef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IN" sz="9600" spc="-1" strike="noStrike">
                  <a:solidFill>
                    <a:srgbClr val="808080"/>
                  </a:solidFill>
                  <a:latin typeface="Arial"/>
                </a:rPr>
                <a:t>R</a:t>
              </a:r>
              <a:endParaRPr b="0" lang="en-IN" sz="9600" spc="-1" strike="noStrike">
                <a:solidFill>
                  <a:srgbClr val="000000"/>
                </a:solidFill>
                <a:latin typeface="Times New Roman"/>
              </a:endParaRPr>
            </a:p>
          </p:txBody>
        </p:sp>
        <p:sp>
          <p:nvSpPr>
            <p:cNvPr id="45" name=""/>
            <p:cNvSpPr/>
            <p:nvPr/>
          </p:nvSpPr>
          <p:spPr>
            <a:xfrm>
              <a:off x="684360" y="73080"/>
              <a:ext cx="1008000" cy="155700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spAutoFit/>
            </a:bodyPr>
            <a:p>
              <a:pPr>
                <a:lnSpc>
                  <a:spcPct val="100000"/>
                </a:lnSpc>
                <a:spcBef>
                  <a:spcPts val="6001"/>
                </a:spcBef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IN" sz="9600" spc="-1" strike="noStrike">
                  <a:solidFill>
                    <a:srgbClr val="808080"/>
                  </a:solidFill>
                  <a:latin typeface="Arial"/>
                </a:rPr>
                <a:t>R</a:t>
              </a:r>
              <a:endParaRPr b="0" lang="en-IN" sz="9600" spc="-1" strike="noStrike">
                <a:solidFill>
                  <a:srgbClr val="000000"/>
                </a:solidFill>
                <a:latin typeface="Times New Roman"/>
              </a:endParaRPr>
            </a:p>
          </p:txBody>
        </p:sp>
      </p:grp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PlaceHolder 1"/>
          <p:cNvSpPr>
            <a:spLocks noGrp="1"/>
          </p:cNvSpPr>
          <p:nvPr>
            <p:ph type="title"/>
          </p:nvPr>
        </p:nvSpPr>
        <p:spPr>
          <a:xfrm>
            <a:off x="685800" y="609120"/>
            <a:ext cx="77724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4400" spc="-1" strike="noStrike">
                <a:solidFill>
                  <a:srgbClr val="000000"/>
                </a:solidFill>
                <a:latin typeface="Times New Roman"/>
              </a:rPr>
              <a:t>Method</a:t>
            </a:r>
            <a:br>
              <a:rPr sz="4400"/>
            </a:br>
            <a:endParaRPr b="0" lang="en-IN" sz="4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7" name="PlaceHolder 2"/>
          <p:cNvSpPr>
            <a:spLocks noGrp="1"/>
          </p:cNvSpPr>
          <p:nvPr>
            <p:ph/>
          </p:nvPr>
        </p:nvSpPr>
        <p:spPr>
          <a:xfrm>
            <a:off x="685800" y="1981080"/>
            <a:ext cx="7772400" cy="41148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marL="343080" indent="-343080">
              <a:spcBef>
                <a:spcPts val="799"/>
              </a:spcBef>
              <a:buClr>
                <a:srgbClr val="000000"/>
              </a:buClr>
              <a:buFont typeface="Times New Roman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000000"/>
                </a:solidFill>
                <a:latin typeface="Times New Roman"/>
              </a:rPr>
              <a:t>Working method: internet research</a:t>
            </a:r>
            <a:endParaRPr b="0" lang="en-IN" sz="3200" spc="-1" strike="noStrike">
              <a:solidFill>
                <a:srgbClr val="000000"/>
              </a:solidFill>
              <a:latin typeface="Times New Roman"/>
            </a:endParaRPr>
          </a:p>
          <a:p>
            <a:pPr marL="343080" indent="-343080">
              <a:spcBef>
                <a:spcPts val="799"/>
              </a:spcBef>
              <a:buClr>
                <a:srgbClr val="000000"/>
              </a:buClr>
              <a:buFont typeface="Times New Roman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000000"/>
              </a:solidFill>
              <a:latin typeface="Times New Roman"/>
            </a:endParaRPr>
          </a:p>
          <a:p>
            <a:pPr marL="343080" indent="-343080">
              <a:spcBef>
                <a:spcPts val="799"/>
              </a:spcBef>
              <a:buClr>
                <a:srgbClr val="000000"/>
              </a:buClr>
              <a:buFont typeface="Times New Roman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000000"/>
                </a:solidFill>
                <a:latin typeface="Times New Roman"/>
              </a:rPr>
              <a:t>100 subjects filled in a questionnaire</a:t>
            </a:r>
            <a:endParaRPr b="0" lang="en-IN" sz="3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PlaceHolder 1"/>
          <p:cNvSpPr>
            <a:spLocks noGrp="1"/>
          </p:cNvSpPr>
          <p:nvPr>
            <p:ph type="title"/>
          </p:nvPr>
        </p:nvSpPr>
        <p:spPr>
          <a:xfrm>
            <a:off x="685800" y="609120"/>
            <a:ext cx="77724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000000"/>
                </a:solidFill>
                <a:latin typeface="Times New Roman"/>
              </a:rPr>
              <a:t>Findings</a:t>
            </a:r>
            <a:endParaRPr b="0" lang="en-IN" sz="4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9" name="PlaceHolder 2"/>
          <p:cNvSpPr>
            <a:spLocks noGrp="1"/>
          </p:cNvSpPr>
          <p:nvPr>
            <p:ph/>
          </p:nvPr>
        </p:nvSpPr>
        <p:spPr>
          <a:xfrm>
            <a:off x="685800" y="1981080"/>
            <a:ext cx="7772400" cy="41148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marL="343080" indent="-343080">
              <a:spcBef>
                <a:spcPts val="601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US" sz="2400" spc="-1" strike="noStrike">
                <a:solidFill>
                  <a:srgbClr val="000000"/>
                </a:solidFill>
                <a:latin typeface="Times New Roman"/>
              </a:rPr>
              <a:t>Users dislike the look-and-feel of current remote controls</a:t>
            </a:r>
            <a:endParaRPr b="0" lang="en-IN" sz="2400" spc="-1" strike="noStrike">
              <a:solidFill>
                <a:srgbClr val="000000"/>
              </a:solidFill>
              <a:latin typeface="Times New Roman"/>
            </a:endParaRPr>
          </a:p>
          <a:p>
            <a:pPr marL="343080" indent="-343080">
              <a:spcBef>
                <a:spcPts val="601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2400" spc="-1" strike="noStrike">
              <a:solidFill>
                <a:srgbClr val="000000"/>
              </a:solidFill>
              <a:latin typeface="Times New Roman"/>
            </a:endParaRPr>
          </a:p>
          <a:p>
            <a:pPr marL="343080" indent="-343080">
              <a:spcBef>
                <a:spcPts val="700"/>
              </a:spcBef>
              <a:buClr>
                <a:srgbClr val="000000"/>
              </a:buClr>
              <a:buFont typeface="Times New Roman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800" spc="-1" strike="noStrike">
                <a:solidFill>
                  <a:srgbClr val="000000"/>
                </a:solidFill>
                <a:latin typeface="Times New Roman"/>
              </a:rPr>
              <a:t>75% of users find most remote controls ugly  </a:t>
            </a:r>
            <a:endParaRPr b="0" lang="en-IN" sz="2800" spc="-1" strike="noStrike">
              <a:solidFill>
                <a:srgbClr val="000000"/>
              </a:solidFill>
              <a:latin typeface="Times New Roman"/>
            </a:endParaRPr>
          </a:p>
          <a:p>
            <a:pPr marL="343080" indent="-343080">
              <a:spcBef>
                <a:spcPts val="700"/>
              </a:spcBef>
              <a:buClr>
                <a:srgbClr val="000000"/>
              </a:buClr>
              <a:buFont typeface="Times New Roman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800" spc="-1" strike="noStrike">
                <a:solidFill>
                  <a:srgbClr val="000000"/>
                </a:solidFill>
                <a:latin typeface="Times New Roman"/>
              </a:rPr>
              <a:t>80% of users would spend more money when a remote control would look fancy </a:t>
            </a:r>
            <a:endParaRPr b="0" lang="en-IN" sz="2800" spc="-1" strike="noStrike">
              <a:solidFill>
                <a:srgbClr val="000000"/>
              </a:solidFill>
              <a:latin typeface="Times New Roman"/>
            </a:endParaRPr>
          </a:p>
          <a:p>
            <a:pPr marL="343080" indent="-343080">
              <a:spcBef>
                <a:spcPts val="700"/>
              </a:spcBef>
              <a:buClr>
                <a:srgbClr val="000000"/>
              </a:buClr>
              <a:buFont typeface="Times New Roman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800" spc="-1" strike="noStrike">
                <a:solidFill>
                  <a:srgbClr val="000000"/>
                </a:solidFill>
                <a:latin typeface="Times New Roman"/>
              </a:rPr>
              <a:t>50% of users say they only use 10% of the buttons</a:t>
            </a:r>
            <a:endParaRPr b="0" lang="en-IN" sz="2800" spc="-1" strike="noStrike">
              <a:solidFill>
                <a:srgbClr val="000000"/>
              </a:solidFill>
              <a:latin typeface="Times New Roman"/>
            </a:endParaRPr>
          </a:p>
          <a:p>
            <a:pPr marL="343080" indent="-343080">
              <a:spcBef>
                <a:spcPts val="700"/>
              </a:spcBef>
              <a:buClr>
                <a:srgbClr val="000000"/>
              </a:buClr>
              <a:buFont typeface="Times New Roman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800" spc="-1" strike="noStrike">
                <a:solidFill>
                  <a:srgbClr val="000000"/>
                </a:solidFill>
                <a:latin typeface="Times New Roman"/>
              </a:rPr>
              <a:t>Current remote controls do not match well the operating behavior of the user </a:t>
            </a:r>
            <a:endParaRPr b="0" lang="en-IN" sz="2800" spc="-1" strike="noStrike">
              <a:solidFill>
                <a:srgbClr val="000000"/>
              </a:solidFill>
              <a:latin typeface="Times New Roman"/>
            </a:endParaRPr>
          </a:p>
          <a:p>
            <a:pPr marL="343080" indent="-343080">
              <a:spcBef>
                <a:spcPts val="700"/>
              </a:spcBef>
              <a:buClr>
                <a:srgbClr val="000000"/>
              </a:buClr>
              <a:buFont typeface="Times New Roman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28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PlaceHolder 1"/>
          <p:cNvSpPr>
            <a:spLocks noGrp="1"/>
          </p:cNvSpPr>
          <p:nvPr>
            <p:ph type="title"/>
          </p:nvPr>
        </p:nvSpPr>
        <p:spPr>
          <a:xfrm>
            <a:off x="685800" y="609120"/>
            <a:ext cx="77724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000000"/>
                </a:solidFill>
                <a:latin typeface="Times New Roman"/>
              </a:rPr>
              <a:t>User frustrations</a:t>
            </a:r>
            <a:endParaRPr b="0" lang="en-IN" sz="4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1" name="PlaceHolder 2"/>
          <p:cNvSpPr>
            <a:spLocks noGrp="1"/>
          </p:cNvSpPr>
          <p:nvPr>
            <p:ph/>
          </p:nvPr>
        </p:nvSpPr>
        <p:spPr>
          <a:xfrm>
            <a:off x="685800" y="1981080"/>
            <a:ext cx="7772400" cy="41148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marL="343080" indent="-343080">
              <a:spcBef>
                <a:spcPts val="799"/>
              </a:spcBef>
              <a:buClr>
                <a:srgbClr val="000000"/>
              </a:buClr>
              <a:buFont typeface="Times New Roman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3200" spc="-1" strike="noStrike">
                <a:solidFill>
                  <a:srgbClr val="000000"/>
                </a:solidFill>
                <a:latin typeface="Times New Roman"/>
              </a:rPr>
              <a:t>Remote controls are often lost somewhere in the room (50%) </a:t>
            </a:r>
            <a:endParaRPr b="0" lang="en-IN" sz="3200" spc="-1" strike="noStrike">
              <a:solidFill>
                <a:srgbClr val="000000"/>
              </a:solidFill>
              <a:latin typeface="Times New Roman"/>
            </a:endParaRPr>
          </a:p>
          <a:p>
            <a:pPr marL="343080" indent="-343080">
              <a:spcBef>
                <a:spcPts val="799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000000"/>
              </a:solidFill>
              <a:latin typeface="Times New Roman"/>
            </a:endParaRPr>
          </a:p>
          <a:p>
            <a:pPr marL="343080" indent="-343080">
              <a:spcBef>
                <a:spcPts val="799"/>
              </a:spcBef>
              <a:buClr>
                <a:srgbClr val="000000"/>
              </a:buClr>
              <a:buFont typeface="Times New Roman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3200" spc="-1" strike="noStrike">
                <a:solidFill>
                  <a:srgbClr val="000000"/>
                </a:solidFill>
                <a:latin typeface="Times New Roman"/>
              </a:rPr>
              <a:t>It takes too much time to learn how to use a new remote control (34%) </a:t>
            </a:r>
            <a:endParaRPr b="0" lang="en-IN" sz="3200" spc="-1" strike="noStrike">
              <a:solidFill>
                <a:srgbClr val="000000"/>
              </a:solidFill>
              <a:latin typeface="Times New Roman"/>
            </a:endParaRPr>
          </a:p>
          <a:p>
            <a:pPr marL="343080" indent="-343080">
              <a:spcBef>
                <a:spcPts val="799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000000"/>
              </a:solidFill>
              <a:latin typeface="Times New Roman"/>
            </a:endParaRPr>
          </a:p>
          <a:p>
            <a:pPr marL="343080" indent="-343080">
              <a:spcBef>
                <a:spcPts val="799"/>
              </a:spcBef>
              <a:buClr>
                <a:srgbClr val="000000"/>
              </a:buClr>
              <a:buFont typeface="Times New Roman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3200" spc="-1" strike="noStrike">
                <a:solidFill>
                  <a:srgbClr val="000000"/>
                </a:solidFill>
                <a:latin typeface="Times New Roman"/>
              </a:rPr>
              <a:t>Remote controls are bad for RSI (26%) </a:t>
            </a:r>
            <a:endParaRPr b="0" lang="en-IN" sz="3200" spc="-1" strike="noStrike">
              <a:solidFill>
                <a:srgbClr val="000000"/>
              </a:solidFill>
              <a:latin typeface="Times New Roman"/>
            </a:endParaRPr>
          </a:p>
          <a:p>
            <a:pPr marL="343080" indent="-343080">
              <a:spcBef>
                <a:spcPts val="799"/>
              </a:spcBef>
              <a:buClr>
                <a:srgbClr val="000000"/>
              </a:buClr>
              <a:buFont typeface="Times New Roman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PlaceHolder 1"/>
          <p:cNvSpPr>
            <a:spLocks noGrp="1"/>
          </p:cNvSpPr>
          <p:nvPr>
            <p:ph type="title"/>
          </p:nvPr>
        </p:nvSpPr>
        <p:spPr>
          <a:xfrm>
            <a:off x="685800" y="609120"/>
            <a:ext cx="77724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000000"/>
                </a:solidFill>
                <a:latin typeface="Times New Roman"/>
              </a:rPr>
              <a:t>LCD-screen</a:t>
            </a:r>
            <a:endParaRPr b="0" lang="en-IN" sz="4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3" name="PlaceHolder 2"/>
          <p:cNvSpPr>
            <a:spLocks noGrp="1"/>
          </p:cNvSpPr>
          <p:nvPr>
            <p:ph/>
          </p:nvPr>
        </p:nvSpPr>
        <p:spPr>
          <a:xfrm>
            <a:off x="685800" y="1981080"/>
            <a:ext cx="7772400" cy="41148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marL="343080" indent="-343080">
              <a:spcBef>
                <a:spcPts val="799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IN" sz="3200" spc="-1" strike="noStrike">
                <a:solidFill>
                  <a:srgbClr val="000000"/>
                </a:solidFill>
                <a:latin typeface="Times New Roman"/>
              </a:rPr>
              <a:t>Would you prefer an LCD screen on a multifunction remote control? </a:t>
            </a:r>
            <a:endParaRPr b="0" lang="en-IN" sz="3200" spc="-1" strike="noStrike">
              <a:solidFill>
                <a:srgbClr val="000000"/>
              </a:solidFill>
              <a:latin typeface="Times New Roman"/>
            </a:endParaRPr>
          </a:p>
          <a:p>
            <a:pPr marL="343080" indent="-343080">
              <a:spcBef>
                <a:spcPts val="799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000000"/>
              </a:solidFill>
              <a:latin typeface="Times New Roman"/>
            </a:endParaRPr>
          </a:p>
          <a:p>
            <a:pPr marL="343080" indent="-343080">
              <a:spcBef>
                <a:spcPts val="799"/>
              </a:spcBef>
              <a:buClr>
                <a:srgbClr val="000000"/>
              </a:buClr>
              <a:buFont typeface="Times New Roman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000000"/>
                </a:solidFill>
                <a:latin typeface="Times New Roman"/>
              </a:rPr>
              <a:t>Age group 15-45 YES</a:t>
            </a:r>
            <a:endParaRPr b="0" lang="en-IN" sz="3200" spc="-1" strike="noStrike">
              <a:solidFill>
                <a:srgbClr val="000000"/>
              </a:solidFill>
              <a:latin typeface="Times New Roman"/>
            </a:endParaRPr>
          </a:p>
          <a:p>
            <a:pPr marL="343080" indent="-343080">
              <a:spcBef>
                <a:spcPts val="799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000000"/>
              </a:solidFill>
              <a:latin typeface="Times New Roman"/>
            </a:endParaRPr>
          </a:p>
          <a:p>
            <a:pPr marL="343080" indent="-343080">
              <a:spcBef>
                <a:spcPts val="799"/>
              </a:spcBef>
              <a:buClr>
                <a:srgbClr val="000000"/>
              </a:buClr>
              <a:buFont typeface="Times New Roman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000000"/>
                </a:solidFill>
                <a:latin typeface="Times New Roman"/>
              </a:rPr>
              <a:t>Age group 45- 65 NO</a:t>
            </a:r>
            <a:endParaRPr b="0" lang="en-IN" sz="3200" spc="-1" strike="noStrike">
              <a:solidFill>
                <a:srgbClr val="000000"/>
              </a:solidFill>
              <a:latin typeface="Times New Roman"/>
            </a:endParaRPr>
          </a:p>
          <a:p>
            <a:pPr marL="343080" indent="-343080">
              <a:spcBef>
                <a:spcPts val="799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PlaceHolder 1"/>
          <p:cNvSpPr>
            <a:spLocks noGrp="1"/>
          </p:cNvSpPr>
          <p:nvPr>
            <p:ph type="title"/>
          </p:nvPr>
        </p:nvSpPr>
        <p:spPr>
          <a:xfrm>
            <a:off x="685800" y="609120"/>
            <a:ext cx="77724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000000"/>
                </a:solidFill>
                <a:latin typeface="Times New Roman"/>
              </a:rPr>
              <a:t>Speech recognition</a:t>
            </a:r>
            <a:endParaRPr b="0" lang="en-IN" sz="4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5" name="PlaceHolder 2"/>
          <p:cNvSpPr>
            <a:spLocks noGrp="1"/>
          </p:cNvSpPr>
          <p:nvPr>
            <p:ph/>
          </p:nvPr>
        </p:nvSpPr>
        <p:spPr>
          <a:xfrm>
            <a:off x="685800" y="1981080"/>
            <a:ext cx="7772400" cy="41148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marL="343080" indent="-343080">
              <a:spcBef>
                <a:spcPts val="799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IN" sz="3200" spc="-1" strike="noStrike">
                <a:solidFill>
                  <a:srgbClr val="000000"/>
                </a:solidFill>
                <a:latin typeface="Times New Roman"/>
              </a:rPr>
              <a:t>Would you pay more for speech recognition in a remote control? </a:t>
            </a:r>
            <a:endParaRPr b="0" lang="en-IN" sz="3200" spc="-1" strike="noStrike">
              <a:solidFill>
                <a:srgbClr val="000000"/>
              </a:solidFill>
              <a:latin typeface="Times New Roman"/>
            </a:endParaRPr>
          </a:p>
          <a:p>
            <a:pPr marL="343080" indent="-343080">
              <a:spcBef>
                <a:spcPts val="799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000000"/>
              </a:solidFill>
              <a:latin typeface="Times New Roman"/>
            </a:endParaRPr>
          </a:p>
          <a:p>
            <a:pPr marL="343080" indent="-343080">
              <a:spcBef>
                <a:spcPts val="799"/>
              </a:spcBef>
              <a:buClr>
                <a:srgbClr val="000000"/>
              </a:buClr>
              <a:buFont typeface="Times New Roman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000000"/>
                </a:solidFill>
                <a:latin typeface="Times New Roman"/>
              </a:rPr>
              <a:t>Age group 15-35 YES</a:t>
            </a:r>
            <a:endParaRPr b="0" lang="en-IN" sz="3200" spc="-1" strike="noStrike">
              <a:solidFill>
                <a:srgbClr val="000000"/>
              </a:solidFill>
              <a:latin typeface="Times New Roman"/>
            </a:endParaRPr>
          </a:p>
          <a:p>
            <a:pPr marL="343080" indent="-343080">
              <a:spcBef>
                <a:spcPts val="799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000000"/>
              </a:solidFill>
              <a:latin typeface="Times New Roman"/>
            </a:endParaRPr>
          </a:p>
          <a:p>
            <a:pPr marL="343080" indent="-343080">
              <a:spcBef>
                <a:spcPts val="799"/>
              </a:spcBef>
              <a:buClr>
                <a:srgbClr val="000000"/>
              </a:buClr>
              <a:buFont typeface="Times New Roman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000000"/>
                </a:solidFill>
                <a:latin typeface="Times New Roman"/>
              </a:rPr>
              <a:t>Age group 35- 65 NO</a:t>
            </a:r>
            <a:endParaRPr b="0" lang="en-IN" sz="3200" spc="-1" strike="noStrike">
              <a:solidFill>
                <a:srgbClr val="000000"/>
              </a:solidFill>
              <a:latin typeface="Times New Roman"/>
            </a:endParaRPr>
          </a:p>
          <a:p>
            <a:pPr marL="343080" indent="-343080">
              <a:spcBef>
                <a:spcPts val="799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000000"/>
              </a:solidFill>
              <a:latin typeface="Times New Roman"/>
            </a:endParaRPr>
          </a:p>
          <a:p>
            <a:pPr marL="343080" indent="-343080">
              <a:spcBef>
                <a:spcPts val="799"/>
              </a:spcBef>
              <a:buClr>
                <a:srgbClr val="000000"/>
              </a:buClr>
              <a:buFont typeface="Times New Roman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PlaceHolder 1"/>
          <p:cNvSpPr>
            <a:spLocks noGrp="1"/>
          </p:cNvSpPr>
          <p:nvPr>
            <p:ph type="title"/>
          </p:nvPr>
        </p:nvSpPr>
        <p:spPr>
          <a:xfrm>
            <a:off x="685800" y="609120"/>
            <a:ext cx="77724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000000"/>
                </a:solidFill>
                <a:latin typeface="Times New Roman"/>
              </a:rPr>
              <a:t>Personal Preferences</a:t>
            </a:r>
            <a:endParaRPr b="0" lang="en-IN" sz="4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7" name="PlaceHolder 2"/>
          <p:cNvSpPr>
            <a:spLocks noGrp="1"/>
          </p:cNvSpPr>
          <p:nvPr>
            <p:ph/>
          </p:nvPr>
        </p:nvSpPr>
        <p:spPr>
          <a:xfrm>
            <a:off x="685800" y="1981080"/>
            <a:ext cx="7772400" cy="41148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marL="343080" indent="-343080">
              <a:spcBef>
                <a:spcPts val="799"/>
              </a:spcBef>
              <a:buClr>
                <a:srgbClr val="000000"/>
              </a:buClr>
              <a:buFont typeface="Times New Roman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3200" spc="-1" strike="noStrike">
                <a:solidFill>
                  <a:srgbClr val="000000"/>
                </a:solidFill>
                <a:latin typeface="Times New Roman"/>
              </a:rPr>
              <a:t>Original</a:t>
            </a:r>
            <a:endParaRPr b="0" lang="en-IN" sz="3200" spc="-1" strike="noStrike">
              <a:solidFill>
                <a:srgbClr val="000000"/>
              </a:solidFill>
              <a:latin typeface="Times New Roman"/>
            </a:endParaRPr>
          </a:p>
          <a:p>
            <a:pPr marL="343080" indent="-343080">
              <a:spcBef>
                <a:spcPts val="799"/>
              </a:spcBef>
              <a:buClr>
                <a:srgbClr val="000000"/>
              </a:buClr>
              <a:buFont typeface="Times New Roman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3200" spc="-1" strike="noStrike">
                <a:solidFill>
                  <a:srgbClr val="000000"/>
                </a:solidFill>
                <a:latin typeface="Times New Roman"/>
              </a:rPr>
              <a:t>Trendy</a:t>
            </a:r>
            <a:endParaRPr b="0" lang="en-IN" sz="3200" spc="-1" strike="noStrike">
              <a:solidFill>
                <a:srgbClr val="000000"/>
              </a:solidFill>
              <a:latin typeface="Times New Roman"/>
            </a:endParaRPr>
          </a:p>
          <a:p>
            <a:pPr marL="343080" indent="-343080">
              <a:spcBef>
                <a:spcPts val="799"/>
              </a:spcBef>
              <a:buClr>
                <a:srgbClr val="000000"/>
              </a:buClr>
              <a:buFont typeface="Times New Roman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3200" spc="-1" strike="noStrike">
                <a:solidFill>
                  <a:srgbClr val="000000"/>
                </a:solidFill>
                <a:latin typeface="Times New Roman"/>
              </a:rPr>
              <a:t>User friendly</a:t>
            </a:r>
            <a:endParaRPr b="0" lang="en-IN" sz="3200" spc="-1" strike="noStrike">
              <a:solidFill>
                <a:srgbClr val="000000"/>
              </a:solidFill>
              <a:latin typeface="Times New Roman"/>
            </a:endParaRPr>
          </a:p>
          <a:p>
            <a:pPr marL="343080" indent="-343080">
              <a:spcBef>
                <a:spcPts val="799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3200" spc="-1" strike="noStrike">
                <a:solidFill>
                  <a:srgbClr val="000000"/>
                </a:solidFill>
                <a:latin typeface="Times New Roman"/>
              </a:rPr>
              <a:t>	</a:t>
            </a:r>
            <a:r>
              <a:rPr b="0" lang="en-US" sz="3200" spc="-1" strike="noStrike">
                <a:solidFill>
                  <a:srgbClr val="000000"/>
                </a:solidFill>
                <a:latin typeface="Times New Roman"/>
              </a:rPr>
              <a:t>- </a:t>
            </a:r>
            <a:r>
              <a:rPr b="1" lang="en-US" sz="3200" spc="-1" strike="noStrike">
                <a:solidFill>
                  <a:srgbClr val="000000"/>
                </a:solidFill>
                <a:latin typeface="Times New Roman"/>
              </a:rPr>
              <a:t>Most important</a:t>
            </a:r>
            <a:r>
              <a:rPr b="0" lang="en-US" sz="3200" spc="-1" strike="noStrike">
                <a:solidFill>
                  <a:srgbClr val="000000"/>
                </a:solidFill>
                <a:latin typeface="Times New Roman"/>
              </a:rPr>
              <a:t> are the functions:</a:t>
            </a:r>
            <a:endParaRPr b="0" lang="en-IN" sz="3200" spc="-1" strike="noStrike">
              <a:solidFill>
                <a:srgbClr val="000000"/>
              </a:solidFill>
              <a:latin typeface="Times New Roman"/>
            </a:endParaRPr>
          </a:p>
          <a:p>
            <a:pPr lvl="2" marL="1143000" indent="-228600">
              <a:spcBef>
                <a:spcPts val="601"/>
              </a:spcBef>
              <a:buClr>
                <a:srgbClr val="000000"/>
              </a:buClr>
              <a:buFont typeface="Times New Roman"/>
              <a:buChar char="•"/>
              <a:tabLst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400" spc="-1" strike="noStrike">
                <a:solidFill>
                  <a:srgbClr val="000000"/>
                </a:solidFill>
                <a:latin typeface="Times New Roman"/>
              </a:rPr>
              <a:t>Channel- and volume selection</a:t>
            </a:r>
            <a:endParaRPr b="0" lang="en-IN" sz="2400" spc="-1" strike="noStrike">
              <a:solidFill>
                <a:srgbClr val="000000"/>
              </a:solidFill>
              <a:latin typeface="Times New Roman"/>
            </a:endParaRPr>
          </a:p>
          <a:p>
            <a:pPr lvl="2" marL="1143000" indent="-228600">
              <a:spcBef>
                <a:spcPts val="601"/>
              </a:spcBef>
              <a:buClr>
                <a:srgbClr val="000000"/>
              </a:buClr>
              <a:buFont typeface="Times New Roman"/>
              <a:buChar char="•"/>
              <a:tabLst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2400" spc="-1" strike="noStrike">
              <a:solidFill>
                <a:srgbClr val="000000"/>
              </a:solidFill>
              <a:latin typeface="Times New Roman"/>
            </a:endParaRPr>
          </a:p>
          <a:p>
            <a:pPr lvl="2" marL="1143000" indent="-228600">
              <a:spcBef>
                <a:spcPts val="601"/>
              </a:spcBef>
              <a:buClr>
                <a:srgbClr val="000000"/>
              </a:buClr>
              <a:buFont typeface="Times New Roman"/>
              <a:buChar char="•"/>
              <a:tabLst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400" spc="-1" strike="noStrike">
                <a:solidFill>
                  <a:srgbClr val="000000"/>
                </a:solidFill>
                <a:latin typeface="Times New Roman"/>
              </a:rPr>
              <a:t> </a:t>
            </a:r>
            <a:r>
              <a:rPr b="1" lang="en-US" sz="2400" spc="-1" strike="noStrike">
                <a:solidFill>
                  <a:srgbClr val="000000"/>
                </a:solidFill>
                <a:latin typeface="Times New Roman"/>
              </a:rPr>
              <a:t>Less important</a:t>
            </a:r>
            <a:r>
              <a:rPr b="0" lang="en-US" sz="2400" spc="-1" strike="noStrike">
                <a:solidFill>
                  <a:srgbClr val="000000"/>
                </a:solidFill>
                <a:latin typeface="Times New Roman"/>
              </a:rPr>
              <a:t> are the functions audio- and screen settings (mono/stereo, brightness, color etc.)</a:t>
            </a:r>
            <a:endParaRPr b="0" lang="en-IN" sz="2400" spc="-1" strike="noStrike">
              <a:solidFill>
                <a:srgbClr val="000000"/>
              </a:solidFill>
              <a:latin typeface="Times New Roman"/>
            </a:endParaRPr>
          </a:p>
          <a:p>
            <a:pPr lvl="2" marL="1143000" indent="-228600">
              <a:spcBef>
                <a:spcPts val="601"/>
              </a:spcBef>
              <a:buClr>
                <a:srgbClr val="000000"/>
              </a:buClr>
              <a:buFont typeface="Times New Roman"/>
              <a:buChar char="•"/>
              <a:tabLst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24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29</TotalTime>
  <Application>LibreOffice/7.3.7.2$Linux_X86_64 LibreOffice_project/30$Build-2</Application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/>
  <dc:description/>
  <dc:language>en-IN</dc:language>
  <cp:lastModifiedBy>Administrator</cp:lastModifiedBy>
  <dcterms:modified xsi:type="dcterms:W3CDTF">2004-08-31T15:02:03Z</dcterms:modified>
  <cp:revision>11</cp:revision>
  <dc:subject/>
  <dc:title>PowerPoint Presentation</dc:title>
</cp:coreProperties>
</file>