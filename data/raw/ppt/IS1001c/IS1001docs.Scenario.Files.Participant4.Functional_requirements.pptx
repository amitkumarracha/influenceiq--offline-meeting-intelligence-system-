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04697C4-28DD-48D8-A3FF-4FB5493176D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127D3F7-BA59-4336-900A-DED6DB983EA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230C467-B403-49D5-B79E-A63EF20922E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BBCC898-DA9F-495E-83B5-FEAA317367C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6FBF311-CA09-42BE-ABAE-A94A7B5C0F8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1CA9200-D734-4837-96EA-D18A45318E2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8866C09-AD95-490D-B8C5-312271252FA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5183CDF-FC9E-4DD9-A482-89368A0FF6E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766913B-1AB6-49FA-BA06-5914B84DB97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32F0C10-DAC5-4DD7-80E2-FA9AB5609C7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A566F96-2287-4610-8CAF-37FBFA895BE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4EA38FD-FB02-4A5C-B3E2-A8D0ECA3F1C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72519EE-6136-41A6-A0EA-3E1A01693BF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F716946-8148-401B-9E4A-7158810EDDD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3461AC0-6BAC-4393-905A-61861B68741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FD71D0E-D960-40FA-97AA-27D67AF2912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B639FE0-EB13-4212-8617-E413CD2F6FE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BDF0F86-893F-47C4-94A0-1933A6CAC5E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06D962C-5FA6-4118-BDF7-981982BCCA6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E717BB1-2C43-4873-9205-C4884BCAB98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E6EDC31-D3B1-45A3-BD7C-33088286DB6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0E0428E-2364-4617-B9C4-9771E02E82D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810A0E6-A3CE-49D0-91D8-A75B832BCC1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895B302-C92D-4C5E-9757-E1B25DD1598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0679BEC-B6FB-4DC1-9684-B9D59E368D16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A6850F8-0F5C-4D8F-B30C-A313F4783765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participant 4, Market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In our usability lab we observed the remote control use among 100 subjects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They also filled in a questionnaire.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4000"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75% of users find most remote controls ugly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80% of users would spend more money when a remote control would look fancy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80% of users would spend more money when a remote control would look fancy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80% of users would spend more money when a remote control would look fancy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 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The biggest frustrations users expressed: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Remote controls are often lost somewhere in the room (50%)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It takes too much time to learn how to use a new remote control (34%)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Remote controls are bad for RSI (26%)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9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600" spc="-1" strike="noStrike">
                <a:solidFill>
                  <a:srgbClr val="ffffff"/>
                </a:solidFill>
                <a:latin typeface="Tahoma"/>
              </a:rPr>
              <a:t>Questions asked:</a:t>
            </a:r>
            <a:endParaRPr b="0" lang="en-IN" sz="36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Would you prefer an LCD screen on a multifunction remote control?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9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 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Would you pay more for speech recognition in a remote control?</a:t>
            </a:r>
            <a:r>
              <a:rPr b="1" lang="fr-CH" sz="36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6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9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6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9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6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ffffff"/>
                </a:solidFill>
                <a:latin typeface="Tahoma"/>
              </a:rPr>
              <a:t>Results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5" name="" descr=""/>
          <p:cNvPicPr/>
          <p:nvPr/>
        </p:nvPicPr>
        <p:blipFill>
          <a:blip r:embed="rId1"/>
          <a:stretch/>
        </p:blipFill>
        <p:spPr>
          <a:xfrm>
            <a:off x="1116000" y="2637000"/>
            <a:ext cx="5667480" cy="3105000"/>
          </a:xfrm>
          <a:prstGeom prst="rect">
            <a:avLst/>
          </a:prstGeom>
          <a:ln w="0">
            <a:noFill/>
          </a:ln>
        </p:spPr>
      </p:pic>
      <p:pic>
        <p:nvPicPr>
          <p:cNvPr id="106" name="" descr=""/>
          <p:cNvPicPr/>
          <p:nvPr/>
        </p:nvPicPr>
        <p:blipFill>
          <a:blip r:embed="rId2"/>
          <a:stretch/>
        </p:blipFill>
        <p:spPr>
          <a:xfrm>
            <a:off x="1838160" y="2395440"/>
            <a:ext cx="5467680" cy="2933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Lightening in the dark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Not too many buttons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A way to find it easily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portable</cp:lastModifiedBy>
  <dcterms:modified xsi:type="dcterms:W3CDTF">2004-11-09T16:16:42Z</dcterms:modified>
  <cp:revision>15</cp:revision>
  <dc:subject/>
  <dc:title>PowerPoint Presentation</dc:title>
</cp:coreProperties>
</file>