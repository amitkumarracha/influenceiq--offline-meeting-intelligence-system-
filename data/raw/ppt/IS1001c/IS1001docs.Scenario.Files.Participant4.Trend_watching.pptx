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783CB3-6BDA-45A5-AA94-B86E919451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625B4D-AEE3-47EA-B080-B5F9E29C06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DF0781-BEF9-4900-9B27-9CE8239526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3D1458-DAC9-494F-AB78-64A6159842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5BD2A4-DC46-4EA0-B9B8-04C0329BFDD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99A827-B6C2-4961-B111-05EEF4613A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D9731E-4FE7-465C-8EBE-572A35811B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AEC64B-21B9-4CC4-991D-6C11C870C1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F6BE86-6499-4566-ACBF-F1B9344BA2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3F421F-762C-44D1-A054-2C055AED05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ABF243-8271-44DC-B110-F30E14D6866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634F39-EAE7-489A-B6C3-F19DB3AA928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59578E-C8FA-4809-AE54-4721BAD6E0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F3DD2E-36D4-4681-8F76-AB45FBC811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1826D6-9236-4B12-8C6C-A80ABF7F33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D3F2B5A-1B4F-474A-8A9C-AEE2C4D61AB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5210B5-3592-421B-9FF9-C2EE53B354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00CB10-CC88-4488-B95E-1827EECB3E2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FC6928-24F4-4372-9F17-4DFCA0ED12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5FCDDA-DC49-4C44-B95C-3CCA3D9C5A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BD5B05-2107-4DF5-8E5A-77492B2711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28BF6B-347A-4063-9E71-DACF777226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77C8E3-9F83-4A53-B27A-B3C61EDE292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20A57EF-3907-49DE-AED8-7B6FA4205E2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B778DE-D93C-4185-8381-24DAECA7380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C725D2E-5107-43F5-AF28-64794CBB175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0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400" spc="-1" strike="noStrike">
                <a:solidFill>
                  <a:srgbClr val="ffffff"/>
                </a:solidFill>
                <a:latin typeface="Tahoma"/>
              </a:rPr>
              <a:t> 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trends: 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fr-CH" sz="36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6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9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Conclusion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Choose a fruit or a vegetable to design the remote control?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What material can we use to make the remote control spongy?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2004-11-09T18:26:28Z</dcterms:modified>
  <cp:revision>8</cp:revision>
  <dc:subject/>
  <dc:title>PowerPoint Presentation</dc:title>
</cp:coreProperties>
</file>