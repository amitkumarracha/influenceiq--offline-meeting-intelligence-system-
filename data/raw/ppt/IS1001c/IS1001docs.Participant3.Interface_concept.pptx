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3E276-F3B3-4EB9-BD98-99BDEB77EF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99DC02-E552-401E-917E-17B1A37807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EE0C7-31B1-4B01-8DBA-FA2E67645A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AE6F0-BBF7-48E0-A7AE-D6D9C84878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7AB6D-FD5E-48F0-89C9-E15AAF4752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26BDC-F01E-427A-9CF2-E7C7BE831F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BC205-3490-4E3A-A5D9-5D7890D98C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D2B15-3B75-49F4-B504-05FAF7E9F7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B4C858-7333-46D8-9E6E-8EECEF5DE1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DF2ADE-E33D-4F26-8708-79E1F39AFB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6F9B4-6083-4BA5-A540-464CA45A12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39A2A-37CE-4673-8025-22C3BCD566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77557C-03DE-478A-8D24-53AB6A0BBC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F4AD90-0E8C-470B-B2A3-D5E617FB15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D97C5-4ECE-4BF7-93E3-7DD01E3D63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AE037E-A0D2-47D6-9AF0-FFFAF5B9A0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876815-AB9E-4449-997B-784667D024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DF091A-47F5-45CB-9186-86132AF27C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F7FA9F-1595-4B84-9AD8-85E726A110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B1FA13-843C-44D0-BAD9-B5B2FA12F0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5AA24C-B251-4E51-B252-927BF8D313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C6186-9A67-48FD-9D48-4F7FF1D901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81EFFA-F54A-4B84-823A-95E9DE791D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56AE4B-0E95-46C8-ABE1-9EB69DF38D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460E5F-0F9F-49FC-876D-49CB634F56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3453DD-8812-4623-9D73-C495B5E9304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