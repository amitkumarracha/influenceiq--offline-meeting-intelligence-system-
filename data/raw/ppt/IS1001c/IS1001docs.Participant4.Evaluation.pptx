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01D8C-A1C9-4DB1-BD0B-58797B329F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A12D47-90C2-4930-9674-D0EE163C4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CE9DF4-18CD-4B7D-B4B3-972CDCEA57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4AA956-3CD1-415B-8032-DFFC643687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F01430-C719-4A3B-A787-684489B64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60254B-80DE-4B77-AF54-850BA24DC5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A08022-5D9B-46EC-965B-F9BE2F748B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36D0C-E270-47F9-8CE4-596D4FCEF6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034B8-950A-4303-AEB0-AE873B3D78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ED1462-B2B9-40B5-AAC9-96EEF249DA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0EACB-6331-43C7-AAA4-C7E32D1E5F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9EFDD0-617A-4EFE-9247-C96A6522F0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FDB7D8-5EA0-4CB9-9723-BDFD2EAE03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9DA63D-FC26-48B0-88BE-1725F39B97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EC914-711B-42C2-A342-B4D571DD56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ED7E3F-82E7-4CD4-9130-623739E26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89A8C7-9534-487F-B49F-E1780738D3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F83B3-2D04-4313-8036-9E17D4813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2C524A-E1AB-46B8-95A7-9102664801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717973-9380-4021-AB4B-AF25C19D57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4A3FE-A145-46F7-82E2-26D958F804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E2F794-7BCE-497F-9EC0-191575A26A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2193FD-7545-4D4B-8A7A-D569BA63C0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BF0C8F-1E60-4BA6-A7E3-A6052BD419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6C26C7-820A-4B27-95A8-C98CBC4D91C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D36C74-E323-4C97-AB47-EED2025B0C6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