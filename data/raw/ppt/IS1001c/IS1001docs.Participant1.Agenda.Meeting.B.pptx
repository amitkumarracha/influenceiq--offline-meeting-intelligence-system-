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E32E71-C639-4ABE-BFE8-65AFFD1C16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DEA7D6-17B4-4DDF-BB39-3E38C3C8C02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4C2FDF-7972-4E5B-A127-1C93B8CA54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C7DA77-267D-49F4-8DEC-B108C387C1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78A56E-B42C-4DEC-91BA-718EEA8E01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669464-D7B6-48ED-994E-0C8744A3C23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56FA3B-B532-4455-867F-684C7416D3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84878C-0AFD-4E69-A851-733498D422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C7F409-5641-4FF6-B8F1-B52FAD161D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A3116F-AB13-47CD-9110-3684553D52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83CE94-851C-4191-9CC1-FDA004AA308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D4A59D-FA03-4E06-BEF2-56E5CA75BE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7C2078-D55D-4ED6-B98E-E802E348041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477FFD-8D1C-423D-91D0-CD3B1DC7B5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69F84C-9A74-4395-9CCE-BF83DEB120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8B04B0-5BE0-4A7A-979D-2D603EC111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96F6A8-1309-4102-BE69-0B1361E9F8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000886-ACE8-4CBD-85F2-1D99318CAD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4A7208-E6FD-4DCC-B926-FC2BA945FC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E03EDC-ECA3-4AC6-8B0A-C7218ED3BD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BB0388-6510-422D-8F8E-43EBF9B4A6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6C87CA-B5EB-4CD3-9FAC-B6D1C4E600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BBB1BF-918B-45D0-A2AF-083AC91AF9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8840E1-FF8F-402A-AE68-E4484F81CD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DF7C7F-5DC9-405E-97B0-2A8BE155FDA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5DA7065-8049-471F-BFA8-E92BC719E97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Teletext becomes outdated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since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only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be used for the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television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corporate image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should stay recognizable in our products. Our corporate color and slogan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2004-11-09T16:17:07Z</dcterms:modified>
  <cp:revision>20</cp:revision>
  <dc:subject/>
  <dc:title>PowerPoint Presentation</dc:title>
</cp:coreProperties>
</file>