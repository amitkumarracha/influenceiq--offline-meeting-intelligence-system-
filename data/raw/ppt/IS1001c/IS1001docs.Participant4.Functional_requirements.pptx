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9D4B42-8D9E-4A2B-A50C-22DEB23317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D32BAD-2B1F-43E1-9C75-DA03C442D3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206F4B-CB86-4079-9445-86192FB1AC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C8EEFC-CFB5-4FD7-B67B-611DF30352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E3453B-EEEF-4E19-BEF3-E982E312FA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57C1D6-5FD8-4A67-BFC4-0E7DCB136A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78BBD6-CC14-42BC-8097-B010E03212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D1C261-3CC9-460A-858B-E47DF12866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3ACEA8-781C-44AC-A81D-6C62B1AF9E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2F8DCA-F80E-43D5-A60F-DE424A670E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C27086-169D-4B6F-B9BF-24DC50EAC68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4B082F-2337-4C67-98B9-45EEE4A7CE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71F063-0CD5-4415-9E95-1FCFA47ADE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24D834-2950-47BC-BDD6-AE8B89514F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1C193E-7DB1-41E2-AC1D-BA02E0FAC4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C70B13-2382-4801-8138-6BA4CCD688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B2B7F6-488B-407C-841D-A8A59E66A1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1E7F25-DFCD-45C7-8736-0487DF392C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E2CCB3-D5F7-4C49-AD99-4138B50DE9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D1B24F-75FE-4CEE-A03C-9F3FA9B11A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78051B-E5B2-4284-8B99-B62D1DC84D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8862EF-96FF-4073-AC51-B0E56E3695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BF48EE-0604-42A6-9148-7D34E40D57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721744-0A5F-41CB-9398-176DDE5817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252C86-4B98-4CAA-870B-BA26ED9F800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5FA799-46D4-4039-AFA3-5333034D39B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our usability lab we observed the remote control use among 100 subjects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also filled in a questionnaire.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Questions asked: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pay more for speech recognition in a remote control?</a:t>
            </a:r>
            <a:r>
              <a:rPr b="1" lang="fr-CH" sz="3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Results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116000" y="2637000"/>
            <a:ext cx="5667480" cy="3105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1838160" y="2395440"/>
            <a:ext cx="5467680" cy="29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in the dark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way to find it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2004-11-09T16:16:42Z</dcterms:modified>
  <cp:revision>15</cp:revision>
  <dc:subject/>
  <dc:title>PowerPoint Presentation</dc:title>
</cp:coreProperties>
</file>