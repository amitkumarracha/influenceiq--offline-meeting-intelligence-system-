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32CE45-A900-43C4-9673-9D1A64B9BB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88588E-CCFA-4CC0-9386-8C9D707F4A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A421C8-1D4E-44C0-9FDE-091BBCBF82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BB1563-19A1-4D49-A96A-B16F246EDD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B53726-9CE3-4B5A-B6D5-AF28C58A92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1A9B46-2362-4F9B-8B48-A43C39D2444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52C382-1C6C-4462-9421-D33E13528A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2D9412-B371-40C7-BE56-D5F3439428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903DD4-929D-4291-BEFA-0233C5279A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3CC926-9C67-4C28-82A7-0178622B79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74A80F-00D9-42F8-8E44-2D19142D52F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B20061-9A69-4D7E-A585-8B203B784D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933071-BABB-4880-B928-0FFB568FDC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74C219-9D01-4BCA-A503-204A945CBA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A4CAE5-9078-4A8C-BA37-28959DE781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34F50B-8AAE-4169-8933-52E55B1C12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979F3B-9BCD-4597-A866-160D887472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2D75A2-2D1D-48EF-8080-8BEC1908E9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96CC09-3D78-4916-94DD-30C1158711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1E4734-AD10-4867-A0B2-61602DD52D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0D1EC8-C8FF-49E7-B05D-86461FE098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3C817A-B754-44AA-B175-A483ACAB66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A723EE-F708-4295-9E80-0D6515D67B5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2ABD33-F237-4EA1-B394-E20EDA3C347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1BE4AAB-0FFB-416B-8B95-1548141DC0A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BAFE6D-1F0E-487E-8D49-7170D6220F0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UID,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23320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Standard chip for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 study for wheel sensor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 study for standard BP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Standard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TA11835 element for RC coding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 of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off the shelf PCP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 of standard wheel sensor (price)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2004-11-09T18:29:00Z</dcterms:modified>
  <cp:revision>12</cp:revision>
  <dc:subject/>
  <dc:title>PowerPoint Presentation</dc:title>
</cp:coreProperties>
</file>