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B7CFB4-7622-4960-B8FE-6D0DD8CA31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5C4ED8-76F4-4D53-82B2-633121DF05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933642-B989-4A38-A6E8-CE1DDBF875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7E13E2-2582-4DF7-ACA3-FFA846C8396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0FEFE5-3049-4671-B8D7-725860B48C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F89129-9312-4134-9B0D-0C412B1D41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19983E-FC83-4A06-816C-E1E098DEF8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5B8F6E-41B0-4E99-A57D-3EF9E2F0D3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34A7E7-2375-4E0D-B580-8BD162EA06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8714B5-6BCC-461B-8C27-F368D47FD6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26F33B-2245-4035-9270-FE90073FE76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B6085A-7716-4A8E-9857-7F8E4FBB109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7BC516-9263-4285-B0D1-F68567057A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6ED61C-6B43-4780-9E58-F8E00B32BD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CBFC62-CCC7-4D59-BB5F-E644317977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FC1307-EE53-459D-9CE6-4212E45AFA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101C10-2A07-43DC-ACB9-7C95B11129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EFFC91-B5E1-4072-8F64-E9E097BED07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C733AB-E4E2-4CB0-BBDC-DC11E4C441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571010-6785-4CBA-B43C-F3E4112566E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7EF4C3-7F43-4BD0-A193-ADD12D42D9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CB2F99-EFF7-4495-9227-EBD5B77C55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1FF32A-CCFF-4F7A-A4DE-BE666D2E6FC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FB7E75-5685-47E2-90DB-68CF50D3A76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D38868D-AE3D-4AB0-988E-0C73C13492B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C83EB2D-454A-4FFC-9603-DAE46B8CD9D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0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Recent investigation of the remote control market shows the following: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most important aspect for remote controls happens to be a fancy look-and-feel, instead of the current functional look-and-feel. This aspect is twice as important as the second aspect.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second most important aspect is that a remote control should be technological innovative. In turn, this aspect is twice as important as the next aspect.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third most important aspect is that the remote control should be easy-to-use.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 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Fashion watchers in Paris and Milan have detected the following trends: 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- This year, </a:t>
            </a: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furniture.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- </a:t>
            </a: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Also in contrast to last year, the feel of material is expected to be </a:t>
            </a: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spongy.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Conclusion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Choose a fruit or a vegetable to design the remote control?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What material can we use to make the remote control spongy?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portable</cp:lastModifiedBy>
  <dcterms:modified xsi:type="dcterms:W3CDTF">2004-11-09T18:26:28Z</dcterms:modified>
  <cp:revision>8</cp:revision>
  <dc:subject/>
  <dc:title>PowerPoint Presentation</dc:title>
</cp:coreProperties>
</file>