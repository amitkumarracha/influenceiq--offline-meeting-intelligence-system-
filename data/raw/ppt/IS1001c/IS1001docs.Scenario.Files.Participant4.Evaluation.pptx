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FB033D-FB29-40AF-9668-84EFDE8649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51E137-5FDC-49C2-A5C0-C99B1EB672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A72F8A-1D54-4107-AF19-06D6AD8531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9E2E1B-A4D4-4604-B662-4B5CEC0557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C42D84-4C41-4E5B-AAAE-045301EC28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6D519B-17E5-4C90-A209-4F38A3C27D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786724-6768-475B-B505-D30B3117E1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50D4EA-A939-44AB-8496-E10E5828FC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009B7B-24D9-4924-B780-2E36D2590B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89D4D6-92EB-47C5-A46A-876FE512D0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A96CC8-F4A3-499E-B010-1CE2F9DBC66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2C046D-4611-4702-9CC8-6682C5E59A9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63866C-C975-46A6-89D0-C5DCD706EC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1CD667-DFBF-4B23-86A9-C300C3F999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F676B9-C22A-4BF8-AE41-ECADD8AA5C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32398E-B41A-408E-A7D2-9F20A085D8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8272E8-C91A-4F95-A370-713AB514CA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1B1828-96C6-44A4-88FA-ECAB825E4D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A7FD27-76CF-4B06-B713-FC8BC634FA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6A0ACA-1F06-41E9-89D2-6E60BDFE25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8D38C2-3CDE-487C-8B3A-5B06719E4A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DCCACC-C961-4AE4-819D-C265DE4BA7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2E3F25-EAFD-4104-8256-22C4BE9FB8E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7B9130-565B-47D3-917E-4E77376E11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13D949D-F0CE-4778-A146-A3EFC665631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FD41B0-431B-44BE-AE3F-3ACB3737BC3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evaluation criteria is made according to the users requirements and the market trends we talked about on the previous meetings.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99840"/>
            <a:ext cx="8147160" cy="413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Technological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Easy-to-use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 to find in a room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Robust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2004-11-09T19:46:04Z</dcterms:modified>
  <cp:revision>15</cp:revision>
  <dc:subject/>
  <dc:title>PowerPoint Presentation</dc:title>
</cp:coreProperties>
</file>