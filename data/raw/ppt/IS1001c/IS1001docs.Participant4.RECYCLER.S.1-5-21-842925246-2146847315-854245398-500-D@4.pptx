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EC6491-82EC-4D44-84EC-02F1994AEB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F89D40-F46F-4B69-A19A-3D42CF1FE0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E06C04-BDB6-4917-A365-CFF6BF0D50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AC77EA-06D2-4B3B-A60B-7E0B73723B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E7C6C3-8C2E-4DEC-BB49-B1B887255D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609120"/>
            <a:ext cx="77724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B4CD76-AA03-4B54-A08A-B7523F1841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CFE221-5BD8-447E-82AC-A254C91624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BEB334-05A6-4F48-9D55-9F91057CDB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F55573-4347-4E82-9CB7-34B19651F2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5649DE-CF29-4851-980F-0570797974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D47F5E-A988-4580-82EA-D0F9A6045C6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313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594144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85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313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594144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D5162D-63E1-4FE6-945E-E7D665DA4A8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0A857FC-198D-48CC-8988-F10E9881D0B4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Evaluation criteria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Presented by: Karin de Groot, Marketing Expert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43" name=""/>
          <p:cNvGrpSpPr/>
          <p:nvPr/>
        </p:nvGrpSpPr>
        <p:grpSpPr>
          <a:xfrm>
            <a:off x="108000" y="73080"/>
            <a:ext cx="1584360" cy="1701720"/>
            <a:chOff x="108000" y="73080"/>
            <a:chExt cx="1584360" cy="1701720"/>
          </a:xfrm>
        </p:grpSpPr>
        <p:sp>
          <p:nvSpPr>
            <p:cNvPr id="44" name=""/>
            <p:cNvSpPr/>
            <p:nvPr/>
          </p:nvSpPr>
          <p:spPr>
            <a:xfrm>
              <a:off x="108000" y="21780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684360" y="730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Findings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000000"/>
                </a:solidFill>
                <a:latin typeface="Times New Roman"/>
              </a:rPr>
              <a:t>Criteria: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Original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Trendy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A fancy feel and look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Technologically innovative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Easy to use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Soft and curved materials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A fruit design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Evaluation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Criteria rating with seven-point scale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2376360"/>
            <a:ext cx="9144000" cy="15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i="1" lang="en-IN" sz="24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i="1" lang="en-IN" sz="2400" spc="-1" strike="noStrike">
                <a:solidFill>
                  <a:srgbClr val="000000"/>
                </a:solidFill>
                <a:latin typeface="Times New Roman"/>
              </a:rPr>
              <a:t>The remote control is according criteria X. 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1905120" y="3733920"/>
            <a:ext cx="3709800" cy="923760"/>
            <a:chOff x="1905120" y="3733920"/>
            <a:chExt cx="3709800" cy="923760"/>
          </a:xfrm>
        </p:grpSpPr>
        <p:grpSp>
          <p:nvGrpSpPr>
            <p:cNvPr id="52" name=""/>
            <p:cNvGrpSpPr/>
            <p:nvPr/>
          </p:nvGrpSpPr>
          <p:grpSpPr>
            <a:xfrm>
              <a:off x="1909800" y="3738240"/>
              <a:ext cx="3700440" cy="913680"/>
              <a:chOff x="1909800" y="3738240"/>
              <a:chExt cx="3700440" cy="913680"/>
            </a:xfrm>
          </p:grpSpPr>
          <p:grpSp>
            <p:nvGrpSpPr>
              <p:cNvPr id="53" name=""/>
              <p:cNvGrpSpPr/>
              <p:nvPr/>
            </p:nvGrpSpPr>
            <p:grpSpPr>
              <a:xfrm>
                <a:off x="1909800" y="3738240"/>
                <a:ext cx="841320" cy="456840"/>
                <a:chOff x="1909800" y="3738240"/>
                <a:chExt cx="841320" cy="456840"/>
              </a:xfrm>
            </p:grpSpPr>
            <p:sp>
              <p:nvSpPr>
                <p:cNvPr id="54" name=""/>
                <p:cNvSpPr/>
                <p:nvPr/>
              </p:nvSpPr>
              <p:spPr>
                <a:xfrm>
                  <a:off x="1909800" y="3738240"/>
                  <a:ext cx="8413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True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55" name=""/>
                <p:cNvSpPr/>
                <p:nvPr/>
              </p:nvSpPr>
              <p:spPr>
                <a:xfrm>
                  <a:off x="1909800" y="3738240"/>
                  <a:ext cx="8413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56" name=""/>
              <p:cNvGrpSpPr/>
              <p:nvPr/>
            </p:nvGrpSpPr>
            <p:grpSpPr>
              <a:xfrm>
                <a:off x="2751120" y="3738240"/>
                <a:ext cx="371520" cy="456840"/>
                <a:chOff x="2751120" y="3738240"/>
                <a:chExt cx="371520" cy="456840"/>
              </a:xfrm>
            </p:grpSpPr>
            <p:sp>
              <p:nvSpPr>
                <p:cNvPr id="57" name=""/>
                <p:cNvSpPr/>
                <p:nvPr/>
              </p:nvSpPr>
              <p:spPr>
                <a:xfrm>
                  <a:off x="2751120" y="373824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" name=""/>
                <p:cNvSpPr/>
                <p:nvPr/>
              </p:nvSpPr>
              <p:spPr>
                <a:xfrm>
                  <a:off x="2751120" y="373824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59" name=""/>
              <p:cNvGrpSpPr/>
              <p:nvPr/>
            </p:nvGrpSpPr>
            <p:grpSpPr>
              <a:xfrm>
                <a:off x="3122640" y="3738240"/>
                <a:ext cx="371520" cy="456840"/>
                <a:chOff x="3122640" y="3738240"/>
                <a:chExt cx="371520" cy="456840"/>
              </a:xfrm>
            </p:grpSpPr>
            <p:sp>
              <p:nvSpPr>
                <p:cNvPr id="60" name=""/>
                <p:cNvSpPr/>
                <p:nvPr/>
              </p:nvSpPr>
              <p:spPr>
                <a:xfrm>
                  <a:off x="3122640" y="373824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" name=""/>
                <p:cNvSpPr/>
                <p:nvPr/>
              </p:nvSpPr>
              <p:spPr>
                <a:xfrm>
                  <a:off x="3122640" y="373824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62" name=""/>
              <p:cNvGrpSpPr/>
              <p:nvPr/>
            </p:nvGrpSpPr>
            <p:grpSpPr>
              <a:xfrm>
                <a:off x="3494160" y="3738240"/>
                <a:ext cx="371520" cy="456840"/>
                <a:chOff x="3494160" y="3738240"/>
                <a:chExt cx="371520" cy="456840"/>
              </a:xfrm>
            </p:grpSpPr>
            <p:sp>
              <p:nvSpPr>
                <p:cNvPr id="63" name=""/>
                <p:cNvSpPr/>
                <p:nvPr/>
              </p:nvSpPr>
              <p:spPr>
                <a:xfrm>
                  <a:off x="3494160" y="373824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4" name=""/>
                <p:cNvSpPr/>
                <p:nvPr/>
              </p:nvSpPr>
              <p:spPr>
                <a:xfrm>
                  <a:off x="3494160" y="373824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65" name=""/>
              <p:cNvGrpSpPr/>
              <p:nvPr/>
            </p:nvGrpSpPr>
            <p:grpSpPr>
              <a:xfrm>
                <a:off x="3865680" y="3738240"/>
                <a:ext cx="371520" cy="456840"/>
                <a:chOff x="3865680" y="3738240"/>
                <a:chExt cx="371520" cy="456840"/>
              </a:xfrm>
            </p:grpSpPr>
            <p:sp>
              <p:nvSpPr>
                <p:cNvPr id="66" name=""/>
                <p:cNvSpPr/>
                <p:nvPr/>
              </p:nvSpPr>
              <p:spPr>
                <a:xfrm>
                  <a:off x="3865680" y="373824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7" name=""/>
                <p:cNvSpPr/>
                <p:nvPr/>
              </p:nvSpPr>
              <p:spPr>
                <a:xfrm>
                  <a:off x="3865680" y="373824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68" name=""/>
              <p:cNvGrpSpPr/>
              <p:nvPr/>
            </p:nvGrpSpPr>
            <p:grpSpPr>
              <a:xfrm>
                <a:off x="4237200" y="3738240"/>
                <a:ext cx="371520" cy="456840"/>
                <a:chOff x="4237200" y="3738240"/>
                <a:chExt cx="371520" cy="456840"/>
              </a:xfrm>
            </p:grpSpPr>
            <p:sp>
              <p:nvSpPr>
                <p:cNvPr id="69" name=""/>
                <p:cNvSpPr/>
                <p:nvPr/>
              </p:nvSpPr>
              <p:spPr>
                <a:xfrm>
                  <a:off x="4237200" y="373824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70" name=""/>
                <p:cNvSpPr/>
                <p:nvPr/>
              </p:nvSpPr>
              <p:spPr>
                <a:xfrm>
                  <a:off x="4237200" y="373824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71" name=""/>
              <p:cNvGrpSpPr/>
              <p:nvPr/>
            </p:nvGrpSpPr>
            <p:grpSpPr>
              <a:xfrm>
                <a:off x="4608720" y="3738240"/>
                <a:ext cx="1001520" cy="456840"/>
                <a:chOff x="4608720" y="3738240"/>
                <a:chExt cx="1001520" cy="456840"/>
              </a:xfrm>
            </p:grpSpPr>
            <p:sp>
              <p:nvSpPr>
                <p:cNvPr id="72" name=""/>
                <p:cNvSpPr/>
                <p:nvPr/>
              </p:nvSpPr>
              <p:spPr>
                <a:xfrm>
                  <a:off x="4608720" y="3738240"/>
                  <a:ext cx="100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False 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73" name=""/>
                <p:cNvSpPr/>
                <p:nvPr/>
              </p:nvSpPr>
              <p:spPr>
                <a:xfrm>
                  <a:off x="4608720" y="3738240"/>
                  <a:ext cx="100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74" name=""/>
              <p:cNvGrpSpPr/>
              <p:nvPr/>
            </p:nvGrpSpPr>
            <p:grpSpPr>
              <a:xfrm>
                <a:off x="1909800" y="4195080"/>
                <a:ext cx="841320" cy="456840"/>
                <a:chOff x="1909800" y="4195080"/>
                <a:chExt cx="841320" cy="456840"/>
              </a:xfrm>
            </p:grpSpPr>
            <p:sp>
              <p:nvSpPr>
                <p:cNvPr id="75" name=""/>
                <p:cNvSpPr/>
                <p:nvPr/>
              </p:nvSpPr>
              <p:spPr>
                <a:xfrm>
                  <a:off x="1909800" y="4195080"/>
                  <a:ext cx="8413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1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76" name=""/>
                <p:cNvSpPr/>
                <p:nvPr/>
              </p:nvSpPr>
              <p:spPr>
                <a:xfrm>
                  <a:off x="1909800" y="4195080"/>
                  <a:ext cx="8413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77" name=""/>
              <p:cNvGrpSpPr/>
              <p:nvPr/>
            </p:nvGrpSpPr>
            <p:grpSpPr>
              <a:xfrm>
                <a:off x="2751120" y="4195080"/>
                <a:ext cx="371520" cy="456840"/>
                <a:chOff x="2751120" y="4195080"/>
                <a:chExt cx="371520" cy="456840"/>
              </a:xfrm>
            </p:grpSpPr>
            <p:sp>
              <p:nvSpPr>
                <p:cNvPr id="78" name=""/>
                <p:cNvSpPr/>
                <p:nvPr/>
              </p:nvSpPr>
              <p:spPr>
                <a:xfrm>
                  <a:off x="2751120" y="419508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2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79" name=""/>
                <p:cNvSpPr/>
                <p:nvPr/>
              </p:nvSpPr>
              <p:spPr>
                <a:xfrm>
                  <a:off x="2751120" y="419508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80" name=""/>
              <p:cNvGrpSpPr/>
              <p:nvPr/>
            </p:nvGrpSpPr>
            <p:grpSpPr>
              <a:xfrm>
                <a:off x="3122640" y="4195080"/>
                <a:ext cx="371520" cy="456840"/>
                <a:chOff x="3122640" y="4195080"/>
                <a:chExt cx="371520" cy="456840"/>
              </a:xfrm>
            </p:grpSpPr>
            <p:sp>
              <p:nvSpPr>
                <p:cNvPr id="81" name=""/>
                <p:cNvSpPr/>
                <p:nvPr/>
              </p:nvSpPr>
              <p:spPr>
                <a:xfrm>
                  <a:off x="3122640" y="419508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3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82" name=""/>
                <p:cNvSpPr/>
                <p:nvPr/>
              </p:nvSpPr>
              <p:spPr>
                <a:xfrm>
                  <a:off x="3122640" y="419508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83" name=""/>
              <p:cNvGrpSpPr/>
              <p:nvPr/>
            </p:nvGrpSpPr>
            <p:grpSpPr>
              <a:xfrm>
                <a:off x="3494160" y="4195080"/>
                <a:ext cx="371520" cy="456840"/>
                <a:chOff x="3494160" y="4195080"/>
                <a:chExt cx="371520" cy="456840"/>
              </a:xfrm>
            </p:grpSpPr>
            <p:sp>
              <p:nvSpPr>
                <p:cNvPr id="84" name=""/>
                <p:cNvSpPr/>
                <p:nvPr/>
              </p:nvSpPr>
              <p:spPr>
                <a:xfrm>
                  <a:off x="3494160" y="419508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4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85" name=""/>
                <p:cNvSpPr/>
                <p:nvPr/>
              </p:nvSpPr>
              <p:spPr>
                <a:xfrm>
                  <a:off x="3494160" y="419508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86" name=""/>
              <p:cNvGrpSpPr/>
              <p:nvPr/>
            </p:nvGrpSpPr>
            <p:grpSpPr>
              <a:xfrm>
                <a:off x="3865680" y="4195080"/>
                <a:ext cx="371520" cy="456840"/>
                <a:chOff x="3865680" y="4195080"/>
                <a:chExt cx="371520" cy="456840"/>
              </a:xfrm>
            </p:grpSpPr>
            <p:sp>
              <p:nvSpPr>
                <p:cNvPr id="87" name=""/>
                <p:cNvSpPr/>
                <p:nvPr/>
              </p:nvSpPr>
              <p:spPr>
                <a:xfrm>
                  <a:off x="3865680" y="419508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5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88" name=""/>
                <p:cNvSpPr/>
                <p:nvPr/>
              </p:nvSpPr>
              <p:spPr>
                <a:xfrm>
                  <a:off x="3865680" y="419508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89" name=""/>
              <p:cNvGrpSpPr/>
              <p:nvPr/>
            </p:nvGrpSpPr>
            <p:grpSpPr>
              <a:xfrm>
                <a:off x="4237200" y="4195080"/>
                <a:ext cx="371520" cy="456840"/>
                <a:chOff x="4237200" y="4195080"/>
                <a:chExt cx="371520" cy="456840"/>
              </a:xfrm>
            </p:grpSpPr>
            <p:sp>
              <p:nvSpPr>
                <p:cNvPr id="90" name=""/>
                <p:cNvSpPr/>
                <p:nvPr/>
              </p:nvSpPr>
              <p:spPr>
                <a:xfrm>
                  <a:off x="4237200" y="4195080"/>
                  <a:ext cx="37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6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91" name=""/>
                <p:cNvSpPr/>
                <p:nvPr/>
              </p:nvSpPr>
              <p:spPr>
                <a:xfrm>
                  <a:off x="4237200" y="4195080"/>
                  <a:ext cx="37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92" name=""/>
              <p:cNvGrpSpPr/>
              <p:nvPr/>
            </p:nvGrpSpPr>
            <p:grpSpPr>
              <a:xfrm>
                <a:off x="4608720" y="4195080"/>
                <a:ext cx="1001520" cy="456840"/>
                <a:chOff x="4608720" y="4195080"/>
                <a:chExt cx="1001520" cy="456840"/>
              </a:xfrm>
            </p:grpSpPr>
            <p:sp>
              <p:nvSpPr>
                <p:cNvPr id="93" name=""/>
                <p:cNvSpPr/>
                <p:nvPr/>
              </p:nvSpPr>
              <p:spPr>
                <a:xfrm>
                  <a:off x="4608720" y="4195080"/>
                  <a:ext cx="1001520" cy="456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2400" spc="-1" strike="noStrike">
                      <a:solidFill>
                        <a:srgbClr val="000000"/>
                      </a:solidFill>
                      <a:latin typeface="Times New Roman"/>
                    </a:rPr>
                    <a:t>7</a:t>
                  </a:r>
                  <a:endParaRPr b="0" lang="en-IN" sz="2400" spc="-1" strike="noStrike">
                    <a:solidFill>
                      <a:srgbClr val="000000"/>
                    </a:solidFill>
                    <a:latin typeface="Times New Roman"/>
                  </a:endParaRPr>
                </a:p>
              </p:txBody>
            </p:sp>
            <p:sp>
              <p:nvSpPr>
                <p:cNvPr id="94" name=""/>
                <p:cNvSpPr/>
                <p:nvPr/>
              </p:nvSpPr>
              <p:spPr>
                <a:xfrm>
                  <a:off x="4608720" y="4195080"/>
                  <a:ext cx="1001520" cy="4568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sp>
          <p:nvSpPr>
            <p:cNvPr id="95" name=""/>
            <p:cNvSpPr/>
            <p:nvPr/>
          </p:nvSpPr>
          <p:spPr>
            <a:xfrm>
              <a:off x="1905120" y="3733920"/>
              <a:ext cx="3709800" cy="923760"/>
            </a:xfrm>
            <a:prstGeom prst="rect">
              <a:avLst/>
            </a:prstGeom>
            <a:noFill/>
            <a:ln w="9360">
              <a:solidFill>
                <a:srgbClr val="a0a0a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2004-08-31T18:22:24Z</dcterms:modified>
  <cp:revision>7</cp:revision>
  <dc:subject/>
  <dc:title>PowerPoint Presentation</dc:title>
</cp:coreProperties>
</file>