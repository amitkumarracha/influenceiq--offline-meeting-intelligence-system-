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FE93E6-22FB-43B8-9FC2-B4314F9185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2670A-AD2B-4494-8EE0-BBDB902BFA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773939-B467-4F2F-B132-08E34DF6C0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EB0FEC-FACF-4B80-952E-F693FB5A96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907E27-4C38-43F3-804A-F261AD3CFC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45C10-8116-4D79-AC68-DF25FBD50C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0E06E5-1761-471E-8BC0-033B9353C1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EABFEB-B449-495B-BDAD-92CA29FDD0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C4633D-7416-487C-97E1-EC9AA96B76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E0271D-503B-4A62-AEB2-7AD8692ABB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0091D5-E69E-4AFC-A22A-14876610AA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005B9-995F-40FC-BEA9-95935A663E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40FCAF-E917-440C-A05D-32FF70B5DB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9ADB78-44F9-4FAA-A4CB-579FF1FF15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381737-04AC-4B9A-8D4A-73666E7984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CBB7BF-06B2-4455-974F-A61A3BF528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B38665-54CF-48F7-B63D-6597B50EDD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F989AA-B4C4-4716-9178-0FDCADABD1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74718F-1EFE-4E9C-8697-3727426070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AA69D3-28F1-4FE0-AF94-2885687F1F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F3BC42-91A5-4C6C-9114-E3B90D7BAF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F823F0-DE18-4647-8C73-0834D32D27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A093F4-07F3-44CD-B278-3C7604CCFE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68B4DF-2981-4EE7-B3E1-4D66D7EC61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AE0E4D-6E3C-4629-A761-8403EBD8DFD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C2B338-D8E8-4106-9902-9441F5B7206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Production costs: 10.7 euros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Lower than 12.50 euro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Financial aspect: ok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What about project evaluation 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2004-11-09T19:41:39Z</dcterms:modified>
  <cp:revision>19</cp:revision>
  <dc:subject/>
  <dc:title>PowerPoint Presentation</dc:title>
</cp:coreProperties>
</file>