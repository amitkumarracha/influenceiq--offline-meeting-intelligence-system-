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DD0B91-F310-4338-975D-27971E1C68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BECE5A-5619-46EC-BECB-2AC8FD4AE2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7A6EAD-5C99-4566-95EE-EB8CCC5595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15F952-F664-4F83-A120-9A9DB3D628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5D5D0F-7618-4948-87B3-C9D8FD1584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CA4DA0-C34D-4556-88C3-CFF6A989DB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54974A-E153-417C-B124-D48F9980C5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038A64-D0B8-4C5F-B23F-1FD2842748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D06C6E-32F3-4456-A4A0-D8D36C010A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591EB3-4E41-43AF-988C-A5A5DE257F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1767E4-5289-448D-A4B8-A321D3794DA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347E95-2E38-429A-A832-52D70547756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622611-05FC-4884-A37E-D1512A95B9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B2D28F-246C-4FA0-AA56-0519A5FA2E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F7CAD8-302B-4EA7-93AE-4DB03B15BC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B8FC84-9D92-449D-8B4A-33BE478E7C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B5BD2D-DB86-4B8A-BB3D-5D872C3623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D5605D-74DB-4EF8-BC4D-385B0827D7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4A0024-BFC1-49E3-BFC6-C77F2FED17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C31A68-A360-405A-8A45-EAA05DDF2E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4B62C9-416F-4BA7-AEB4-12B0225A2F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A10240-1417-47EC-8236-044430084F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9917D7-4E9E-469A-A972-9DF4E585202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917A6A-2B25-43E4-BFD9-2CFD49E011F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665A38-ABE2-473E-B802-867F3D30A9E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C18C719-1696-426B-9FB6-4DCD3B47DA2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 select materials and designs that fit comfortably and non-intrusively in a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We want a design that is as simple as possible, but not simpler. It must be robust.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SL-7000"/>
          <p:cNvPicPr/>
          <p:nvPr/>
        </p:nvPicPr>
        <p:blipFill>
          <a:blip r:embed="rId1"/>
          <a:stretch/>
        </p:blipFill>
        <p:spPr>
          <a:xfrm>
            <a:off x="1728720" y="1600200"/>
            <a:ext cx="1495440" cy="4525920"/>
          </a:xfrm>
          <a:prstGeom prst="rect">
            <a:avLst/>
          </a:prstGeom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3038400" y="1474920"/>
            <a:ext cx="376560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This is a simple remote similar to what we want.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5786280" y="1600200"/>
            <a:ext cx="176076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We must design something similar to these two, but without the extra buttons. We replace the channel up down button with a wheel. The wheel can be pushed down for channel recall(?)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A plastic opening for the channel numbers is unnecessary and cubersome. It is also prone to breakage. It suffices for digits to  be well separated from the rest of the buttons.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2004-11-09T18:25:49Z</dcterms:modified>
  <cp:revision>8</cp:revision>
  <dc:subject/>
  <dc:title>PowerPoint Presentation</dc:title>
</cp:coreProperties>
</file>