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3B942-CDF0-4B1B-895E-13E15BE5A5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47D4C4-975F-466D-9EF3-5B6A3546A4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17873-9B96-4502-8F5E-3C37ED6267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53F72-B742-4C25-A83F-0B122A3138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552437-D54E-49E1-A978-4EDD8E7B4B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E5137-DB8B-4EDB-B02B-223C51E35E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E1DED-0A75-46EF-B86D-3A99F6A25E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7C576-4004-4B6E-B3E7-2C05E6D345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5205F5-0D40-4C2F-8B7C-9AEAE40532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577316-195C-4B93-B8E4-C2FCCE8B04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20871-0AAD-49F9-B592-F31CE008B2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37A94-B3FE-4BEE-9CAA-E943F3EE97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39682-FA92-418B-8A31-AD15EA0568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6CD86F-DB56-4129-83CA-DFC5546E11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38004C-3B80-495A-AE40-8A6F8FEBE1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E05DCD-291D-4998-AB0E-C065AAA3FC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22C05-3046-4EBB-99C2-6335210F32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4261BC-268E-498E-9419-77F52B0CB7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84AC51-CF1D-4381-BDC6-B91F6EB89D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FB6D5A-AF70-45A0-B249-DF6314AF2C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0B1B3-CBA2-43CE-9015-DF2FDFE2B9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5913DA-3F5C-435F-9660-4B5E8148F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612698-9BDA-4840-8656-38635F2E06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089545-17A6-487B-A457-F99E8C7D7A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57CA58-515A-4196-9016-2A53CB18821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3D2046-9E38-437B-A9C9-9230E8E78FF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