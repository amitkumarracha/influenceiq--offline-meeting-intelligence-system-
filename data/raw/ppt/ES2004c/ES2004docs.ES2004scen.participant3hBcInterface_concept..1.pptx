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B6B8AE-3429-483D-981B-EA72A8C613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E04A29-04B9-47F3-9A50-7E13741C5E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D91E8E-D79B-4AE9-81B3-07129A0E1D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3748BE-E0C6-48CE-8B82-388536786A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B1B124-58A6-4821-853E-DBE9E3ADB1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5E46E3-E8E7-43AD-86C0-782C4710F9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456B26-F6F5-4544-82C0-73C1522EB7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4C2C67-3270-44CB-B6CD-79162E1C4E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8C5777-1A3D-4F8D-83B9-C37305311B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0BE7AC-05D9-4C26-9D95-5BA5B04FD3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A6511B-42F9-42A1-B9C0-F85B0035716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B92F99-F5C4-4033-8FFD-DDBD86266EE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4D414A-726E-4A8E-9168-DC505B7CAF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AE0D50-5B71-4DB8-9B46-7BFD6A6E21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4C165C-0996-4CB9-A6D1-17E9270366D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50FFF6D-5ECF-4F1C-B89E-D1348D8660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BFD461-C346-463F-8B19-B6E4E1380E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2E0852-55B5-46D0-B992-B36F30CE30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B76253-0BC3-47D6-ADBF-98C76C6FE7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1BFEA0-DF8D-40AC-91FE-78A4446DE2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CB4BAF-23EE-4E2E-9463-688A811FA6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4AE960-4042-4C67-B44B-8F90275BE7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38062F-D15C-4730-9D38-2D39B7683D9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934CA2-EF39-4D09-BA7F-ECEB0001774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862B34-CBED-42E8-91F0-E29D69EE5DC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A6EDCA-251A-4222-B757-CFA93A05905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Pawan Negi -User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Input from other departments – Marketing and Industrial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Competitors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GUI or Pointing device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4211640" y="2268360"/>
            <a:ext cx="4475160" cy="318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many cluttered buttons.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Repetition of certain patterns. E.g: The volume and channel  control buttons in centre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Confusing and inconsistent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Trendy - fruit colour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Certain standard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2005-01-19T21:05:54Z</dcterms:modified>
  <cp:revision>12</cp:revision>
  <dc:subject/>
  <dc:title>PowerPoint Presentation</dc:title>
</cp:coreProperties>
</file>