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4DE00F-8F58-4E51-BD98-1EF8CF515F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6E8DAF-010D-49A9-BCCC-2043B30A39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C0A986-399B-448C-8794-AFE86CFFFE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E258E0-3A5E-4043-AFCA-CEB1260C82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7D3D51-F53B-4C53-B621-30AC8BC778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18603E-FD34-4723-822E-2C4C4DEBB7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939BAB-8459-4B6D-89AF-FA746E23F5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BC2024-E0DC-44AB-90E2-A66884ADCE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EE8977-F7DA-4662-8829-D86042C606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6E18F8-068F-461F-85C9-1A17F5C532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BD4AC3-573C-4B9A-9590-5D46D08B3CB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494CE0-CBDC-41BB-922D-3DBBA776C44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DD5EE0-27EC-4773-B1DD-A8E2E358D3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A95938-3AB5-4432-918D-9647CAABC3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57E440-61FA-49CB-9B6F-995ADE599A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3EE096-D262-43E0-9559-0788E47F8A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2938A0-4D65-4876-A004-5C3EFB6F7A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2D5E9D-1D66-40C0-AAB5-2DB5F51AFF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2F027A-0F01-41D5-B47A-2BAF712A23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AFBAF6-3A85-47B2-9E92-D264F74102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B2F733-922B-49CE-A812-C1D57FD86E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A66F43-96D7-4715-AA5B-12F1A55CE4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809F88-AB81-483D-9F58-7E1B74912EE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0CA16E-8B29-4C87-81F2-5482CC466F7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67F4FEC-B8B3-4660-B7E9-6AECDAEC92E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1FE3B1-41DB-4245-9276-1CC425680B4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67920"/>
            <a:ext cx="8229600" cy="468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 research study [N=100] on most important aspects required in a Remote Control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 UPDATE [Personal Preferences]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Findings from fashion and design fairs in Paris and Milan.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412640"/>
            <a:ext cx="8229600" cy="460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Most Important Aspects for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Technologically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 UPDATE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FRUIT &amp; VEGETABLES will be the theme for clothes, shoes &amp; furniture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There will be a SPONGY feel to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2005-01-19T19:38:57Z</dcterms:modified>
  <cp:revision>9</cp:revision>
  <dc:subject/>
  <dc:title>PowerPoint Presentation</dc:title>
</cp:coreProperties>
</file>