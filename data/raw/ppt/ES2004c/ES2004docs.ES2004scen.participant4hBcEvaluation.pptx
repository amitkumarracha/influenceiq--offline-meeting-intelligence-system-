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51A66-3C4E-4A98-AEF6-7FF62847E3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31F154-6A87-478F-80EC-10EF80BB2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822D2-373E-4D8A-B61D-26A232EDD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8AA359-B7DF-48A0-B3DF-E710AE66E5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A6C217-F029-4E3F-9D0D-098CB8F17F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3F1703-37D5-47BF-93F6-6AA12A7F41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FC867-FF57-4DB5-B8AB-9DBA533A19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345C9-859D-4533-934B-152EB812E9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E5FB62-EB16-4C2A-9A8C-605E6FDE2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31065-8D2E-4D39-BA5A-19DE92503B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22DBB9-DFCB-4735-AD1F-8121D6664F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A8EF8-E049-4621-B4C8-FCF9AE6F96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8D4714-FAD1-4EEB-93D9-1221F47828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682F37-9407-43E4-86C7-8015506D41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E08519-B2B7-40AB-A9BF-F9D93AC09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2CF110-3263-4D61-B43A-6C679D4113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09520D-EB74-4870-8525-3331EDDCBF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241D44-FBC4-4F4F-90B3-579F388A50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7488CE-B2F7-4782-86F8-742F9AC147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AAA070-A012-4CE3-AF1A-2F917E6DEC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15EB76-4EB4-44EF-B366-C9409C3C6F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725BD7-D3B2-4C5D-B68D-5C5C9F45DD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CE9BE8-87F5-40C6-B0E1-90478C101C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7346B9-8861-4DB4-A993-9CF3A398CD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6E7A3C-8E97-4C01-8DFF-5901C671C5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76F03A-FA5F-42D5-93F9-666359685F0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Consultant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Collection of criteria is based on the user requirements and trends found in the marketing reports and the marketing strategy of the Real Reaction © electronics company.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Incorporates current fashion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minimises RSI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locate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 = TRUE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 = 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be continued on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2005-01-19T21:42:58Z</dcterms:modified>
  <cp:revision>13</cp:revision>
  <dc:subject/>
  <dc:title>PowerPoint Presentation</dc:title>
</cp:coreProperties>
</file>