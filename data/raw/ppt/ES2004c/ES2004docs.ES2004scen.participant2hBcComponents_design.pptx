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E57C8-C0AE-4E03-A46D-D7C8F82000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541D30-A5E0-4337-B88B-C9DE9325A9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09361-B442-4F10-8213-B610B0E6C4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1BCFB3-1086-4D0B-AEFB-E3F525DED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75093F-0A4A-4B0A-B81A-23008392E7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93BD6-A24C-46B9-B22B-6914BC24F4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BEB33D-1359-4E9B-8560-D6AE01A024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696FD0-7891-4222-BCAD-73591BC4FA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7AB3C-7A00-4534-A9AE-D3324CF5C9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9CBF30-85A0-4B7A-BC93-A83A86FDC1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B4DF33-6F65-4A3C-901C-1B0FE4B8A8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F42847-AAD5-4A8F-853F-B8063EA4BA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3A4D8A-611B-45CA-8DC3-7C38E8F5DD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7DFE9-E93C-4862-BE67-DB621A95E9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3A1046-FCD3-4FDA-A47E-9BB469DD55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ABEB47-2571-4CD9-9266-7E134C60AB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D160D2-DBA5-4D89-96A9-18A5083910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195DE-8D44-4E7C-97ED-593AE9C2C4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ED0BBD-AB9F-4569-816D-1A9CDC5FD0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8037A5-906C-45D4-82F3-E19680208F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B7AAE4-0BAE-40FA-8D91-26D19A5406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6B9E8C-8B7E-48B5-8043-FCC1BF5152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C28397-5669-41D5-A0F3-48EC402855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FE899D-C243-493B-B06A-D3C6723B088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B6CDEBC-A900-40C9-A592-6B94E5166D4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38E3AE-B600-4EF5-99F0-91FCB3ECC0C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William Cooke,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press of the button should activate the TV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Should be able to find easily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into AVAILABILITY of 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47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Main chip used is a </a:t>
            </a: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“TA11835”, these are standard and used in most remote controls.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Battery options: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Standard AA,AAA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Dynamo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Solar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Kinetic Charging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076720" y="1413000"/>
            <a:ext cx="3810240" cy="280800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Most remotes use a silicon board with rubberised buttons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When the button is pressed it sends a unique code to the chip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This code is processed then output by the chip and sent via the IR LED to the TV.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5127480" y="4456080"/>
            <a:ext cx="184320" cy="366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5651640" y="1700280"/>
            <a:ext cx="2876400" cy="270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conserve battery life the remote should be in a ‘standby’ mode while not being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 Material?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Designs?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Rubber buttons, LCD,  Bare??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2005-01-19T20:15:16Z</dcterms:modified>
  <cp:revision>11</cp:revision>
  <dc:subject/>
  <dc:title>PowerPoint Presentation</dc:title>
</cp:coreProperties>
</file>