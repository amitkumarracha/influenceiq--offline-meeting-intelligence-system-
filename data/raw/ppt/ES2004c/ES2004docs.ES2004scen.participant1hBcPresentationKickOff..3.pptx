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0EE73A-E85D-4A6A-86E4-D982DD9FD2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AE17D2-65C0-4F3A-BB81-A88DAAB2BC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716DED-534C-4FF1-8800-DC68CE89DE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6EC1EE-5D3E-41C4-A73C-8BD6D87FC37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20745F-DB94-4F3F-8B29-CE49A9ACAD5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627660-D281-4DDD-AC64-55B9D9DC276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AFAAEA-870E-4A67-B8FE-881ECFA054D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AD64D9-27DE-4B85-AC41-3CA53D67AB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EB6FE1-9824-45D7-B644-9664CC2E72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F65DF8-848E-4A56-92FD-519501EF010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A2F6D9-7F25-443B-BAD2-53AC246DB7B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45B631-E5A2-4B5E-9056-7D26A9EE13C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48CA45-5C0B-443C-B48B-5C723D8516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EFC342-BEBD-42F4-B8E6-6F13D25209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357F7F-9435-475A-8D7B-27000D2639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CED93F-471C-420B-972B-BD6F08C2AB7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74E627-98B1-4C44-A04D-2A503B43158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352F01-72A1-4D5D-9186-4094C000D09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3FE10C-9669-4234-9229-4A2EF84E43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8C313F-B9FD-4E65-8A60-01E9DA77D1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D2711E-B2B5-4632-BDAB-BDF3AD4390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0866AA-BB7F-4343-9F1C-3E19DD2B006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979F48-BDE3-494E-B9C4-4EC27A00D85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DF897E-E224-4A35-A010-AEF35CDB101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464EA32-7F49-4876-9F16-610391A7279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B156F1A-9F63-4554-9DEA-7409C895017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2004-11-11T21:00:38Z</dcterms:modified>
  <cp:revision>32</cp:revision>
  <dc:subject/>
  <dc:title>PowerPoint Presentation</dc:title>
</cp:coreProperties>
</file>