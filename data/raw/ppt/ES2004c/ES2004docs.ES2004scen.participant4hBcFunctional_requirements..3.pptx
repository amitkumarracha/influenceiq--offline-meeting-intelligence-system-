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FA6AC6-68B7-427C-8D15-C03FD16FFD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A1D020-A790-4C88-9878-679D467DA9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2C0E1C-3140-46D7-AA09-3940B5EDF2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33FB51-1AE2-4DDA-9A4E-47839F46F7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D3B74A-754C-4304-B8B2-3C982332C0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BF8D10-1180-4B4A-B1D9-A6AFE80CE66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218D2E-8B06-49C4-959D-92E01327B5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189BE4-FFEA-48CA-A991-145B32B4E1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54BAC6-BD6D-4F6D-B3F8-DB0E954537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6EF81B-3AF3-4CDF-B17E-3FB688ABC5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1408C4-28DB-494E-B300-DB023C97D59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6FBC0E-87CA-4AC7-8C14-58EFC5CF11F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C0CB99-7303-4B42-94FE-FE0C1287AE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25D63B-F561-4905-98FE-02069C2519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8056D1-5CFD-4371-A159-577512AF43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5CAF3B-6999-4BA1-BE50-3699E42D641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5FE09D-4577-4808-BDB3-91BC0EA2119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E97456-625E-4D46-A6A9-2714C6ADD34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0F3259-FF92-47A4-AB2A-72A7F2B922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1612E2-4362-4948-B924-8D237A9293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CF4E84-0DF2-4BC1-A0BC-D2E121450E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832131-39E2-47D0-9DA2-FE8861E1F2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4CDE33-28F4-45AA-9043-B27B1D8FF89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5A2FBE-226C-4F4C-BC96-B36356797F4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03B899C-7662-4C05-B813-488C72F8ECDF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5FDBCD7-B19F-45B0-9FD8-0B37A04F823A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&lt;Dale Anderson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Head of Marketing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&lt;Usability Lab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Observation of remote control use [N=100]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341360"/>
            <a:ext cx="8229600" cy="446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GB" sz="2800" spc="-1" strike="noStrike">
                <a:solidFill>
                  <a:srgbClr val="ffffff"/>
                </a:solidFill>
                <a:latin typeface="Tahoma"/>
              </a:rPr>
              <a:t>Overall, users dislike the look-and-feel of current remote controls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75% of users find most remote controls ugly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SzPct val="25000"/>
              <a:buFont typeface="Symbol" charset="2"/>
              <a:buChar char="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BIGGEST FRUSTRATIONS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Remote controls often lost in room [50%]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Takes too much time to learn to use [34%]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Bad for RSI [26%]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Vast majority of 35 and under age group want LCD display and speech recognition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Trend reverses in older age groups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2005-01-19T17:30:30Z</dcterms:modified>
  <cp:revision>13</cp:revision>
  <dc:subject/>
  <dc:title>PowerPoint Presentation</dc:title>
</cp:coreProperties>
</file>