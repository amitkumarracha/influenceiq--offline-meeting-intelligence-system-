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8F5DB5-509D-470B-9281-6A19627FF5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692E71-6AD9-4FEC-8291-6A2333422E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B77891-F5C3-4B6A-B4D7-DDCCC685B7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43C558-890A-4209-A0C9-2F3A6EB7AE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52A45B-752D-4B05-B1EB-2748043545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68E822-6CB0-440C-B072-929678F049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2839B6-DE3D-44BC-AC45-5A218926A8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B34FC4-9729-4519-BF0F-3C48CC3E06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E53E47-B573-418E-B5D9-920865FEE7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55352D-C18C-4589-A359-96830EC5FA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8D1B9A-083A-4FBF-B118-801F0E6F025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D0E2AA-D38F-4FA9-A6BD-2C4FB6CFF25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2ABA01-83E0-4FD1-8B86-7BBA5F62F9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508BE7-E696-48B0-9133-B8C2DC48E2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9E914D-F0C8-4B49-ADD9-6A1822A68F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350085-B432-438D-8B33-421958B81A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A0BD26-BFD2-4B68-B266-DA70B16839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83FB3F-4184-442C-8D33-127DDF427C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474538-560D-4943-8A48-51467B36EC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94D2D1-7A78-42D2-93DB-8F30BFC7F8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36D7E6-11D7-4B9D-B8F2-BFB25AC13B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CA9B28-DC9B-47BF-8E8F-7AD1D9012A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351B65-84D7-4EC5-85BF-0009F222B4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8F7912-DA13-4251-9269-967471FC29B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D6DF773-C241-4F14-B101-69ACB81B3F4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C3E008E-88CB-43EE-BE62-CC67F6D2344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William Cooke, Industrial Designer Extraordinaire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are we trying to design?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-A device which sends a signal to a TV to change its state, (e.g. power button changes on/off and vice versa)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what other people have designed and take inspiration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Make sure that the new design is original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remote controls use infrared to send signals to a TV.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are powered by some form of battery.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Small easy to carry round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Internal: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Source – Batteries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Chips – To decode the input to IR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Sender – IR Bulb, Wireless range up to 5m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External: Plastic based,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UI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46836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46836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1476360" y="2924280"/>
            <a:ext cx="673200" cy="664920"/>
            <a:chOff x="1476360" y="2924280"/>
            <a:chExt cx="673200" cy="664920"/>
          </a:xfrm>
        </p:grpSpPr>
        <p:sp>
          <p:nvSpPr>
            <p:cNvPr id="126" name=""/>
            <p:cNvSpPr/>
            <p:nvPr/>
          </p:nvSpPr>
          <p:spPr>
            <a:xfrm>
              <a:off x="1727280" y="2924280"/>
              <a:ext cx="12600" cy="6649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916280" y="3074760"/>
              <a:ext cx="12600" cy="3744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1476360" y="326844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"/>
            <p:cNvSpPr/>
            <p:nvPr/>
          </p:nvSpPr>
          <p:spPr>
            <a:xfrm>
              <a:off x="1914840" y="325404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0" name=""/>
          <p:cNvSpPr/>
          <p:nvPr/>
        </p:nvSpPr>
        <p:spPr>
          <a:xfrm>
            <a:off x="3203640" y="3573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"/>
          <p:cNvSpPr/>
          <p:nvPr/>
        </p:nvSpPr>
        <p:spPr>
          <a:xfrm>
            <a:off x="1476360" y="3284640"/>
            <a:ext cx="0" cy="14396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1476360" y="3933720"/>
            <a:ext cx="17272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>
            <a:off x="3132000" y="4508640"/>
            <a:ext cx="84636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000" spc="-1" strike="noStrike">
                <a:solidFill>
                  <a:srgbClr val="000000"/>
                </a:solidFill>
                <a:latin typeface="Arial"/>
              </a:rPr>
              <a:t>UI Interface</a:t>
            </a:r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3276720" y="263700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6732720" y="26370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000" spc="-1" strike="noStrike">
                <a:solidFill>
                  <a:srgbClr val="000000"/>
                </a:solidFill>
                <a:latin typeface="Arial"/>
              </a:rPr>
              <a:t>TV Receiver</a:t>
            </a:r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7596360" y="2997360"/>
            <a:ext cx="7207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>
            <a:off x="1476360" y="4724280"/>
            <a:ext cx="16556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 flipV="1">
            <a:off x="3564000" y="4149360"/>
            <a:ext cx="0" cy="3589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"/>
          <p:cNvSpPr/>
          <p:nvPr/>
        </p:nvSpPr>
        <p:spPr>
          <a:xfrm flipV="1">
            <a:off x="3564000" y="3212640"/>
            <a:ext cx="0" cy="360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"/>
          <p:cNvSpPr/>
          <p:nvPr/>
        </p:nvSpPr>
        <p:spPr>
          <a:xfrm flipV="1">
            <a:off x="2124000" y="3068640"/>
            <a:ext cx="1152720" cy="216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"/>
          <p:cNvSpPr/>
          <p:nvPr/>
        </p:nvSpPr>
        <p:spPr>
          <a:xfrm>
            <a:off x="3924360" y="2997360"/>
            <a:ext cx="2735280" cy="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"/>
          <p:cNvSpPr/>
          <p:nvPr/>
        </p:nvSpPr>
        <p:spPr>
          <a:xfrm>
            <a:off x="4500720" y="2565360"/>
            <a:ext cx="1295280" cy="246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000" spc="-1" strike="noStrike">
                <a:solidFill>
                  <a:srgbClr val="000000"/>
                </a:solidFill>
                <a:latin typeface="Arial"/>
              </a:rPr>
              <a:t>IR-Data</a:t>
            </a:r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Available to a wide audience, cost low.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be different enough to get a good consumer base.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Small, easy to lose?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2005-01-19T18:08:32Z</dcterms:modified>
  <cp:revision>14</cp:revision>
  <dc:subject/>
  <dc:title>PowerPoint Presentation</dc:title>
</cp:coreProperties>
</file>