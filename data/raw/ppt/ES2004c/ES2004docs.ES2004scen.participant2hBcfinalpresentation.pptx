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62DB96-B394-4CFE-ABE4-D90624CA39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D79F91-2E14-4E87-B0E2-07EA68A1B5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2C98DA-D295-49FE-8F8C-95B713FB9A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29ED4D-0E3F-4CEB-A8A0-BE3B485B17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D4AAFE-11D7-4135-A817-519DFF8698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036E61-747F-410A-B65C-8E7ADFD897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A8CB8E-08DD-42DB-98BA-CA2742D6F5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6B175B-86FB-4321-B559-BCA4025820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448032-79B4-4D12-ABE6-F485D1A2D8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293E3B-FD1F-4845-8417-BA8BF0E9F8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48E65F-A7D2-4FC6-8F71-0FE9D8CD73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92BEC4-CA4A-41AB-85B4-9BADBDDB9B3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22C5AB-2AF5-4C44-BA8C-0442C3BAAB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7127D4-412A-4947-BDBD-E47D8C81B1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E0F672-AE78-4B46-86C2-431C235D98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C8E871-21D3-4B7B-9A7E-18C5748300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ADC669-BC8F-4DEE-974A-186A81950B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004F73-95C9-477D-BF01-8A0D6A1F94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5B8BC4-FF9C-4D93-BD8B-09FA46117C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46C45F-B82E-4C36-A30A-780E9A61D8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8B5957-478A-4A5C-8FB5-FE85F5280B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FEEA5E-880E-4435-BD5D-99E47EA96A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5C7D61-B9E7-44EA-9419-2865418423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E8CE29-68B1-4475-89C8-DBE12398C6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269A1D-4EAD-47EF-BCF6-2430B879FA7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5B7EDE-3B25-4467-A169-8419053E120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Look and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William Cooke &amp; Pawan Negi, Industrial &amp;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Exterior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Plastic body: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colour: White? Blue?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Rubber outer casing (changeable facials)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Wide choice of colours,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Clamshell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Interior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Batteries: Kinetic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is the remote?”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I’m Here!!”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transmission with TV, using standard chips, PCB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Screen: B&amp;W LCD Touch screen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Bottom Screen: Rubberised Standard Buttons inc. Volume, Power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Also containing the new logo!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that’s how we’ve put the fashion back into electronics!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2005-01-19T21:33:48Z</dcterms:modified>
  <cp:revision>13</cp:revision>
  <dc:subject/>
  <dc:title>PowerPoint Presentation</dc:title>
</cp:coreProperties>
</file>