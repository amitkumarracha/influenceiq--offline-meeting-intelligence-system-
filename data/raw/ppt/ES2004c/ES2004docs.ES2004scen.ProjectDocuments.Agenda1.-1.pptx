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00DE8C-3B9B-4B83-A079-19F3C5EA07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6C77B8-2188-42FC-A4B4-8B27F463A3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7F07BA-01D3-4B62-B463-CAF24DE539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99AD13-8E74-46C0-8F7E-3A7CBEED88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8C9825-44DE-4F0E-ACDE-2781CA5377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541C1E-DCC0-4BCF-B5E1-803EF1B2A7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B61324-391E-4C81-9FD6-FC1987C4AA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86B33E-46F4-47C6-BB1F-3D34B1A162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3E2BB1-C5C0-4F8F-8709-02D2FD8C12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847B5F-D22C-43EF-BCC8-07E63B4AB1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6BF54B-B5EB-4269-935E-9087D5B9EA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BC1509-A820-4B2F-AA61-0532CF5ECD2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60B87C-2485-44FB-A0D1-C04ADAC284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A8CD24-2A81-4DE7-9B13-376ECE5791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B190CA-208A-409D-9794-4506372D12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F2D759-B8A0-433D-B585-ABCC65D579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24FC9C-3D14-4F75-ACC5-3854C163F6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0D9CC7-522D-4D0E-AA0E-0837A7FD85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4CFF1F-30D5-4D2D-8C4F-1ED6516FFA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39C05B-83B0-45E6-8C3A-B5CB854CB1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3FAC20-4F69-4CCE-B196-2CF31ED57C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3B7900-2A0E-4530-A814-6D3D482DCE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E4A314-EF0C-4C9B-9214-5852A9895B8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71F604-2EEE-426D-B097-30C49020A8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54933C-6121-4941-B26A-8942C5C5CB1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ED5B64-53EE-4165-8738-A321FAB5403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2005-01-19T19:25:38Z</dcterms:modified>
  <cp:revision>20</cp:revision>
  <dc:subject/>
  <dc:title>PowerPoint Presentation</dc:title>
</cp:coreProperties>
</file>