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3CACE2-E090-48A6-834E-A476063CF8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085854-9200-4F1F-A22C-EA43C2862E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C08C82-0C9F-4C40-AFD7-B427431C04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E7A30A-D159-442A-9F94-A7DB11DABE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82398F-CA43-44B4-89A0-5A05CBB480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FBBC85-FBB1-4714-9C33-DC87334AA0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478BF9-6F90-4F35-820F-BDE15CEE11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C0DC2F-3A70-486C-905F-1395089F0B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E2B343-9C56-4312-BC6B-612D08E8C4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760B02-1901-403D-97F1-72CAFE452D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AC9F9B-A526-4A0C-B1C4-BF11121D28B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55FD41-46C6-4017-B5AB-327019D1E46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22AB82-065B-4DAF-B9F5-E38FCFEEDA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59F891-E76E-4D79-B99C-B1475DB840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BC6A72-964B-421A-B5A2-91EA7611B9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07BD2C-70D0-4C77-8EA4-222CB6CF7E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F3E14E-B486-4E22-83C9-628EDA0A5F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51E5FA-F564-4642-B907-D1C0FDE094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524748-8D1D-460A-81C3-3B1D00466D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98A07F-7947-4E87-AE25-45C8C60A14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3DCE00-912D-4C73-94A8-3B797B4E5D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9D904D-D5F4-49F2-B59B-40452CC49B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2EA87C-AD1A-4208-88C0-074A5F91807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492E75-BBC3-418F-BA18-B8C65F92D75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C8677C0-04D5-4628-ACD8-F2FA478EB70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8DD1183-A95B-4B4B-9A17-2CB1EA6EABA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2005-01-19T21:42:12Z</dcterms:modified>
  <cp:revision>21</cp:revision>
  <dc:subject/>
  <dc:title>PowerPoint Presentation</dc:title>
</cp:coreProperties>
</file>