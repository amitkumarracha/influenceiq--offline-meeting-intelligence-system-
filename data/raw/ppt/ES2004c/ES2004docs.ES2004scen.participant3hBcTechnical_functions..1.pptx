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7C8A75A-334B-4DBE-846B-D575E0E2BAD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E0DD97-4B2E-4FD0-AD1A-C1544D3A47A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A4B705-26A5-48E3-A90E-E6CF5ABB18D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DE795D-DF1A-44B7-BDB8-AEB8C0BA3C8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C57EB79-221C-4F51-94F8-5D4F149BF91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0183ED0-A779-49AA-9B9B-0F4F9B5FFF3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D75A5F-5DE3-46D2-A406-B6410DF6248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6AE2E9D-F2F6-468F-BACD-4610E9D37D7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E2715C6-CE78-4A54-BFC2-A8FF59B3DDD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75DF27-9080-4C9A-8F8A-BA020F23CA4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36F1D8-29C2-4DEA-834E-EE74FF4AB24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7BCB0E-ED1F-4200-B189-A61EF93E55F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705C642-6094-47E9-8B11-4D4E7AAA369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B46CCF5-9F6D-48CE-B3E3-1D52DDFA544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5F57237-1552-4B76-9BC9-1638C43D9E4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F44DA8F-3F77-43A4-B696-B798D41EB7C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AF70427-A591-4D61-84DC-E01C7DE982E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73D44E9-C8FC-4250-94C7-03C9C7F8C78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8CB7C80-D993-434C-BDC8-4C1D9C2D68B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3B12C51-EC66-4980-A752-BA0DDDA277C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474291C-E93D-4AEA-940E-748AFF94B2D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A4114C5-C11C-4EF5-ACA0-5ADA115B63C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153529A-B846-49CC-AC41-E5AB2B05BDF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140EA4C-B3FB-4FBD-9604-57083E8D5A7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8AC7358-DD8D-4873-841D-98CC5E908633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1E531FE-2A1D-4938-8C4B-B1CEFDBA1110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Pawan Negi,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4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Purpose of Remote Control: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To simplify the interaction with TV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Main Feature – User friendly by being easy-to-use, trendy and engineering marvel.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Concept – A Flip top model. Main function on the top and complex function inside with browsing facility. Added features such as shock proof body, trendy design.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Most people prefer user friendly rather than complex remote controls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Economies of scale -Due to high volume, we could produce this design at a cheaper cost.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Flip top design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Trendy colours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Soft exterior plastic body and soft buttons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Thanks you for your attention.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Any comments please.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2005-01-19T19:19:05Z</dcterms:modified>
  <cp:revision>11</cp:revision>
  <dc:subject/>
  <dc:title>PowerPoint Presentation</dc:title>
</cp:coreProperties>
</file>