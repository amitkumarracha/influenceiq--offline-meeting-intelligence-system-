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B10DE1-7F3D-41A4-B0DA-5301DEE4D6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E4AE12-EE4A-4F9E-83B8-4E098EE03B5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51BF97-BADC-4B54-AC31-6EB3E1752F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5E2348-E3BA-4DA1-BE22-569CF90B4C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4907E1-807A-44A4-AD0D-7C10D398FF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0B603D-C926-45AC-8F3F-671B32251B7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BCB62-5ED7-4F4F-BB5E-7F32868D4F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96AAA3-840E-4007-AA2A-A1BF5C4469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E0DDAE-F804-4DD7-925E-D20BF509DA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D5CB52-1448-460A-9CF0-8F5D8164965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9217F-88D3-4481-A1DF-6D93020F9E6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3815F0-A689-40E0-B9C0-1BC0FC998BA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AB8355-76B6-4619-B7C6-78EFB880F1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55719B-E55B-48E5-829D-33C5E0A001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F0EABD-575E-4194-8F80-31573B63F9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CFB0D5D-CAC5-45F4-8CD7-9C80F4D21B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8E0EF07-7247-47B2-A636-23FC8818592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5EA13C-E945-4FE5-911A-17D2110DEF0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50845-4CBC-4BF8-ADED-3917EE4231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177A29-34FA-4A2C-AE7C-327F1EB6C26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17F68E-DD41-4A8B-9CB1-5541FD91894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974F89-97DD-47C3-B07B-38939F7AD6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D4AF65-CE7C-46D8-9D31-472EFE64A0C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377BE1-8F85-4F6A-AA70-A438760ECA7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DFF836-674C-45EC-AEAA-15D6BE7B777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82EAC1-2F2D-414F-BD5E-7F5C26AD458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Sarah -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Satisfaction with, for example: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Don’t forget to complete final questionnaire and meeting summary!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2005-01-19T21:41:58Z</dcterms:modified>
  <cp:revision>21</cp:revision>
  <dc:subject/>
  <dc:title>PowerPoint Presentation</dc:title>
</cp:coreProperties>
</file>