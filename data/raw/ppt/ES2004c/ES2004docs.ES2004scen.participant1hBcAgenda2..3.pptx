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5EBC4A-3351-4A59-B59A-BF2A9C11DE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4BC1E8-9BB8-4D32-B20B-0E179AF9CE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B19BD5-20F6-467A-B26E-2111B072BF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DFA69D-94D7-40FC-A1CC-21E47BDDF82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E5B03B-5039-4BA4-B796-55F244D22C2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72EC35-2DC4-43EA-B183-E5184E3A67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0EB8FD-B1F6-4404-941E-757DB95F3A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9D83E5-8531-45CD-883B-E565927FFA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ED79DE-E1EF-48EA-AF0E-CD086D3C18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DF1502-734B-44F8-973C-C567F804122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23D9C9-705F-4219-9C3F-E0B45987777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91ED82-F9F3-42B5-B777-D3D2378251F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18F6B8-21E2-4E32-BBF9-C64AC9EC8F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6D0B40-804D-4625-A253-27493EFB5E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92314A-2C1A-4840-B3E4-23B850DAD7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34ACC0-0B00-4E6F-90D3-2510EB1012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66481F-CAF4-4BE5-9EFE-2883F2F39A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B285A0-65D7-4484-AA73-C9A1841A63D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384D47-E5AA-4A43-BD14-F8FC3964C20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D6EE36-A0B0-4675-A266-FAF29ABA32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65E587-664A-40EA-8824-17A8C21F1A2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F8A51E-B2C6-4513-BAB6-F49E7C8FFAD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73C5FD1-DC79-4236-9C4D-65EAA3E4AA9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9DD907-71E7-47F4-8BDD-DB557C70BB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6F06628-8836-4EE3-A77A-AEC7824D516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A1E748-580C-40FF-A1CC-6292099E7E3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2004-11-11T20:39:26Z</dcterms:modified>
  <cp:revision>19</cp:revision>
  <dc:subject/>
  <dc:title>PowerPoint Presentation</dc:title>
</cp:coreProperties>
</file>