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9F46A5-85A0-4EC6-85FC-11E051BB34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8B903E-5430-4307-841E-C7DFD166FD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973227-50B3-4CD4-BCA1-31ACEF6331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9CEFD0-8A16-4F7C-89E1-9236FE3CFC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D41C40-257D-472B-8D85-FE043521B8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78EF2C-5205-461C-AD59-5B682904EF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F1BB8A-1987-4DE4-B62B-4770FC64BC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104D65-7C0A-4E3A-AAD7-43A722D884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BAA754-1A87-489F-B7F3-DB6231A3B0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A307BB-3478-43AC-BD77-037FF471A7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224C43-0409-4D76-A384-D1182A6FCC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321E2A-DFF0-4FD3-84D0-C6D17CF5DF4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04FA42-1D2B-4392-AECB-2A5E59696C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411499-9849-4617-8B2D-3E76C761EB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48512B-A12A-476E-B3FB-029AC5B929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26D6CF-6B33-491B-AB7A-01FB4A83CD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03F0C3-B916-4C51-93A4-82A745D17C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0160FD-9F0A-4BC6-AB73-C5C3C387BB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4E7EC2-B4A1-4292-8A87-289697F5D9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2D5F0A-96F5-40AD-8A85-52C2D88408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96BB9A-B563-4513-B9B6-49DA5CFB8D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5A41F2-10C8-4FC3-998A-E8E675A967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09114B-9E70-42FE-BD96-6A6C30E36C1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DA702C-03EF-419B-AEB8-F0E243392D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1F50F33-8F61-4DA1-9E21-7AC1DBA0440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FE5300-30FE-4FB7-8E19-135D5D61744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