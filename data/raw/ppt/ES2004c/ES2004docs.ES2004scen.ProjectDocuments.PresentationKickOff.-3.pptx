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1F697F-E61C-4575-85C7-12E86C1773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2C2B36-18AD-48EC-9432-089D7554AC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0BE41-39B5-4DA7-9526-4179F0DB03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20758A-74B6-4ECC-A4F6-5DAA18E393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141C75-3D2B-4214-B149-F36116F0AB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7E4D2-9B9C-4D42-8D79-1FADBDB277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66B0C-C744-4257-8263-ACAE714751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340257-EE42-4014-B0A6-FB169D8D2E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CACA0-5094-4BC3-A76F-5EE8941D9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E373D-1848-4E3D-A9CA-BBC096A5BD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6BA607-C5D3-49A1-881C-9CDEEC782A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96B32-818E-4B31-816E-B19899A121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53CB55-EF3F-48C2-ADBF-89B7D22995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281EBF-F57E-4AA5-90ED-4DDBBAE3C3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72CFE7-6CDF-4D46-B539-D21F66CDD1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57CCF5-181A-41D4-8DB7-F50EB3761A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46051B-0A4B-4D47-965D-54CCF514CC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13CF98-559C-437A-BC5E-3905E09DF2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F4ADE6-CD0A-45E1-9493-BE8AB4AD75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B18EC3-6BA3-481C-8AB8-0B8BD4E539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AF971F-9E76-4CAD-A74A-4B3B408D98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6A5CDA-1E55-48B8-92E6-E5A9880220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58061D-4872-4975-B9E9-27185B375CC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0C08DA-D5C5-4B6D-AD31-C0DFDCD7FD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A3D2FB-D619-4233-B52F-875B7175A55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BF26E9-6682-438C-9688-5D8AF34313C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work; </a:t>
            </a:r>
            <a:r>
              <a:rPr b="0" i="1" lang="en-IN" sz="2400" spc="-1" strike="noStrike">
                <a:solidFill>
                  <a:srgbClr val="ffffff"/>
                </a:solidFill>
                <a:latin typeface="Tahoma"/>
              </a:rPr>
              <a:t>needs, effects and works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2005-01-19T17:23:27Z</dcterms:modified>
  <cp:revision>33</cp:revision>
  <dc:subject/>
  <dc:title>PowerPoint Presentation</dc:title>
</cp:coreProperties>
</file>