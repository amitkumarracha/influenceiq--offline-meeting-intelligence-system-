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6CBC04-B20E-43BC-B6B3-CFE18C2E96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10FC21-5985-4D62-8CCD-8013ED91D3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4A9C32-118E-4F9C-AC18-502C967E41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D2D076-40A9-46CC-8434-253C5C7795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29C076-7483-4B00-B0B8-E1286167FC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321F42-B8D7-4BB9-A074-5AA5818668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94DC0D-8BFA-4485-84EF-25C91F2DFB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5E81E7-4AE6-49E7-AA17-6B03A9CD89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E5E4FD-F956-41D8-B9E1-11904E74F7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7D290C-FECB-4E54-AA7C-4A9384B580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B88E07-00DD-429B-B78E-86B38206040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7A5605-585C-4D09-B6E4-889CF4A1D5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616463-63CE-4139-8374-9E33B20FCF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271E67-B19E-4ADC-8568-F7965AC039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76357F-8054-41DC-A1C9-AD5C22DB14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D94BAE-F904-425D-B6B9-AE01AC4135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9EF501-1874-4A5F-BEC5-9D3CB1B211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0AA65C-7E75-4012-A2FE-F8DCEC58F7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3142B2-D9B3-4593-8C30-F219503851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D58760-8911-482D-8BA3-4A0AD122DB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2802C3-18BF-4E31-B1EF-99FEC2392D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FEFDEA-7265-4F94-88E6-6F0311D562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1139A2-2A42-4E4F-B07D-41182BD5437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8DA98A-DD4F-4788-A7C6-6F821875CC0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1C9D34-86BA-453C-844B-436AA98DDE4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EFA912-D602-4910-B0C2-ED19F3FFAEC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2005-01-19T20:20:59Z</dcterms:modified>
  <cp:revision>20</cp:revision>
  <dc:subject/>
  <dc:title>PowerPoint Presentation</dc:title>
</cp:coreProperties>
</file>