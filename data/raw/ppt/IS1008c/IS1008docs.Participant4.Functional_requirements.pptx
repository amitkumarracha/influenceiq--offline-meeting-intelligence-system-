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410F7-D950-43C2-B91B-E048CBF95E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7182B9-C006-47FF-A6F4-1B03A0266F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B1047-9E95-4C52-9832-2D3E57ED63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73F66-25B2-4DE6-99C3-5528B0AC1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8B7C86-AA42-4AC9-B780-97F5B8DC1A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D4CD9-F81C-4CB4-A222-7B52273CFB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25BDA-7E6B-45BD-8ACF-CE8F976508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A4012-6DCB-42A5-84A4-0928C27E4E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B031D6-6941-427D-82E8-25265113D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6C8A0-B065-4D3F-899D-9A14DBC777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83C3C3-4866-4808-BE9A-265E82E5A3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6210D-D0EC-4387-A7DA-41DB4C7A6E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EDF418-3588-4E41-A508-1BF5C30E7A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A3F10-D6DA-4124-BB65-A7566D3C9E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36E69-10E3-4590-A387-D5F16A0CC1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CF22EB-A17E-43C7-933B-154082EC8B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168E87-EF98-4CDD-A101-332218FEF1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2245B-28DE-4F31-91AE-50233EE873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AE919-D794-4AFE-BAB5-86949E8E69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7ACD8-9CC2-4A28-9294-5AC14A3046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94E57-8B05-4D56-82F0-835B89FDC5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F1BFF-AC06-4BBB-B2C0-4C5E3146EE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7ABBE-BA96-4D3D-807D-84954B9447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99F95B-92A6-4AE4-B66F-D12D3BA805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C36B32-164E-4D6A-9EAF-36F0C3ACFE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62F637-64EE-4D4A-8E58-1BC61B54B5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&lt;Ed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Independent study shows that the market buys nearly 8m per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Internal company evaluation- market will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purchase between 8-9 m remotes next year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Target of 2m units to be sold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Price must be 50€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Production cost cannot exceed 25€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(obviously material, labor, transport,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promotion)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Company must take 25% of the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(over one year period)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2 Fancy, 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4 Speech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 Cost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Company must evaluate feasibility of being able to capture enough of the market to justify putting new remote into production.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2004-12-10T19:49:51Z</dcterms:modified>
  <cp:revision>14</cp:revision>
  <dc:subject/>
  <dc:title>PowerPoint Presentation</dc:title>
</cp:coreProperties>
</file>