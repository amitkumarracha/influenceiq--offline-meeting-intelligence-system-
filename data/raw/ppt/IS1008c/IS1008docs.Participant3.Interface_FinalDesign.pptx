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94BC2A-F59E-447E-A457-EA517EB4B1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298385-31D7-425C-9476-941A921583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4C05FC-4E59-44AE-ADA9-30A6A86F0C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5F7FD2-59A4-4055-837F-EBB98BB524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5BE7F5-3376-46CD-8CAF-B317C09799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A338E0-9A54-43B2-93CA-8FA499E87C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74E2FF-15BE-41DE-9E09-32FABB6B4A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889B51-B670-4EC8-AA73-CCA9300C27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181A11-99BA-4B2F-935F-84ACDEE407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F30BA2-0180-4ECD-9DBF-BF9936157A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8FF908-024A-40CE-B1EC-BBE7B9C2B0F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64EC89-932E-42AE-84A8-BD79D28B9F9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3B9290-CDD2-427C-9389-A9A57FA869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85231F-663A-482F-A767-123270AA4B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88AF6D-761A-4BAC-AD2C-00E306C207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579B12-403D-4654-B3D7-3F413C9106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6D1164-2FF2-48E7-840E-FAD221762A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AAA9A5-F34F-486D-84F8-19C325F7EA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BA6AC6-E05C-4C3E-86DD-4C5C12BA99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18CDCA-4C38-49A1-955E-D315FBEAB7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83E02B-B135-449A-B019-A9E2CEDDC8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8599E8-5D50-4473-8059-75D0D8F79C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4B048A-6B57-47B3-B9AC-B6B43BB9A1F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841847-57AA-4B61-9BE8-BD43E20C5F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01518D-2926-4EF2-A22A-FCD77658AFE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2122AEC-5B7A-454F-918D-302078BB985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Agnes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Specifying the case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i. Form  - ergonomic shape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ii. Material -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iii. Color - customizable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Elements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1" marL="743040" indent="-28584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 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i. Function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Turn 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Volume and channel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Menu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Voice recognition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LCD screen on flip panel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ii. Position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grand unveiling 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2004-12-10T19:50:12Z</dcterms:modified>
  <cp:revision>8</cp:revision>
  <dc:subject/>
  <dc:title>PowerPoint Presentation</dc:title>
</cp:coreProperties>
</file>