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F2E237-BC48-4533-B55A-52ADBA6B03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132005-8379-469B-A7ED-316948B5AD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DF3CD9-F6E7-40C8-ABA4-DCD783DD59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91D376-6580-4B2F-B3F5-0A72785369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F07038-1527-4B41-A934-E4FC474FCF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09B57D-83BE-4B41-A4FB-21BA9F05B8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1DEC21-4CC3-493F-A932-45C4D7C6CF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F38D75-6E85-4417-BC8A-CC992151DA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5DADEB-F089-48B8-80EC-6A5226933E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9D5B67-CC38-4FB1-B809-D53D9DF3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B5FD8E-B622-4C93-8BFC-1804548D23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368AAF-A412-4D16-B901-CC6958D4F6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49FF55-A944-4D44-83CE-55B4D151A9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31BDA3-4469-4CD7-9DD1-56C99415AC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A8DADB-3DE9-4172-BF0A-07134F9946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EDC45E-C4BA-4D98-9AE2-BEB32C4C14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7F5F86-B997-4199-9509-4B7016E4E2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2C66EA-97EE-413C-AE97-F03B6C81B8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F2CF59-4097-4510-A577-0EA8FCA516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3D858B-61A4-4AA6-B19F-148E5CD6CA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DE5FC5-CBCE-45CA-94DA-372E50F109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8AC6FE-0616-4747-BE3E-BF4D101AB1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A61B02-20AE-46F5-87FA-495FDBBF9A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5481C5-399A-4CD7-9224-55812A9EB1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D0A2D50-CF1C-4877-A373-517F8F18268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1A3C28-708C-490D-A024-8B8D1A288A9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Agnes,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Need to look at what people like and don’t like about existing TV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Need to look at why the good ideas are good and the bad ideas are 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May seem simple, but it’s not!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functionalities do we want to use/keep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should the remote look like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Needed/Useful functionalities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Turn TV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Change channels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directly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Surfing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Control the volume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Control menus on the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Problems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 many buttons on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buttons do isn’t clear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Often need to know specific button sequences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Buttons are too small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Some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539640" y="260280"/>
            <a:ext cx="1714680" cy="579132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7093080" y="189000"/>
            <a:ext cx="1726920" cy="583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Keep number of buttons to a minimum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Make frequently used buttons bigger and more strategically placed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Keep the design sleek and simple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2004-12-10T16:42:54Z</dcterms:modified>
  <cp:revision>8</cp:revision>
  <dc:subject/>
  <dc:title>PowerPoint Presentation</dc:title>
</cp:coreProperties>
</file>