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A9D1AB-671E-46CC-9FCF-D6A34A6521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D27D3-8454-4ACD-9657-29735E1945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B556B7-C877-4B90-992A-D41E308ACB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B42BA-EDED-4DE9-B38A-0D987A9FB2B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78B23D-C6AC-4439-B845-E108BAB50E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369744-48D5-498C-9ACB-56F7AC3DD5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FC6CCA-B75B-4C62-8BDF-29E5DEC74B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670F46-EE16-47E7-AD7B-8159893089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F3A49-4674-4A87-82F3-48DBF6F9D7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CE9A22-6238-4941-8769-0BF5754934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21F3FE-8818-4F53-AEA2-0651B01322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284650-44E2-438C-96B3-A132896DFF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FDCF21-BBB4-4B1B-9C98-28D763A3EE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EF4431-E913-431E-9882-7249AADA8E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6B58AB-75B4-43D3-83F0-E6133A11AB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CCB0F7-F529-420A-8439-6BC51B24CF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DF3521-9368-499A-B0DC-664E38FF21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1D621-7631-49E5-A8FA-2BA7F3D2F6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0FBC21-A5DA-4639-9ADB-25F4A65035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257B04-6B2E-4265-B506-2AD621CB40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DC84BA-E83D-495E-9CF1-B0D663C675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AEC970-0D18-4664-AAE8-28516E0E9B6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C3CB45-4CB7-4475-BC10-0C03056C72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266323-7F4D-4A31-BB53-2C7CAB2F40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694357-E94F-4F76-95E8-951F7DC1E36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35F26D-1DEB-43C5-867A-964B1DBCEB8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2004-12-10T19:32:44Z</dcterms:modified>
  <cp:revision>19</cp:revision>
  <dc:subject/>
  <dc:title>PowerPoint Presentation</dc:title>
</cp:coreProperties>
</file>