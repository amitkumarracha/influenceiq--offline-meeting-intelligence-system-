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D700BA-A4A7-4C86-A9D5-BB11F2D29A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9B1D23-E0CE-4AB0-A3FE-00D3B509CE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649F14-D0F5-4FE8-A0A7-F6B61E3C35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CB3C29-D9C5-4E97-9D81-D3A8D12839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94A83E-2B17-4836-9D67-230283FF91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F96F89-06B4-4F38-9A0A-90CE13786A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EF00FA-6CB5-4796-B620-E99B352222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67258B-A616-4B28-BDD3-86AB69701D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945071-F4DA-499F-8B9B-27AF7F69E6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962E16-989A-404A-A786-8A60E255A9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063700-90B7-44FB-A024-BA041F37303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CE54D1-C4B4-4C89-8353-712E036C8EF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4501B1-ABB2-4A2C-A73F-BE22557866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DB092A-224A-48DF-9532-C3AB9E4B18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0C13EC-EEFA-4D24-BD62-8159BA8734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FE696B-48FC-413C-A6D3-BEEBD6CAB0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8487B2-E739-492E-9144-7DF855DF69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572D86-1425-4FC4-AC21-DFAF4F3715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4B8F1E-02DA-4F24-BB51-2FF8864F68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48B98D-6F67-4FCB-8D3A-A87FE3260F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9062D5-5CD0-4083-9930-42CA4B9B6E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A6757D-AE2B-487A-9061-3360B24F82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A3DC9E-7C0D-4BCC-9FCF-B0824DC6455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CBC080-7E94-46EE-8723-9531DA57127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BFC8CC5-1EEB-44D4-A00A-F8F7BC6B98E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D860DA9-F77B-4446-95EB-A932249E996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Christine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50515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Conceptual specification of components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Case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Power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Beam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Microphone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Speaker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4092480" y="1557360"/>
            <a:ext cx="505152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Materials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Evaluate use in the past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Evaluate new materials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3200" spc="-1" strike="noStrike">
                <a:solidFill>
                  <a:srgbClr val="ffffff"/>
                </a:solidFill>
                <a:latin typeface="Tahoma"/>
              </a:rPr>
              <a:t>Contact Manufacturing for their input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Materials for curved 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400" spc="-1" strike="noStrike">
                <a:solidFill>
                  <a:srgbClr val="ffffff"/>
                </a:solidFill>
                <a:latin typeface="Tahoma"/>
              </a:rPr>
              <a:t>Rubber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400" spc="-1" strike="noStrike">
                <a:solidFill>
                  <a:srgbClr val="ffffff"/>
                </a:solidFill>
                <a:latin typeface="Tahoma"/>
              </a:rPr>
              <a:t>Plastic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400" spc="-1" strike="noStrike">
                <a:solidFill>
                  <a:srgbClr val="ffffff"/>
                </a:solidFill>
                <a:latin typeface="Tahoma"/>
              </a:rPr>
              <a:t>Titanium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400" spc="-1" strike="noStrike">
                <a:solidFill>
                  <a:srgbClr val="ffffff"/>
                </a:solidFill>
                <a:latin typeface="Tahoma"/>
              </a:rPr>
              <a:t>Wood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Chips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Simple</a:t>
            </a:r>
            <a:r>
              <a:rPr b="1" lang="en-US" sz="24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buttons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regular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advanced chip on print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The chip on print includes an infrared sender. Furthermore we just developed a sample sensor/ sample speaker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"/>
          <p:cNvSpPr/>
          <p:nvPr/>
        </p:nvSpPr>
        <p:spPr>
          <a:xfrm flipV="1">
            <a:off x="900000" y="2706480"/>
            <a:ext cx="2016360" cy="43164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"/>
          <p:cNvSpPr/>
          <p:nvPr/>
        </p:nvSpPr>
        <p:spPr>
          <a:xfrm>
            <a:off x="971640" y="2852640"/>
            <a:ext cx="2016000" cy="28728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 flipV="1">
            <a:off x="971640" y="2276280"/>
            <a:ext cx="2016000" cy="43164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1042920" y="2421000"/>
            <a:ext cx="2016360" cy="28728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/>
          <p:nvPr/>
        </p:nvSpPr>
        <p:spPr>
          <a:xfrm flipV="1">
            <a:off x="900000" y="1915920"/>
            <a:ext cx="2016360" cy="43164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>
            <a:off x="971640" y="2060640"/>
            <a:ext cx="2016000" cy="28728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17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nodeType="with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20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nodeType="with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2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Designer woods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Carvings or engravings on order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Solar cells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Microphone and Speaker on advanced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2004-12-10T18:29:57Z</dcterms:modified>
  <cp:revision>14</cp:revision>
  <dc:subject/>
  <dc:title>PowerPoint Presentation</dc:title>
</cp:coreProperties>
</file>