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5A4D83-CD1A-48E6-A8EA-CD51904EBC9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355304-CC5E-4DB0-BB1A-94F1DE15A07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A7E7C1-D376-4D74-94BB-51AFFA3A6EA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AF3663-4A83-4A11-AA2A-BB9FD8FF7D7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9FEB37-D406-4455-89AC-AD5DB8C21C7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A8DEB9-98EF-4380-86AF-D964FA50427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AB9C76-E4F8-4F80-95DD-8BEEE0121BE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A84732-D887-40F8-94FC-0B74EC0B6FC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CB8420-2AAA-4275-88A7-04C59AD3D08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FB721C-79B0-4DF9-966C-AD553006A88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F0C3C6-E9E1-4693-9454-823F4B3B918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E4F8C8-F3CA-4766-9EAC-8ADDC46F982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657139-47FD-4687-97F7-B41074F0104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EE5B6C-C892-4D6A-BCD3-44EDF9874CD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E4712F-8CB0-4917-A0AB-297711547CD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1BE8B5-5DE7-4304-A7AA-32714AC7EAC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728C6B-0F72-4040-8800-2E82818901D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B70C2E8-4EDC-4175-B4A9-71C65FB6D1E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18B036F-5AC2-454C-8530-C769CF20E89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554AD4-0940-46E9-ADEF-3591F91C403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BA569A1-A822-493C-8BB6-AEC053444BB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42BA77D-129D-4F61-90B8-DC0283F8957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BD38D65-07F0-4C58-A8B4-806257BCF20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4B5329-5C6C-4FF0-8133-43112F40B7F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EE29784-BA50-4CF8-8D41-534AA272A5A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25720AF-E458-4AD0-A9BF-4B4F3278DE2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Sridhar Dasari,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Now: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2004-12-10T16:39:48Z</dcterms:modified>
  <cp:revision>19</cp:revision>
  <dc:subject/>
  <dc:title>PowerPoint Presentation</dc:title>
</cp:coreProperties>
</file>