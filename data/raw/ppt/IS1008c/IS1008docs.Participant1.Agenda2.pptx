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B39795-5CF0-4991-A1BB-6743E521FA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844E15-83D0-4F70-B9B0-F1CC2D7969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23DC1E-4DCD-4F0F-B704-8675CF8DF1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40D293-D105-4F62-8805-CB9D5AF9D5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CCF2BE-3476-4393-A6CA-273974A51A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6E545C-CF9A-4E57-AAB0-869490B9A4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054921-700D-4315-A603-AC2F476EDB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48280F-73E0-4E10-9643-C4D45B34FC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B838D5-9638-433B-A89D-F942DBD68F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1B9DEE-786A-438C-883E-EE6C5D015D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3A30EC-2864-4438-9046-724C7B8995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D01199-C2CF-4736-A0BE-A3A572917A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E628E7-707A-404A-90E1-AF024EDA67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3A94EB-8DE5-47B3-A9AD-6B91F35AA7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C6927B-73F7-4838-998D-1DCDA2FAF6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965299-77CF-42E2-8C94-9905A0D02F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C14DD0-9316-4DE1-8DEB-BD1DD6AF08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1C1C5F-8A2D-46DE-A644-DDA4D8F04F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6932AA-9373-48F8-B2F2-6B7159EE39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003A92-CEC1-4659-A2C6-B0C998ADFF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FA9909-E0A5-43B8-9AE6-E74D50E4C5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D0DF8C-89B0-4973-BDA7-37A593206E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DEC540-A387-4E9D-A73D-C42424CCE3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0A9BCD-4A64-4C66-A494-C7D0D602FC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E04DF3-78FE-4372-90FE-FA976357998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446EC7-7750-4259-AA16-C67BC6EE19B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2004-12-10T18:56:06Z</dcterms:modified>
  <cp:revision>19</cp:revision>
  <dc:subject/>
  <dc:title>PowerPoint Presentation</dc:title>
</cp:coreProperties>
</file>