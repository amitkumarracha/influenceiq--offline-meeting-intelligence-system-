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391AEA-7B09-429B-A631-1A02B908EB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657C27-4D0D-47F1-BBD2-37EEA1EA1E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FA98FA-9744-4E96-B38F-DEE04B0934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853DF9-A175-4DAC-9881-34D97E496E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6A90FB-781A-4782-92A3-CA18F52CED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6CCE90-9BCD-4BB3-A7E2-E1A07997DE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6E8B2B-0598-4494-940A-B157201954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DF4042-CCE5-4E4D-AFD0-937A22B23D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83DC78-0FD5-4117-BEC9-6A9C0013BA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66281D-E333-4EA8-99B5-0CC4FFDF65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57E476-6007-42F6-AA53-26769DDF5D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A541DA-6B83-4AE3-89EF-0323EBDF56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510D14-D884-4E12-95B0-F8ECA8F1EB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7B2E42-D612-4F7B-81F8-45CB5A1EB9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051C9C-1426-4FF8-A5BE-25D461D52F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CF9C35-2EDF-4238-95E2-3CBCCF5C6B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0DF5E2-1AB7-449F-9E11-FF0C2A2485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5A79C6-0069-4B8A-8325-A53BFCAC71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ED1EA0-C991-4752-9DDC-2051283678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C78B8C-01BC-42FC-81DE-0B3E3FC37E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F9588A-24CD-4393-B933-3A1E26A06B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4F5DB4-7741-4A0B-A23F-3DBC224548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BB6BAB-67AB-4594-9D64-3B081F50A5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4E373D-742F-4164-A0C3-924DABAEE9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E507FB-ED5A-4B18-B564-9635560CF33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659D28-E9A0-481F-AF1A-E324CEF5800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Christine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Identify User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Turn television on and off the first time you press on the big button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Easy to find and hold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Identify things that are popular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iPod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Nokia camera phone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Determine the materials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History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Zenith engineer Eugene Polley invented the "Flashmatic," which represented the industry's first wireless TV remote.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Introduced in 1955, Flashmatic operated by means of four photo cells, one in each corner of the TV screen. The viewer used a highly directional flashlight to activate the four control functions, which turned the picture and sound on and off and changed channels by turning the tuner dial clockwise and counter-clockwise.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While it pioneered the concept of wireless TV remote control, the Flashmatic had some limitations.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ahoma"/>
              </a:rPr>
              <a:t>It was a simple device that had no protection circuits and, if the TV sat in an area in which the sun shone directly on it, the tuner might start rotating.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270080" y="2185920"/>
            <a:ext cx="2413080" cy="33530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4284720" y="2565360"/>
            <a:ext cx="2413080" cy="264168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3"/>
          <a:stretch/>
        </p:blipFill>
        <p:spPr>
          <a:xfrm>
            <a:off x="7093080" y="2708280"/>
            <a:ext cx="1428480" cy="176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539640" y="2133720"/>
            <a:ext cx="8280360" cy="36716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4067280" y="357192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6" name=""/>
          <p:cNvGrpSpPr/>
          <p:nvPr/>
        </p:nvGrpSpPr>
        <p:grpSpPr>
          <a:xfrm>
            <a:off x="2971800" y="3492360"/>
            <a:ext cx="673200" cy="665280"/>
            <a:chOff x="2971800" y="3492360"/>
            <a:chExt cx="673200" cy="665280"/>
          </a:xfrm>
        </p:grpSpPr>
        <p:sp>
          <p:nvSpPr>
            <p:cNvPr id="107" name=""/>
            <p:cNvSpPr/>
            <p:nvPr/>
          </p:nvSpPr>
          <p:spPr>
            <a:xfrm>
              <a:off x="3222720" y="349236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3411720" y="364320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971800" y="383688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3410280" y="382248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" name=""/>
          <p:cNvGrpSpPr/>
          <p:nvPr/>
        </p:nvGrpSpPr>
        <p:grpSpPr>
          <a:xfrm>
            <a:off x="1620720" y="3733920"/>
            <a:ext cx="954000" cy="174600"/>
            <a:chOff x="1620720" y="3733920"/>
            <a:chExt cx="954000" cy="174600"/>
          </a:xfrm>
        </p:grpSpPr>
        <p:sp>
          <p:nvSpPr>
            <p:cNvPr id="112" name=""/>
            <p:cNvSpPr/>
            <p:nvPr/>
          </p:nvSpPr>
          <p:spPr>
            <a:xfrm>
              <a:off x="1620720" y="390672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1998360" y="373392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2244600" y="390852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5" name=""/>
          <p:cNvSpPr/>
          <p:nvPr/>
        </p:nvSpPr>
        <p:spPr>
          <a:xfrm>
            <a:off x="5257800" y="357192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 flipV="1">
            <a:off x="1146240" y="3507840"/>
            <a:ext cx="1440" cy="6368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6380280" y="356400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7478640" y="354348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/>
          <p:nvPr/>
        </p:nvSpPr>
        <p:spPr>
          <a:xfrm>
            <a:off x="4870080" y="426420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088160" y="426240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680840" y="424980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582280" y="42339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850680" y="424656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361560" y="427500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193160" y="426888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7" name=""/>
          <p:cNvSpPr/>
          <p:nvPr/>
        </p:nvSpPr>
        <p:spPr>
          <a:xfrm>
            <a:off x="4102200" y="2997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5292720" y="2997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"/>
          <p:cNvSpPr/>
          <p:nvPr/>
        </p:nvSpPr>
        <p:spPr>
          <a:xfrm>
            <a:off x="6415200" y="2989440"/>
            <a:ext cx="679320" cy="56484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7513560" y="2968560"/>
            <a:ext cx="84636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4102200" y="458136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5292720" y="458136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6415200" y="457344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7513560" y="455292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1332000" y="2492280"/>
            <a:ext cx="0" cy="302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1042920" y="2565360"/>
            <a:ext cx="7705800" cy="2808360"/>
          </a:xfrm>
          <a:prstGeom prst="rect">
            <a:avLst/>
          </a:prstGeom>
          <a:noFill/>
          <a:ln w="57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Inflatable (so that the size can vary according to user preferences)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Colorful or Transparent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Waterproof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Beeps (loudly) or plays a tune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2004-12-10T16:18:33Z</dcterms:modified>
  <cp:revision>15</cp:revision>
  <dc:subject/>
  <dc:title>PowerPoint Presentation</dc:title>
</cp:coreProperties>
</file>