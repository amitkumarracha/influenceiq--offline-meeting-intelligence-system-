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99970C-B36B-4AC2-9848-9FAED7A12A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42CAC6-153E-4F2D-8474-25E15DA9DA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2184CF-7664-4C59-8EC5-0E273B706B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417FBA-76FC-4A88-9831-06E61184A0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090518-2727-4400-B626-B326419365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3E1E2-85AC-4C65-903A-F0AC7BC59C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355E0A-0794-4666-BE98-7EE32B74EB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62A2BD-6305-416C-ABF7-F67607BC5B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4A726-DDCB-4AF4-B72D-C36EFB8F1A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57F6E1-3BC8-4B7A-97CA-2FC089CBB2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06E163-2C41-4121-8A5A-7D343BEAFD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DF7499-4163-4027-B17D-7D1A93A921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1B20BA-2B3D-4C04-96E6-2DED44D1FB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A9210D-ACDA-4BFB-9B8F-320F8EDAB4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840241-9B41-4826-848C-25ABDFE851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CD1054-A8DC-4994-B749-C82E73DDFC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1C16CD-5626-4015-B3F0-8416464B1C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F49DEA-A170-4631-B3BB-38A5960347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43EA8D-3295-4B45-8C42-3BE03D6558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17A117-51CC-47A4-BA84-58C888E35A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614BD6-2229-4F4C-BE00-11847218A1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6D2CCF-1C23-4B10-A884-7DA5E0D327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3101F1-4340-409F-BFA8-F6DD3FC496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E327FE-4B31-446D-BA56-4915417EFE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DB1C98-E3EA-4C05-86AC-CCC3559098E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2E5E32-9170-4222-89F0-D5A7F7F052A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&lt;We have been giving sample questionnaires in various areas to be able to make decisions as to what consumers are looking for.&gt;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market trend is toward « fancy and feel good » style of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looking for the « next » major inovation.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 to use has again become a major interest with consumers.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Consumers are willing to pay for new, exciting technology.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971640" y="2205000"/>
            <a:ext cx="1218960" cy="143820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3059280" y="2349360"/>
            <a:ext cx="961920" cy="129564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icture of Talking VCR Remote"/>
          <p:cNvPicPr/>
          <p:nvPr/>
        </p:nvPicPr>
        <p:blipFill>
          <a:blip r:embed="rId3"/>
          <a:stretch/>
        </p:blipFill>
        <p:spPr>
          <a:xfrm>
            <a:off x="4500720" y="2205000"/>
            <a:ext cx="1439640" cy="14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2004-12-10T18:26:09Z</dcterms:modified>
  <cp:revision>9</cp:revision>
  <dc:subject/>
  <dc:title>PowerPoint Presentation</dc:title>
</cp:coreProperties>
</file>