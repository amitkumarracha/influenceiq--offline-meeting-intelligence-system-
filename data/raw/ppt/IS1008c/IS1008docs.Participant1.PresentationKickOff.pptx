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2F7BE7-512D-41DF-A8EA-16C97E84C7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A6B51E-10A8-46A7-8607-5CD902034E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31EC7A-1697-4FAE-9424-237BE97EA4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EDD0C6-F2FB-48FF-9840-056756531B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32CC4D-451D-4F5F-BCB5-3C04FCC6CD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7F0679-FA7E-492A-9B46-33FAEDCD77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52770E-1327-4EC6-A78F-1C69D2C157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502D31-3843-42F7-8488-5B3858D9F7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422ECB-C656-40CE-8B35-66DEDB0818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A05218-4F87-44AB-A062-EB3A20DCED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90E468-E2ED-44E2-831A-D4E5F588F51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EDA7DC-BAA9-42B7-882C-EF6F064912A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8DD176-1DBB-49FF-BA95-5987E72D7C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2D96A2-6EB8-4233-88CD-3BD697CCE6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FF711A-0108-49CD-A8A4-DDF828C651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C0F454-012D-4CA5-A435-474DD2599A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5487CF-A5D8-47D8-B9A3-C519B991A3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5F169B-3BC0-47C2-BE39-71B73CF5C6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62359E-7929-4F13-9FB7-E1792ED760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7B5D62-AC45-4424-8892-260A4D2FC8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16B94E-3543-4369-8290-853493F1C2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1B4166-6577-49DE-A9F6-5465B3755F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23C647-3764-4639-B80C-4B6A7A1D57B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6F8A1A-C9FB-4372-9D0E-EF02CD62884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6A48341-BDCD-41F1-86DA-A1282A1161FC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6AC819-92B6-4B2D-882F-7FB402E4B540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&lt;Dasari Sridhar,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2004-12-10T15:15:12Z</dcterms:modified>
  <cp:revision>33</cp:revision>
  <dc:subject/>
  <dc:title>PowerPoint Presentation</dc:title>
</cp:coreProperties>
</file>