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7B60D-BDBE-46B3-8015-946B3F7164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65AD27-1EFA-4388-B11A-AA11D4EEB7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9710FE-C553-4BF1-9598-7187B6D5DE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733DA-93FF-4AB3-B11D-B017517DAC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9355CB-C860-4971-A1A0-51A57361F7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03CD10-3B1B-4B6B-BD1D-42A6458F7F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2A530-15E3-45F0-B78A-0075F1F171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1E24C-120F-4034-866F-905701196D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1709C-991B-4B95-9CBA-80268EC59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2CE1C8-8F3A-473B-BB31-9A5C2FEEB6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AEBCF-DD24-44CB-8816-77B09BAF59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48D1D-AA77-4F8E-920C-C31A62EADA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E1C5C0-4CDC-4EF8-ACE1-3A42AF1820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B5FB53-397A-409B-B119-5713CB0FAB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5C3B62-D7EC-4BD6-9953-995BF1491B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CDB4DE-ED6F-4B17-9644-97CA9A7409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59DF0A-71F6-49F5-93B3-5FE0332DCB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4134A7-4E96-47FE-9E34-52BF93E1B5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3858F-1BCA-4B1E-A2F1-B3AC02A2C6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74FE75-6FD2-4FEC-B5EF-5307B7396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C9D6CC-112D-4FD5-9AA3-D48DBC3902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C50E80-AF4F-41B6-BCC0-6053639EA1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58420-4633-435D-89D4-FA106055F2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852B6-1A72-4CF9-AF01-348FBBD2CB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9D005A-9C3D-48EE-8805-17E702C59AB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6C098A-698B-45BE-B1D0-19E19799108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Functionalities Used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On/off switch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Menu access button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Ergonomic shape for easy holding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Flip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Battery life light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Audio and tactile feedback of button presses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Single word speech recognition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2004-12-10T18:29:06Z</dcterms:modified>
  <cp:revision>10</cp:revision>
  <dc:subject/>
  <dc:title>PowerPoint Presentation</dc:title>
</cp:coreProperties>
</file>