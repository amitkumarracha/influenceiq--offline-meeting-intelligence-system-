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1AE054-1094-4047-81CD-2CC426EF3F4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9985E1-EFD7-4EFB-A8A0-66413BC0877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64511E-2BB4-482C-B90A-7CDF7D5DEF0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9BF625-CA34-498B-86A3-3417DA54421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67237C-7AAC-4620-A45D-5B24D5EF08B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59894B0-D4ED-4AD3-BCC1-5AD159A88AA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2D7B02D-CDA6-4AD6-B447-4380057233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3610E2-590E-4EF5-84A5-14E731A56C7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C8E2C0-4997-4AB9-A494-D3786DEBCA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2FFFAA4-4D0A-4CDA-B8D3-C749BD07471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2AB11D-5095-45EF-9CAC-30BE5DA854C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9C12A8-CBF8-4E8B-BACE-195FE288E53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C7B3289-FA6B-4084-A082-6935D22B7B6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969511-6BE4-48CA-A9E7-0DE093FB9D5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0896CB-3A8A-4A9E-BAC3-E6E5342F1A8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346CE1C-01D2-4920-8518-3D200F076082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1B34DF9-AFAE-4E95-A44C-64D7EBA16EB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01D61EE-E4AF-48DB-8B8E-48AB6640334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CC7C677-EBCF-4653-8446-0075380251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22F08F-D2F6-40C5-9D7D-3E4A292CD2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92FA2D8-BAEE-496F-B5F5-D1A8B2B22C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56F51C1-FCD9-47E7-9701-8EAB85BA79A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7B1C74-37CD-4953-A656-6FB293D3D51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5BFF534-E9E2-4FBF-B7E9-37C22C9FE47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C945A2B-AE87-457E-8D68-45E3F07F827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543BFE4-9BE5-4793-A7E7-87DD139872E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Christine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505152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Conceptual specification of components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Case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Power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Beam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Microphone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Speaker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8" name=""/>
          <p:cNvSpPr/>
          <p:nvPr/>
        </p:nvSpPr>
        <p:spPr>
          <a:xfrm>
            <a:off x="4092480" y="1557360"/>
            <a:ext cx="5051520" cy="452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normAutofit/>
          </a:bodyPr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Tahoma"/>
              </a:rPr>
              <a:t>Materials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Evaluate use in the past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lvl="1" marL="743040" indent="-285840">
              <a:lnSpc>
                <a:spcPct val="10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Evaluate new materials</a:t>
            </a:r>
            <a:endParaRPr b="0" lang="en-IN" sz="2800" spc="-1" strike="noStrike">
              <a:solidFill>
                <a:srgbClr val="000000"/>
              </a:solidFill>
              <a:latin typeface="Times New Roman"/>
            </a:endParaRPr>
          </a:p>
          <a:p>
            <a:pPr marL="343080" indent="-343080">
              <a:lnSpc>
                <a:spcPct val="100000"/>
              </a:lnSpc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3200" spc="-1" strike="noStrike">
                <a:solidFill>
                  <a:srgbClr val="ffffff"/>
                </a:solidFill>
                <a:latin typeface="Tahoma"/>
              </a:rPr>
              <a:t>Contact Manufacturing for their input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Materials for curved 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Rubber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Plastic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Titanium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400" spc="-1" strike="noStrike">
                <a:solidFill>
                  <a:srgbClr val="ffffff"/>
                </a:solidFill>
                <a:latin typeface="Tahoma"/>
              </a:rPr>
              <a:t>Wood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fr-CH" sz="2800" spc="-1" strike="noStrike">
                <a:solidFill>
                  <a:srgbClr val="ffffff"/>
                </a:solidFill>
                <a:latin typeface="Tahoma"/>
              </a:rPr>
              <a:t>Chips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Simple</a:t>
            </a:r>
            <a:r>
              <a:rPr b="1" lang="en-US" sz="24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buttons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regular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advanced chip on print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2400" spc="-1" strike="noStrike">
                <a:solidFill>
                  <a:srgbClr val="ffffff"/>
                </a:solidFill>
                <a:latin typeface="Tahoma"/>
              </a:rPr>
              <a:t>The chip on print includes an infrared sender. Furthermore we just developed a sample sensor/ sample speaker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"/>
          <p:cNvSpPr/>
          <p:nvPr/>
        </p:nvSpPr>
        <p:spPr>
          <a:xfrm flipV="1">
            <a:off x="900000" y="2706480"/>
            <a:ext cx="2016360" cy="43164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"/>
          <p:cNvSpPr/>
          <p:nvPr/>
        </p:nvSpPr>
        <p:spPr>
          <a:xfrm>
            <a:off x="971640" y="2852640"/>
            <a:ext cx="2016000" cy="28728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 flipV="1">
            <a:off x="971640" y="2276280"/>
            <a:ext cx="2016000" cy="43164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1042920" y="2421000"/>
            <a:ext cx="2016360" cy="28728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 flipV="1">
            <a:off x="900000" y="1915920"/>
            <a:ext cx="2016360" cy="43164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971640" y="2060640"/>
            <a:ext cx="2016000" cy="287280"/>
          </a:xfrm>
          <a:prstGeom prst="line">
            <a:avLst/>
          </a:prstGeom>
          <a:ln w="76320">
            <a:solidFill>
              <a:srgbClr val="ff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nodeType="click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nodeType="withEffect" fill="hold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nodeType="click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17" dur="2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nodeType="withEffect" fill="hold" presetClass="entr" presetID="8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diamond(in)" transition="in">
                                      <p:cBhvr additive="repl">
                                        <p:cTn id="20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nodeType="click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1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27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nodeType="withEffect" fill="hold" presetClass="entr" presetID="55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0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1" dur="1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 transition="in">
                                      <p:cBhvr additive="repl">
                                        <p:cTn id="32" dur="1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Designer woods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Carvings or engravings on order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Solar cells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Microphone and Speaker on advanced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2004-12-10T18:29:57Z</dcterms:modified>
  <cp:revision>14</cp:revision>
  <dc:subject/>
  <dc:title>PowerPoint Presentation</dc:title>
</cp:coreProperties>
</file>