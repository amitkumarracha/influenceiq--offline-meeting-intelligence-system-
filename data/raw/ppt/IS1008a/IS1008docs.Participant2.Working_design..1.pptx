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B87E3C-C298-4AB6-8BAF-05307628A9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C97255-4CC4-483D-8AE9-435AFE2792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FD974B-78D8-4EAA-A4B6-69FD738078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D66954-5320-44E8-8906-AA8AFE5C04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E8F5A6-B9BD-4BB4-95A9-C6B0381CD3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1AB05A-34DF-4EFE-B4A0-58DC842FB6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FB4BD8-67BF-43C0-977E-896F9CBE8E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29E6CA-09CB-4E9F-B525-F71554BBF5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1D448F-46C5-424A-A9A4-8C4DDC92F8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7306CC-6617-466D-A472-FB2ADD5DC9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146BB-B63E-4938-9C1A-2609AEA7D7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A99D74-F74E-4D27-B2DA-70264D299F5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275D19-36C3-49DD-A7CC-506AD489FD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C0FAE6-506A-4572-9774-900FAD31F6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582ACD-6456-459F-884B-CDF842C18C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6D5B67-F904-44ED-A468-FA97A5E2F7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2CF22D-6208-4D9F-B1A7-377A4E88F4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D5E4DD-25F3-4C0E-B133-7DFBF1B6D8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0F165C-44EC-4DFD-B4A8-DA3456F564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23D969-06E6-4220-ABAF-3F6B9FF5CB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9D92C4-245E-44BD-8F63-C439473B21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B50325-FBDC-4722-8F8D-38CC061779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B10F52-CBF2-4941-90CE-4218851F79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520A4D-55A6-4671-88B2-DF794153E2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31A661-C562-461C-AB63-87FCFAC7692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DC77B5-06A2-4FEB-8973-697CF298B75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Christine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Identify User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Turn television on and off the first time you press on the big button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Easy to find and hold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Identify things that are popular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iPod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Nokia camera phone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Determine the materials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History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Zenith engineer Eugene Polley invented the "Flashmatic," which represented the industry's first wireless TV remote.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Introduced in 1955, Flashmatic operated by means of four photo cells, one in each corner of the TV screen. The viewer used a highly directional flashlight to activate the four control functions, which turned the picture and sound on and off and changed channels by turning the tuner dial clockwise and counter-clockwise.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While it pioneered the concept of wireless TV remote control, the Flashmatic had some limitations.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ahoma"/>
              </a:rPr>
              <a:t>It was a simple device that had no protection circuits and, if the TV sat in an area in which the sun shone directly on it, the tuner might start rotating.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270080" y="2185920"/>
            <a:ext cx="2413080" cy="33530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4284720" y="2565360"/>
            <a:ext cx="2413080" cy="264168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tretch/>
        </p:blipFill>
        <p:spPr>
          <a:xfrm>
            <a:off x="7093080" y="2708280"/>
            <a:ext cx="1428480" cy="176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539640" y="2133720"/>
            <a:ext cx="8280360" cy="3671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4067280" y="357192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6" name=""/>
          <p:cNvGrpSpPr/>
          <p:nvPr/>
        </p:nvGrpSpPr>
        <p:grpSpPr>
          <a:xfrm>
            <a:off x="2971800" y="3492360"/>
            <a:ext cx="673200" cy="665280"/>
            <a:chOff x="2971800" y="3492360"/>
            <a:chExt cx="673200" cy="665280"/>
          </a:xfrm>
        </p:grpSpPr>
        <p:sp>
          <p:nvSpPr>
            <p:cNvPr id="107" name=""/>
            <p:cNvSpPr/>
            <p:nvPr/>
          </p:nvSpPr>
          <p:spPr>
            <a:xfrm>
              <a:off x="3222720" y="349236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3411720" y="364320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971800" y="383688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3410280" y="382248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" name=""/>
          <p:cNvGrpSpPr/>
          <p:nvPr/>
        </p:nvGrpSpPr>
        <p:grpSpPr>
          <a:xfrm>
            <a:off x="1620720" y="3733920"/>
            <a:ext cx="954000" cy="174600"/>
            <a:chOff x="1620720" y="3733920"/>
            <a:chExt cx="954000" cy="174600"/>
          </a:xfrm>
        </p:grpSpPr>
        <p:sp>
          <p:nvSpPr>
            <p:cNvPr id="112" name=""/>
            <p:cNvSpPr/>
            <p:nvPr/>
          </p:nvSpPr>
          <p:spPr>
            <a:xfrm>
              <a:off x="1620720" y="390672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1998360" y="373392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2244600" y="390852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" name=""/>
          <p:cNvSpPr/>
          <p:nvPr/>
        </p:nvSpPr>
        <p:spPr>
          <a:xfrm>
            <a:off x="5257800" y="357192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 flipV="1">
            <a:off x="1146240" y="3507840"/>
            <a:ext cx="1440" cy="6368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6380280" y="356400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7478640" y="354348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>
            <a:off x="4870080" y="426420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088160" y="426240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680840" y="424980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582280" y="42339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50680" y="424656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361560" y="427500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193160" y="426888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7" name=""/>
          <p:cNvSpPr/>
          <p:nvPr/>
        </p:nvSpPr>
        <p:spPr>
          <a:xfrm>
            <a:off x="4102200" y="2997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5292720" y="2997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"/>
          <p:cNvSpPr/>
          <p:nvPr/>
        </p:nvSpPr>
        <p:spPr>
          <a:xfrm>
            <a:off x="6415200" y="2989440"/>
            <a:ext cx="679320" cy="56484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7513560" y="2968560"/>
            <a:ext cx="84636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4102200" y="458136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5292720" y="458136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6415200" y="457344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7513560" y="455292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1332000" y="2492280"/>
            <a:ext cx="0" cy="302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1042920" y="2565360"/>
            <a:ext cx="7705800" cy="2808360"/>
          </a:xfrm>
          <a:prstGeom prst="rect">
            <a:avLst/>
          </a:prstGeom>
          <a:noFill/>
          <a:ln w="57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Inflatable (so that the size can vary according to user preferences)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Colorful or Transparent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Waterproof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Beeps (loudly) or plays a tune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2004-12-10T16:18:33Z</dcterms:modified>
  <cp:revision>15</cp:revision>
  <dc:subject/>
  <dc:title>PowerPoint Presentation</dc:title>
</cp:coreProperties>
</file>