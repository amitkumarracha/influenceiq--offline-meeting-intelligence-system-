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7B64A7-FB52-40A3-B4B8-5082BFE7BE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92570D-C7B9-4C0D-9FA5-4819E79E55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FBD36D-36AE-4A2F-AAED-2592F147DD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8FC94A-64CB-46E1-9A98-90837DC9C0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7618D8-3A82-4805-9328-7CA7146B83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16929E-030B-4B61-8022-CA734CDEDB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3A1ACD-303C-4C55-9631-308FB293D1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EDAFC4-CBE7-402B-8E08-614D68B357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ED6C05-87E1-448E-B136-084A4AB793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BC5A81-C162-427E-AA24-B204DCECE8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86ED68-ECAC-4CD2-9DF6-00886298AC4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CD40B3-29BE-413F-970E-F0AABD844BA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BFE195-DC0A-458C-AEA8-9E116AC074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34C421-C0ED-4C58-8067-9FE0672AB5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A6BA16-6F55-48F0-8F99-33646912FE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F04FB3-8DCF-4C40-962E-654DE4A992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5044CE-6090-497D-A63F-F64027984A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5A5A92-A98A-4A62-B658-A2790AC76A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A41413-5E6D-4A95-82BE-25D2D6AB06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E87C80-5939-4FB8-9C17-E3AF67BCC1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81A25F-38FA-494D-BEFF-60B160899C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D2BC9B-0D06-4ABB-9834-F86260C1C4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F3D099-92AA-4323-A95F-403A3372A6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AF6928-00E2-4A94-9974-76AA82BDCA2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A0BD290-27AA-4390-869F-114B66986C9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522215-9F24-4273-848D-4FB7877A795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Agnes, 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3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Need to look at what people like and don’t like about existing TV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Need to look at why the good ideas are good and the bad ideas are bad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May seem simple, but it’s not!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What functionalities do we want to use/keep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What should the remote look like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Needed/Useful functionalities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Turn TV on/off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Change channels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directly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Surfing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Control the volume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Control menus on the tv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Problems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 many buttons on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What buttons do isn’t clear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Often need to know specific button sequences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Buttons are too small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Some 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539640" y="260280"/>
            <a:ext cx="1714680" cy="579132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7093080" y="189000"/>
            <a:ext cx="1726920" cy="583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Keep number of buttons to a minimum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Make frequently used buttons bigger and more strategically placed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Keep the design sleek and simple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2004-12-10T16:42:54Z</dcterms:modified>
  <cp:revision>8</cp:revision>
  <dc:subject/>
  <dc:title>PowerPoint Presentation</dc:title>
</cp:coreProperties>
</file>