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A4ADD2-CBC9-4C7E-8CEF-C3C65ADECFC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BC1F60-D743-4A0C-B171-81429A30160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8B001B-4663-49B6-837B-5556A6221F3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B27D33-4EC5-42DB-A3D2-07CA2448412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B2670D-7E6D-40DB-89A5-F1D15630641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836387-8088-48DD-87BC-065CFAC32EE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B0BDF6-DD66-438E-B8BC-E032CF783D7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0448E2-8887-4FCB-BC2D-E356B88EFF7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02B09B8-115F-408B-B95A-5E033DFEC30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B4C743-2798-473F-9BA1-9AA0EC20864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688347-B157-46F9-B93C-C90220B4C9F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59320B-B455-4AB4-9E1F-49DF18D2D41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307C21E-607F-4F3D-9DE8-B56964373AB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549DFF2-29A5-4054-B196-372A4524B61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703AF0-C403-4318-98F4-1D57CB3005E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6A8198B-C80B-4344-ABAD-9E2CF35BFDE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10B51D1-7436-4293-9BB8-C374998D714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139B0EE-10E2-4351-A50D-8A17730C4B7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44FF595-E41A-45EA-97D2-5503D657B3B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60758DF-4686-4067-B90F-FDA71263786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AC34F51-735A-41C3-8654-50E6A5BEA71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ED16EE4-06AF-48FA-89D2-1799075CC73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5D01A41-0EDB-4E8D-9947-13CCAD03E2F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33490B0-3D4C-4841-8BB1-0BF86B8D065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67FAD33-B1BA-4467-84A7-C7C205B08464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A1C4047-DEAC-40CD-A04A-7C75509DE5A7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Agnes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Specifying the case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i. Form  - ergonomic shape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ii. Material - wood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iii. Color - customizable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Elements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lvl="1" marL="743040" indent="-28584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 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i. Function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Turn on/off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Volume and channel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Menu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Voice recognition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LCD screen on flip panel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ii. Position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 grand unveiling …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2004-12-10T19:50:12Z</dcterms:modified>
  <cp:revision>8</cp:revision>
  <dc:subject/>
  <dc:title>PowerPoint Presentation</dc:title>
</cp:coreProperties>
</file>