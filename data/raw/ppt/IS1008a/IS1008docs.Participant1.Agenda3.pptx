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99DF49-1631-473F-9578-DC4A734B70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06B089-DCAD-42E0-A8B7-2A584D7054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8EC2B5-8457-48C4-8C58-1D9964BB21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79A1F1-D98A-4248-B375-7D8307B717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C1FFE5-C41A-4BD5-B8C0-98315346A4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17D5A6-C65F-47AD-9B9B-E37FA11900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1FAD8F-732C-4BB8-90FA-7CE382A85B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DC10A0-D5FF-480B-96AE-ACA953B53F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ED3DCC-CE9F-4584-93E8-7FE0843043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696A1C-3552-4163-8CA8-EF9017E7DD1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395D7A-EAA5-4C13-88B0-FCCDB4405FC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FFC95D-7C66-42C8-9ED6-030F307F583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0C6372-02FE-4A8C-9830-826B93AA731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AEDFF5-7E3F-4708-A076-56E0C98524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CAEB2D-2A2D-4432-BEB9-C4DF504EC6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DD7337-35DF-4F0C-897D-188B62E6EA4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B8BD40-7AC3-4F0C-A84C-477ACF72D8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4EB85B-9376-4247-8D61-66F4E2D8D8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DC3E5A-9D67-47C5-807D-5BEA0C08BE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AA427C-C0A0-4823-82F0-63B45B4497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BA65EA-F02B-4F0C-A6B8-E18CE222D0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8EC586-9E16-4F3D-9368-68BF68C35F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82F42F-EEB6-4EA4-8574-6E71482367A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1E3547-3775-4AEF-A8EC-6402E1FE708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5E33BD4-034F-4971-9E16-F3860E2D561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24AEB86-1843-4E7F-8BF5-2D40F403F93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Sridhar Dasari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2004-12-10T19:32:44Z</dcterms:modified>
  <cp:revision>19</cp:revision>
  <dc:subject/>
  <dc:title>PowerPoint Presentation</dc:title>
</cp:coreProperties>
</file>