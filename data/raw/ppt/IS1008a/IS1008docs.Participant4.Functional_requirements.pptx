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08D8BC-E16A-43ED-9BDA-57429DEA12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3CC138-D998-4EB1-9CD5-F80002CFE4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248B8E-D7EC-4445-928D-5679909110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DAF1C9-09F4-439D-AC7B-901736A8F2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2498CF-3EFF-4D19-898A-36629A6014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14CAB8-BDA9-4034-AC27-E5AAE808DA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F72B0C-7712-456C-A3F3-414A21D8A6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3BCD59-AFD6-45DA-830B-F07958C9B8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E3ECB3-C139-4753-B7D3-834C2C7AC0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D021F1-69C7-42E7-96D0-5DB71E0C71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9B24D8-8BFD-4952-AD7B-B646436768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2A1172-C6ED-443B-B9EE-3C13B080EBC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C9DF3B-019E-4130-AF42-F2720E8680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3008A2-037F-4976-9A80-3F70D1FCE9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E6A62E-22E5-4181-BEA8-D2891B7312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980AB5-85F1-4E19-8DC7-537013B329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270005-217C-4069-B1D4-3AD78EF25C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ED1B7B-9E18-4BDC-903E-79BA8B41D1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69158C-A217-4AD0-95B9-E876366BC4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21820F-6985-4F38-A46A-543F98238A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211E16-9420-4E6C-9A5A-2BDBFF58DA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DA0648-E67D-4E80-8DC8-D3224ACC45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AE50E1-DB51-4A5F-BAF1-D98ACC32105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6B1B33-4F12-4EEB-89E5-90BD721B7A4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1B1A8D-C472-44D8-9971-9C992941C08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A8D017-E885-45F7-A5B2-E664AC075A9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&lt;Ed &gt;,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Independent study shows that the market buys nearly 8m per year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Internal company evaluation- market will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purchase between 8-9 m remotes next year</a:t>
            </a:r>
            <a:br>
              <a:rPr sz="3200"/>
            </a:b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Target of 2m units to be sold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Price must be 50€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Production cost cannot exceed 25€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(obviously material, labor, transport,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promotion)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Company must take 25% of the market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(over one year period)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1 Form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2 Fancy, 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Ease of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4 Speech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5 Cost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Company must evaluate feasibility of being able to capture enough of the market to justify putting new remote into production.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2004-12-10T19:49:51Z</dcterms:modified>
  <cp:revision>14</cp:revision>
  <dc:subject/>
  <dc:title>PowerPoint Presentation</dc:title>
</cp:coreProperties>
</file>