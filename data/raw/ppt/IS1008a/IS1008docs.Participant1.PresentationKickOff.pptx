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D8F94D5-2E9C-4125-A4AC-18B80A3923F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73EBEB8-0054-45C3-A641-D46797BF961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A888750-A748-4AA1-822F-28FBD8C8D78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6BD82C8-D6CB-48BA-BBFA-BB2AF9CFAB1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DE453AF-E6C8-46B4-AC4F-3EE1403C9A4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EF8200D-C40C-4A28-A5F3-EB083F8DC9C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5952A7F-320C-4FB9-B704-0EBD7B8A595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B88BEDD-9835-4E95-8E7D-B8AE88D0B3A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82EADE4-CB68-43A8-AEDE-F1C27B2CC32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933ED18-3CAC-4A53-A5BE-5286C1F7315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EE60FAC-0A02-40B7-9B7B-EC8ACB731A7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606509E-1783-4DDC-BB72-552236A7253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9AE2163-C61D-4F8F-9AD4-E0FCF6FDE1B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147BB3E-87AD-49DF-AA85-6CCB8895ECD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00A1DD7-D396-473D-9FDE-E5883DAAC58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E44BE27-3446-4D17-A3DD-A22615BEDC3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AB6548D-5B9B-443A-9B35-F39EE120988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A95EF6C-DE6B-4CB4-B8AE-11BEFF066B6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69F9108-15CA-4F20-B178-87550B46E89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6A5CA4F-0CE8-48F6-916D-7F75237F56A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39CA75D-25EC-4B0D-B123-664110E528B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1534A38-488F-4C61-B284-CBC59527164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5C96ED5-4632-4CB1-A630-B4986312274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F8E9408-570C-4A31-98A8-3FB7A1EFE5C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F9189A9-5E2E-4C57-BFA2-640EB0F66F73}" type="slidenum">
              <a:rPr b="0" lang="en-US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EBF0640-3F49-4B81-B44C-88E7C7558ACE}" type="slidenum">
              <a:rPr b="0" lang="en-US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28564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Kick-Off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&lt;Dasari Sridhar,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Acquaintance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Tool training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plan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25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Aim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Original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Trendy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User friendly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Functional design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Conceptual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Detailed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Tool Training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Try out the whiteboard!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Participants can draw their favorite animal and list its favorite characteristics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Selling price: 25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Profit aim: 50 MEuro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Market range: international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Production costs: max. 12.50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Examples: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Experience with remote control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First ideas new remote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Etc.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working 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technical functions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the user requirements specification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send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124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2004-12-10T15:15:12Z</dcterms:modified>
  <cp:revision>33</cp:revision>
  <dc:subject/>
  <dc:title>PowerPoint Presentation</dc:title>
</cp:coreProperties>
</file>