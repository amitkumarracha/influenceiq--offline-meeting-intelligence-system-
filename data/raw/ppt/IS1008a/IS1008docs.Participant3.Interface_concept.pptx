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A39404-2A92-4371-866A-355F4D5491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708569-B584-4A6A-B179-D8C6E4AEBB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BC2742-7865-4A8B-A3BC-04EA650133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A51F3-FF3A-4F24-A4D5-BD1D4F299C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4BDBCF-C7E4-43BC-8419-37D803B5F0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6241B2-079B-41EB-99A1-CBB84E76FD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325C4-F47E-4AF6-9D2A-52311800FD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E36AC1-1894-4089-B4EF-A8B5358659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ECC34E-C414-4178-97C5-DF73C01DE4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A5C8F9-5714-49A1-BB84-6E942AFDC0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D11BFF-A8D6-4302-A97D-6A66A85A830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AD7425-6A92-41DF-8F0B-B2AE54E9D2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47E542-FC33-40F4-AFCE-2D1B58F1C4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4CD4A1-D871-4606-97B2-AE4E6D46CA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1CA58A-52C0-4946-BF9A-9451F1BAA9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142598-AC6E-4E99-84B7-207BCF6D51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5D784-AAE6-47ED-9B89-F3D5928432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D8F8BF-6F30-4EC3-B222-418C44D444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A4A347-18FC-45A8-9F53-FF00A2AB11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6E92FE-DBC4-4E8A-89D5-C3E56D5AB5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433304-BC8F-4604-AA73-812E04F63D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923AE5-8185-4D9E-9407-F4985B24AD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85930-6C99-46A8-B08D-4282E29AC3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C13C04-41A4-44F6-B78A-76615A39E3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EF8AE1-83B0-4071-9E35-188E67C5442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CEA8EC-A77D-4F08-BAC3-429BC204458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Functionalities Used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On/off switch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Menu access button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Ergonomic shape for easy holding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Flip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Battery life light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Invisible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Audio and tactile feedback of button presses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Single word speech recognition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2004-12-10T18:29:06Z</dcterms:modified>
  <cp:revision>10</cp:revision>
  <dc:subject/>
  <dc:title>PowerPoint Presentation</dc:title>
</cp:coreProperties>
</file>