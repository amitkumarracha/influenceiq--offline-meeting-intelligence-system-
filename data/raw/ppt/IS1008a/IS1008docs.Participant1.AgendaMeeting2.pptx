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724189-CE68-4B4A-A48B-E8C4FBF4A4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802A10-0D71-43C9-9D4F-46A7828807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B9195C-0D2C-4FBF-A362-3A9F2B500F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5596C7-1E88-4098-9A92-D4551ED15A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E37C6D-1093-4F1E-83A7-F987E06801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EBF4A0-CC51-46F6-82EF-2E089E30C0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9800EC-2176-41A9-ACD3-B4B0D920EA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73213C-B97F-485F-A6D3-20C0DA8CA0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A0C693-B011-4D50-BE9F-71F3092BFD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19CECF-6025-4966-A373-57466B7478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FD293D-90E4-40C3-BA71-A65EFDDE481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02FADB-F98C-4BF0-8103-7C95B0AD19A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3FBD10-6068-4D9B-9BF3-0CE02A05ED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D38807-F4D6-4018-8E61-AC1450E93A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6299C6-C486-4EC8-A487-0420B79360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7510BC-ADE0-4FCE-BC59-E10888A3EC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31C487-1B92-41C7-A600-B5A1627C10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A9BFC7-D4CA-4FEB-864C-294632D5EC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C54FA9-B225-4230-879F-90D8641310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56B83D-6042-4F78-9227-BE5DD2921A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255469-40A5-468F-91BF-6AACD5275B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22D770-EE28-42B2-88E3-0BE68BBA5C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408D69-174B-4658-B483-7C2EE0AAF5C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41197C-C20C-4C2F-84C2-5C0E9DF8B1B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68301B-678A-45CD-AF3A-59AD65CDC5A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CB59B5-637D-48AA-B3B2-04180278DD2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Sridhar Dasari,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2004-12-10T16:39:48Z</dcterms:modified>
  <cp:revision>19</cp:revision>
  <dc:subject/>
  <dc:title>PowerPoint Presentation</dc:title>
</cp:coreProperties>
</file>