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3FB8CF-7B0E-44BF-B96D-F0659A86C3C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685924-7558-4963-8E6A-D4FFEA8962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F153A0-FD80-4A7F-98E3-6FDC33128E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50F06E-99A9-406B-90CF-AB4181D7ADB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7B5311-F790-4539-8579-9FD48B27775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D35055-FB05-4AD7-9031-DA95C26DA14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716D96-C682-406E-8ED6-9CB8BCBB9D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38DF9F-7377-469D-98DA-CBBFD55551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9C95F5-F49E-4AFE-B625-91F6F8E9BCB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4775E7-9B6D-438A-9189-949290B94EC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DD4701-F069-41AA-BCFF-620D75E1BFB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B4A5EB-0B6F-41FD-9290-44477F2B5C7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DEFE20-6E5D-40AE-97BC-6966D682598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30454A-41B4-4470-8670-DD2941AA27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B6D713-4656-4D49-892C-DC3A9910CE5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D7187B-85F2-4243-AA9A-8B5565ED149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858380-7B62-4800-BD82-3C584E52519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A0BDD1-A85D-4EF7-9014-CDC9B11F885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0AEE3E-7D60-4B74-8BD8-C3E29887203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CEC07D-E9D7-4C49-8158-6421A9AE44D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9ACD45-D805-4E06-9C5E-289A8D87D51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BBD5E1-2ADD-42C6-BB35-FEBC4138DCC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275C12-A4ED-4E38-BBEE-918C86E0340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07DA320-5EFC-44B7-B4E2-EC02E1BD5D4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0F31BF1-0D16-461B-8FD8-8376A741B67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B7264A6-AA1A-49CF-BC9B-5D4081AADED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Sridhar Dasari,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2004-12-10T18:56:06Z</dcterms:modified>
  <cp:revision>19</cp:revision>
  <dc:subject/>
  <dc:title>PowerPoint Presentation</dc:title>
</cp:coreProperties>
</file>