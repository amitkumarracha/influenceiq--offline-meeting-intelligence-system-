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F7CAE0-4CA9-448C-829A-B065560EF2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07B9A4-4A1B-4ED5-9E39-830B355898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5F3DDC-FB5C-481F-A7E2-3CD4690627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9BFE87-1569-40CF-932F-CDCB60AC30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2EC146-3DA9-4409-B6B6-5EA4CBCEBA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526F23-CA96-4A16-BF33-F987DA0AAC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DE20E-2F4F-4F0D-A67B-6830DAEA28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69508-4B0D-45BC-8DBE-613D764181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DA8F54-A5BD-418D-87B6-86516547B1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19CAB-8B3C-4518-98EC-F5ADB12D95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3DBDA1-466A-4825-AC3F-471CE9368D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9DC3C4-C8DF-4E63-BA48-6CDB4D9F05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B1B192-161F-4775-A5E7-67DDDD1D11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B3B144-BE13-4D90-91BC-6FDB0F4235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ACBDC0-C920-4A2D-9EAA-3577705627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398AED-6EC0-4078-9608-5F7DBB84E8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53951A-FF51-47B6-A4B3-AB5B4B5351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A96D56-7EED-41B6-BB09-6367DE0934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B939FF-4A8D-4738-801A-934403A2F6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AF006A-20BD-40E4-8631-0978BD4904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09476B-A542-4857-8E5F-6E211FF4D9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A3B54C-535B-4D5B-8F92-F0A2E21388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0CF034-D256-4448-9715-1DBED22E7D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412920-1826-44B1-9BF1-7F4E1EA31B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4FE707-6678-47A3-9FA8-EBAD8C8AE2E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F2B90C-17FA-4AEF-88A6-9D56A3E2048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&lt;We have been giving sample questionnaires in various areas to be able to make decisions as to what consumers are looking for.&gt;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market trend is toward « fancy and feel good » style of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looking for the « next » major inovation.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has again become a major interest with consumers.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willing to pay for new, exciting technology.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971640" y="2205000"/>
            <a:ext cx="1218960" cy="143820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3059280" y="2349360"/>
            <a:ext cx="961920" cy="129564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icture of Talking VCR Remote"/>
          <p:cNvPicPr/>
          <p:nvPr/>
        </p:nvPicPr>
        <p:blipFill>
          <a:blip r:embed="rId3"/>
          <a:stretch/>
        </p:blipFill>
        <p:spPr>
          <a:xfrm>
            <a:off x="4500720" y="2205000"/>
            <a:ext cx="1439640" cy="14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2004-12-10T18:26:09Z</dcterms:modified>
  <cp:revision>9</cp:revision>
  <dc:subject/>
  <dc:title>PowerPoint Presentation</dc:title>
</cp:coreProperties>
</file>