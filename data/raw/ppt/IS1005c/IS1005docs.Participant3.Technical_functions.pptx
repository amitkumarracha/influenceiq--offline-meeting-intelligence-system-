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BDCF02-424F-4BE5-9516-1AFB8ED823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EF7AC6-0FFA-417C-A4A8-D529D9DC35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3DD4EF-6C43-40D3-B01F-0F21D7537C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D29BB7-B683-423A-ABF5-A01622B598E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C41D23-DF3E-494E-807C-CA7BBF236D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C4C223-EB8E-49C4-8CA9-6B4F04D624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398ED6-9035-4FA8-AAEE-89C0322AEDC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5E3B45-C168-4C14-94BC-6C1CB066CC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987020-9A20-4EBF-9157-D8EFA98446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C9F21F-1ED5-49B7-AE9B-F50F1F12C47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91E672-879D-478A-A31E-62364ECA75F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9D8F47-F463-4819-98A3-A761DCD8ACF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519DF6-B06B-4457-A2BA-760D2AA049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E71AF9-F9B9-4A6E-8A0C-223AC4C3AC7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80DD14-3AE1-4081-8750-C331BD0231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BDF6CC-77C8-4DE0-B46E-B1E4053E575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0289A8-0732-4AB9-9BA1-B3EA8A83F6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03AC85-35B0-4706-A603-45EE48B60F1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97EB13-A267-4E56-BC99-FB8FF432E8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AE2CFF-004B-4D46-A1CE-9CD0DB2CBE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CCA515-3A78-40EE-90B0-DAF1CCFA7D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709035-2F72-4772-80F5-26A960677BB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5E4F24-FF61-4437-BA66-B38482528F3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9BFE18-678D-4952-952F-CFF9F3BE5DC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2BC147B-D7FA-4748-8482-D0676895BB8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03398EF-5218-4D5C-BC0C-8906191B23B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Hamed Ketabdar,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0000"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 remote control is an electronic device sending commands by waves (Infrared, radio) to another device.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It consists of different blocks: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interface with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electronic circuit making commands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transmitter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Usually there are two different methods for designing a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- Remote control based on Infrared waves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- Remote control based on Radio waves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People prefer to have remote controls with bigger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 remote control with based on radio waves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Using bigger buttons and less number of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2004-11-29T16:56:41Z</dcterms:modified>
  <cp:revision>8</cp:revision>
  <dc:subject/>
  <dc:title>PowerPoint Presentation</dc:title>
</cp:coreProperties>
</file>