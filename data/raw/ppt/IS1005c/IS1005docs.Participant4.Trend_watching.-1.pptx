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A0D103-BE4B-4026-94F7-5090E1F689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E4A03B-0789-40C6-BE0B-7849B770BC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C8D69E-332C-44BA-BD5C-5CFFC0E5F6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5708B-BA74-4612-8548-ECDF9C7327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578D2B-C45A-4F84-8A32-D123758096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6C9135-F5BE-4089-A664-30EF077A5E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BF7592-D3AC-49AC-92B1-88E92D69D7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DF68AD-80D3-4050-9C44-C60E34B9FC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67090E-7867-4473-829D-B26DD2CBE1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D8D7E6-3774-4D51-AFFC-B482705736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DA77A-C2D5-4D47-B18D-707D05E124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A656E9-CF3F-44BC-8637-114A71ED8B2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D3D55F-F09A-4DAD-8B1C-122745FFDF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C8506F-612B-481C-8468-CD4FD1E8BA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A166B2-21C2-458A-B603-BF28724746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CB1A09-FADA-4BF2-8C96-2C05B7C8D5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59F304-FD8E-4907-986C-643F6C1A5F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A8E1DD-BAE6-4A08-B6B9-56CB4259B0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4ED9E8-0C3F-491C-993E-67ECEF9FD6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EBA724-7FDF-4504-BD86-ABEAE143B7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D60175-4CDE-460B-B09D-588CDFFB9F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E88297-0DC0-4FE7-AF03-B612FF4BB3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70C688-9408-4C5E-AC4C-4DEB88D757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7160A6-5D33-4391-B855-E950E6D623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0DCC35-0261-46E9-969A-89835F97AC3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1F8DCE-5292-4E24-9752-F1B482D4B7F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Bob ‘the marketing expert’ Morris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 market research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Interviews with Paris/Milan based fashion watchers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 – Market Research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686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fancy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’ look-and-feel is </a:t>
            </a:r>
            <a:r>
              <a:rPr b="0" lang="fr-CH" sz="3200" spc="-1" strike="noStrike">
                <a:solidFill>
                  <a:srgbClr val="ffff00"/>
                </a:solidFill>
                <a:latin typeface="Tahoma"/>
              </a:rPr>
              <a:t>HIGHEST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‘</a:t>
            </a: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functional’ no longer important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Technological innovation is 2nd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fanciness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Easy-to-use is 3rd priority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2x less important as technological innovation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 – Fasion Watchers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that is ....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Related to fruit/vegetables with a spongy feel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From last meeting ... Use company colours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2004-11-29T19:05:28Z</dcterms:modified>
  <cp:revision>10</cp:revision>
  <dc:subject/>
  <dc:title>PowerPoint Presentation</dc:title>
</cp:coreProperties>
</file>