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47E7C-E905-4269-A308-891B0C0325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B4065E-713C-4294-9C20-2482FED9AE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43D24-3CE0-41F2-A6EC-EBA29C4D95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74B558-D430-4EBA-8D26-533F5FCF8A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FA3D3E-263C-43DC-84AE-93867BC8F2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ED86A3-EE55-4264-A655-8327C53821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57723D-205E-4789-AD40-6916EC72EB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6B7B19-4024-4FDC-9C99-9B2B3815CA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FFAD1B-991D-4246-9D07-7250A9AC2E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869FFD-0C93-4619-B693-2DAA01720E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973D1-0293-499E-9DFA-6FEB21D8BF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1CE91E-3BBB-4006-8B5E-948943AA85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319B07-461F-4554-BAD6-850D60E8C4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C0C721-2AC0-4248-A5C4-8CB37B6B25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F8F9EF-2B08-4582-AC3C-F72F6DEE0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8A17F6-1FA8-4F90-8DAE-2A724D4151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72B5C2-84E1-4079-AC69-F373BC344A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0B6D34-A625-4F75-BCD7-2EA2C82DEA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D5BB87-CEF1-4D61-A4B5-FD6B4000AC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278B2A-2840-4781-A8C9-26F7B9B454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C3FF69-6D26-421A-A2DC-0686988D16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661B4-37D1-4FBD-8D60-296792D615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DD290A-05E5-4B6C-B36D-579A618694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117042-9597-4CE1-BEBC-5DA6E70BE2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A542C3-955C-43F7-B36D-1B6AC7F5612B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9ABB11-9364-4B0F-BA71-4953BCF1F9FC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