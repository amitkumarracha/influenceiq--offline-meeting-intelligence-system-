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E63DA8-A47F-4539-B1FC-7FE7D6541D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7D6852-637D-4F31-8035-368158F96B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17DB31-8FF7-4F56-A63D-C50E36B012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D55D40-84E7-48FC-B600-09F6AAC4EA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E73B0-05FE-438E-9CA9-7C77D2E355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7D344-67CB-4EB0-A104-F70D296E27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62AEF-C012-4BAF-BE17-48816BC779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506694-89DD-4FA9-8658-8854EF8F4D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EEE27D-524B-4F21-9B81-A89D310BE4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5955F-92CC-4DB4-8AA3-B1A1D75AAE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2E0A53-297B-447A-886E-A2E635394F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1D305A-F1FC-4EA4-8BB0-A5B37C2898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1CA827-4B88-4372-8268-D4AC2F4CD2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B97E46-957E-4C57-AAB8-F14E397147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5C88A5-C351-4CAD-BF6C-6CF3F0B962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4C4A4B-16A4-4799-8FF8-D0D4110925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E5B9C9-2A2E-42A5-A1B6-1D3FA64B10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CD504F-6224-4E79-AAA9-BC3B6AD785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116D5-396D-445D-A568-52528CD943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DF2A7F-FA80-434E-BC6B-B83FBC4855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EBD0C6-80AC-466C-B1C5-9CD072992D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8BD5E2-9432-4649-AB00-2A4991DD35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C07863-E198-410A-88BB-DC5A2AF787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B5430D-D0E2-4A95-B76C-22B37C9878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C27F36-9DDA-4439-8DCA-E1A4470BD05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D664BD-3DC7-4170-85B2-2BF47898BAB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Fabien,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2004-11-29T20:15:40Z</dcterms:modified>
  <cp:revision>19</cp:revision>
  <dc:subject/>
  <dc:title>PowerPoint Presentation</dc:title>
</cp:coreProperties>
</file>