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0B78D7-36DD-4261-B60F-F541AB1C23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805ADC-F834-4BB7-8EC7-1101AE93DB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B87FCF-4C5D-4AE3-A94B-89F122FF6A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DDB4A2-7CA6-41B6-AACB-5A391F9A65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998450-2F9E-421E-97E3-59E3104391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B9B2D9-4A78-4371-AD39-40B3769D07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9CF902-C934-4832-8C42-25DAD801AF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629039-5786-4AA0-9394-4493629FC1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3B9415-CF2C-4977-831A-C05EE0E73B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6DA89C-E312-4A13-A180-6418AD04EB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9A758A-5270-4598-AD5E-461029CD62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2D0AD6-2AE4-4233-B6E8-5CB5CB64C2F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DD122C-1532-4922-857B-D2613247CD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0A242C-5D4A-4C61-84AF-525CEC306C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843F2F-FEE8-4ED2-B95D-E924B047A7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691737-BFF4-4600-9E3D-A24E195A6A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6F4306-082B-463B-A307-FF1CE4DBCA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693264-2A54-4218-B773-E8DA58F1F6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82815D-E681-4546-81B8-E199A5F84E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837078-F9C0-4EE4-9C44-99CD729992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243CA7-B2C6-4E1D-86E4-99C45FAA62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4D8CCD-065C-4048-BA8D-B90BE4195B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9B907B-CB4D-4C02-A6F8-EF46BA258EC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6ED1CD-7483-480C-AD0D-D2A57935ED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CD25EF-CB3C-478F-8854-76B8BC0E205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E870B1-34F8-4711-B82F-4D4F7AAB377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Bob Morris,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List the various design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Rate how well the proposed design matches each of the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1 to 7 point scale, 1=v.true, 7=v.false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70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250560" y="1268280"/>
            <a:ext cx="8713800" cy="485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not ugly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looks fancy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easy to find when it gets lost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easy to learn how to use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does not cause RSI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technologically innovative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easy to use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follows a fruit and vegetables theme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has a spongy feel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uses company colours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Final result = average of scores for each of the criteria.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2004-11-29T20:19:02Z</dcterms:modified>
  <cp:revision>15</cp:revision>
  <dc:subject/>
  <dc:title>PowerPoint Presentation</dc:title>
</cp:coreProperties>
</file>