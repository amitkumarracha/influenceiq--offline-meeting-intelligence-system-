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17D5CD-284D-412C-BD29-FA5C073651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B75917-AB38-49F9-ADA1-42735AD2BC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F68A86-64FA-401B-93CC-AF7982D372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361D87-3550-412B-9D24-3C3C6811E6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DE7B0A-AD3B-4C85-8B27-A89FC31ACA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E36C87-1FB1-46E0-928E-749C5DB16E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42AAB2-9CEF-4560-BA9B-A1C9338497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8958C8-5E22-44F7-A7BA-CBF9484AEE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6E21B3-B499-4EB9-9BE8-70EE1D116E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9E6CDE-F69F-45A2-9915-3F54DC9F7F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514F9E-A169-4DE3-9D93-041DCB39B30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6BD3A7-7C3F-4025-9C7B-0649E76BCF6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0D721C-58CE-4C9B-9E36-F9D213758F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626897-520A-4D41-AA7B-73CBB7B2D6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795C6C-4EE2-4F55-B60D-FD99511EC2B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2C57D1-DCB0-4A4E-9EB1-7EF157FB03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A85439-B152-474B-8BC8-479F4540A5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D6714F-5F59-44CA-A577-DFCCB19F87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5B26EC-A8A5-429A-80A3-6F1B8452DD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107006-1F09-4B29-B06E-1AC0477CE1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35328D-795C-4C7D-85E0-3CED5BAE95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1AD7B6-CD7D-4103-BF59-C5D850255F3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589F1C-CD14-4082-9363-12C2C8B805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A2F8F3-7A5D-4BC9-9613-4320D767CBB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2E5C9A-4113-494F-B687-3CD727991D7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EEF7690-6748-4FCC-8124-689851098F0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Petr,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Look at what the other companies use (any contacts?)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Search the internet for the possible solutions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 progress… </a:t>
            </a:r>
            <a:br>
              <a:rPr sz="3200"/>
            </a:b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(RW circuit price, volume slider)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RadioWave send/receive circuit</a:t>
            </a:r>
            <a:br>
              <a:rPr sz="3200"/>
            </a:b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(look for available devices..)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Mentioned in discussion (summarize)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IR/RW circuit!!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2004-11-29T16:54:59Z</dcterms:modified>
  <cp:revision>15</cp:revision>
  <dc:subject/>
  <dc:title>PowerPoint Presentation</dc:title>
</cp:coreProperties>
</file>