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23906A-B873-41ED-8F1E-963686F543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CA733B-9BBC-4F32-B107-ADFD59BFDB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3C8F29-51AF-4B79-B65F-C58F546895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AF376B-9512-49B9-96B5-E0F9396AAAC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A90A9F-3CCF-4FCF-B3AD-30EE11A5D4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0613DA-58F4-43B7-9EE7-A4BF0040736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A603D7-8FE6-4BC8-9832-4E49EBDAE8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6AB67A-E677-4A4F-9E3F-053D517BE6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57877F-CEF2-4577-A554-AB7990BFCB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63172C-F5DB-4BA7-BC56-0F10C7A4B3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FA197B-BE4D-4CC3-A087-04BDE154499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87EF48-D9B4-42BE-A381-273B6115758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E9B765-F753-4EB9-B09C-52E7330E26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680292-CCC8-451A-97CD-992C46F06A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9663B0-39DA-47FF-A425-01368C8A85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AA95F9-A854-4608-8775-7A010274467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22B326-56D4-42B4-AEB2-82F6326AC93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076386-0360-44A6-85AD-AFEACD202FD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381B7E-2C56-40AF-B917-A08E70CCE0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3B0154-7E19-4B74-BE06-4BD7C08CD6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EC7FA1-63E7-4A55-BC02-DFCAAD2AE1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DCA858-1F20-425C-9C27-BD76017F331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005523-DA45-4388-B375-28D009308B4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0B1D3F-C7E4-4DBB-A624-37CDA75543E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15606DB-276E-4128-84B0-E33047F818C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BCD6432-8DA7-4292-B491-06102D12E9B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Hamed Ketabdar,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Design a user interface for remote control, easy to use, no need for learning speecial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It is better to put most frequently buttons in the middle of the remote control, they should be also bigger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 shape of the remote control should be in a way which is comfortable in hand. Rounded shape corners …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Not very eneregy consuming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less frequently used buttons should be hided by a cover.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Some buttons, like volume change can be placed in side of the remote. 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Usage of an speech recognizer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2004-11-29T19:07:05Z</dcterms:modified>
  <cp:revision>9</cp:revision>
  <dc:subject/>
  <dc:title>PowerPoint Presentation</dc:title>
</cp:coreProperties>
</file>