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EF94D7-4160-4697-A6C4-5C587E41C9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572312-5AD2-4925-8988-9098BD8FCC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420F39-11F2-4B1D-9B7C-2773C928DE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51B7C2-3000-40F5-8FD2-D34B29AF56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FE3E4D-1037-4064-8B9B-3CA806FC17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3A2DC2-38FF-4AC9-A7FB-2E2CB74C9C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643346-76E8-45AD-8567-B8A9C76A53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62443D-B2D0-48F5-89EC-052E810D5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93502D-3C68-47FB-871C-9A3E682E7D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C75220-3A8C-47F9-93F1-550118EA27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63C160-CADB-4001-982B-1EEC5DC6E9A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B94688-B97B-45C0-BAE6-36C7C25FA13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96097F-99E8-4B3E-9547-4EB803ED82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394844-C57F-4473-A5E3-6C7C3F5AF5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505BD7-875E-4B49-9582-83544119F5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AC70F5-FA6C-48DE-9B6C-EB09E57FF3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DCF36C-8BCE-4EDE-B29E-4D5FC8D700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0B4206-04F6-4AEB-B109-5744B0D224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E7CDEB-92F5-4F4C-8838-CEDE403788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FA2991-DF39-4879-97E9-80CB3A2996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2D5CDF-5E51-4852-A30C-A47CC709F2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0ACD52-2052-48E4-A5DA-3E186FBE5B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83186D-BD1D-464C-91B1-1271AA307B5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790D1A-FCA9-4073-B001-6CF5D980702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67868D7-CDDB-48F9-845D-3C48CA62868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9F36D14-93AB-4CAA-8B84-99C44DD5D87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Petr,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PARIS, August 31, 2004 -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Real Reaction © Electronics Europe introduced a 7" TFT screen that meets the needs of educational and corporate customers who want a transportable, lightweight design, along with the flexibility to make presentations in rooms with challenging lighting conditions and limited space.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2004-11-29T19:07:07Z</dcterms:modified>
  <cp:revision>11</cp:revision>
  <dc:subject/>
  <dc:title>PowerPoint Presentation</dc:title>
</cp:coreProperties>
</file>