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A4362F-E7D4-4678-B70B-E0E6858E27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1B5B27-6305-4A79-95E7-A585695E52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82D6E0-58EE-42EE-A66B-D5DDDFBEBE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7E0442-7B01-4274-84C9-9D3BDC7FB2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36C5AC-9745-4F4D-BCBF-C57730C7CA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1ED723-E792-4B63-B4BF-80E9BDF580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322703-01B8-485A-B131-60F19E476D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7B58D5-B892-4C03-96C7-4093FE6704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31BA79-3FFF-4491-8453-55FC8B8FE4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311D1-46E7-471F-A6F8-E1D539201F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B0B517-464D-49A9-86F4-D739A026F7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8CDAC5-FB15-4882-BCE2-AD4C3A343D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24F81B-845D-4416-92F7-EFBA585A70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78920F-A2D0-4AC6-82E6-2F01C8BF51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BBB944-992A-4825-8339-B4448048DB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846D13-5937-4191-86CF-E09FABF428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0F9E8F-A940-4CBC-87AF-F98DA213DB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BBE767-A5BD-415A-8E4C-91F9B39AFD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9A6977-699E-44AC-975C-8DA36B56D1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1BE8E6-82CF-4C33-9B2C-50E112C870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AAF919-E803-48D6-9E16-BF4AF1E559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5D523E-FDAC-4723-9D30-B305B4E30F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5F912A-D0B7-4A7E-816D-DD159FBF26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F6E538-2779-4C94-A39D-6FFE33EFD2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2EE2C7-6982-4BBA-9B18-A1F7DCF9275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806A76-67AA-48CB-8729-4B1518D2366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Bob Morris,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Useability study in laboratory with 100 test subjects.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Each participant also completed a questionaire.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Users are do not like look-and-feel of most remotes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Usage statistics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Channel button used on average 168 times/hour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Teletext 14 times / 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Volume 4 times/hour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Channel, volume, power had highest relevance to users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Audio and picture settings had least relevance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84000" y="1699920"/>
            <a:ext cx="8064360" cy="41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Results -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display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recognition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Younger age groups yes (91% yes 15-25)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Older users no (60% 55-65)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2004-11-29T16:58:22Z</dcterms:modified>
  <cp:revision>16</cp:revision>
  <dc:subject/>
  <dc:title>PowerPoint Presentation</dc:title>
</cp:coreProperties>
</file>