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814DF0-9A7E-4C05-9662-4D0F90C88CF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3BCEFBD-7BD0-4934-9B5C-05F37AB3A17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D754D1-6DB5-4051-860A-8B88ED0921A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080A01-1CC3-44EA-A480-96920330EBA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1AF470-ADA8-41DB-BD69-9D774C55EAB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5351C4-D9C2-4D37-A08A-41FC9807901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66EDAC-ABA2-49CE-8C24-32A3F9DC0C7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9DF92A-43DF-49F6-BE7D-5DD6009DBF3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4E9925-8D07-4CB0-B6C2-D5CD7615E94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267ACE7-74F0-496E-9214-20002601013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DDBDCC1-B208-417B-B49F-D29722974D6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D73E79-02D3-43FE-87C5-0E36A6E1304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5C56176-59B6-44F2-AABD-9C68E8FFF33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F046409-AE35-4E46-AA14-FFE0E1D8AC8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8D00931-FFBB-44D7-8687-EEA805F02CF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DCE75AD-246D-40D2-9E67-E813BED0352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59FB5A2-0C9E-41E4-BCA7-1AD4EBC3FC0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C06FAA3-FE3A-4F04-BD07-4F9E7FDC1C9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5AE2D2E-447C-47B6-9EAC-B1D97CB996A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F48F2B7-D1FE-4517-B205-EF3AE88D7FA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63FB027-DEB6-4982-94BD-590C1B95385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B4FD344-F0C8-4A88-9AE2-5C795133C00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506F58A-3FB2-46FC-8B75-CCCCC004BB3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0F4E963-A235-4FA4-9ABE-4D2EFB5F5C7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3FA3A5E-7A46-48DE-8A79-D0BF9B0976A6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B7030C3-331C-4C97-9F41-706E21234067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Dale Anderson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Marketing Consultant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Collection of criteria is based on the user requirements and trends found in the marketing reports and the marketing strategy of the Real Reaction © electronics company.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Fancy look-and-feel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Technological innovation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Easy to use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Incorporates current fashion trends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Design minimises RSI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Easy to locate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Criteria rating with seven-point scale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1 = TRUE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7 = FALSE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To be continued on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2005-01-19T21:42:58Z</dcterms:modified>
  <cp:revision>13</cp:revision>
  <dc:subject/>
  <dc:title>PowerPoint Presentation</dc:title>
</cp:coreProperties>
</file>