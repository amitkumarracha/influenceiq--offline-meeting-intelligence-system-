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420128-CD36-47BA-A3EE-8363E31178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22B5B1-F3A7-4CBE-A4AA-4421A92AE3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CF4B47-986F-4DBF-8F48-B8B02307E8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0A9974-4212-46A8-A72F-7F9C987B11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55860D-A3EA-450A-BF03-47F1E85271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624797-6E2B-4994-8F9E-236C084AB2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D6C083-EAAB-4AF8-92FF-BAABF2124B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40273A-0227-4F11-B4BC-305ACC8BE9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4441AE-7EE9-4087-861E-A1302671B2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E56EC7-D74E-4B03-9D4B-D12221A71A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9C04B0-9F41-4BFF-8973-2E1F1ED5E7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47E9C1-9D02-44DA-9D9E-6B72E04B0C6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A29978-1138-43F1-924E-2954BDE9F6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3E1140-918F-4598-90BB-AAB643F2A7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8CEAFD-510E-4E2C-ABAA-05DC4BD35E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ED1B99-18BC-41BE-8A89-A7BD6009B8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0CD231-6642-426B-BB71-5234B81C9D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8F7324-793A-4005-BBCA-04A2188A88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0E7A64-F8F5-4252-B961-BAE85EEE68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1810E6-5C85-46D1-BF39-2A8623FDF5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B6439A-BA68-4D69-8BD2-DDF88F7CCB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CF738A-E616-475D-AE88-2796D91CC8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905609-02A7-4134-B923-7B8F120F2D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01C925-6D99-4604-8F26-1B32B5E3DAB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B59E06-4F4A-4E1F-AB96-149EECC4772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E9A847-85BF-48FE-A593-412A24D0B60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