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2B1620-728C-4363-867F-FA24E71622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62801B-617D-4CB0-8AC1-4D9BBAA17C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EFA82F-CAFC-4161-BC62-E34884E4DA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94682E-E22E-4AFE-8A1D-DF88232D58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9233B4-6A79-49F9-94C1-E8D2DE8B9D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E3F2C2-3B67-4E61-B2B5-4B6DEAD550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470316-FD82-4661-BE89-0074DCABB2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34158E-979A-4E46-B6DC-0035D75C48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F6F5C5-053C-4FE3-A159-6BBA61E3BE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A8EACE-7505-426B-97A8-459FAA362B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86E2D3-FC99-490B-ABA9-9BB3C05171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A9A8D3-5E5D-48FA-A615-6E72CC3E7D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C0F4E0-2C37-43E1-9E8F-B4363E5DE8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0B9FCD-1FA3-49B0-972E-FD09D931BA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D213F4-31C9-4FF6-926B-4FB76B258E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6E5FE6-C395-4C41-9804-CE82CD888A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43189-DAEE-42C7-A4FE-028DE7D3A9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AA899F-AD67-4681-9B67-8F4A4E489A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BCF3D4-69D9-4B1F-99CF-9C56C13355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DDB2A4-5DAA-45B5-A50B-34CD877412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BDB154-188B-4222-A923-D02C7770EA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456DC5-B857-47E5-AC16-3D344C3620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D932A0-290D-4D01-98A0-562201E9080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811E55-A402-4A27-8801-3DFFAAA8B9B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B84930-4216-40E7-B68B-527B9898C0E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642D94-0565-49FF-B883-9DE55FF5756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William Cooke,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press of the button should activate the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be able to find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Looked into AVAILABILITY of materials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47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Main chip used is a </a:t>
            </a: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“TA11835”, these are standard and used in most remote controls.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Battery options: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Standard AA,AAA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Dynamo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Solar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Kinetic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5076720" y="1413000"/>
            <a:ext cx="3810240" cy="280800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127480" y="4456080"/>
            <a:ext cx="18432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Most remotes use a silicon board with rubberised buttons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When the button is pressed it sends a unique code to the chip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This code is processed then output by the chip and sent via the IR LED to the TV.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5127480" y="4456080"/>
            <a:ext cx="18432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5651640" y="1700280"/>
            <a:ext cx="2876400" cy="270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conserve battery life the remote should be in a ‘standby’ mode while not being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Case Material?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Plastic, Rubber, Wood,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 Designs?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Rubber buttons, LCD,  Bare??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2005-01-19T20:15:16Z</dcterms:modified>
  <cp:revision>11</cp:revision>
  <dc:subject/>
  <dc:title>PowerPoint Presentation</dc:title>
</cp:coreProperties>
</file>