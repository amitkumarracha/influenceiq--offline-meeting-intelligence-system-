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1B5EC-0AD0-4AE1-89F0-FF0372EB29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1A5D4C-742D-4943-8B8E-0E557DC2DC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5B54AE-84A7-4720-9230-DD80D14505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54D11-B6BC-4C9A-B8F5-68AA71F312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73DC9D-F35F-40C7-8101-2965349A3D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0A89D6-BD9B-4606-8B8A-BA23683274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CF9C8-D565-4E3F-BC00-1E8D4CA56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A3C04A-71CC-4A86-A39B-8FC66A7145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A2E65-5443-4EC5-A7F3-18F5A77444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AC043-5559-4F7F-AB28-F3537D8B3D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DA5EF3-6C9D-4957-9EE0-F3B98BCFA1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DCF37-FEE6-411A-8269-F05A5178A22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F6072E-108B-49DE-A260-458F68EAF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B5B65A-84F1-4043-9EE8-8238C483FE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AF0D42-432F-4922-B29D-58BC0580BB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D9B44-0734-4D31-99A2-C7B61EB35B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24F67E-7EEB-4438-89DA-0DD1E70A66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0B98C6-A4CE-4320-98BC-F48EA0705B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D528D5-72CF-4C42-ABA4-C97058290C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A6A8A7-3633-483A-918B-63333CE97D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D0C3E1-3E45-4675-A3FA-AF9E6CF8B4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B45FE8-5571-4724-B741-0B824EE359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E10A2F-8D38-4086-AEBB-54E948C1EDC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2D1024-5731-4E44-A040-366C13AE8E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2A1FD5-EB6B-4535-944C-8A1A948367C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A05CB7-3199-47A8-B82A-C808D56D8F0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