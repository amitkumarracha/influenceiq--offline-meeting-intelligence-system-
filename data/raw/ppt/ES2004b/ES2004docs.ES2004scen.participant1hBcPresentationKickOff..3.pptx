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4101FC-DC1C-430B-9C48-8B4B0FAC67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113212-A7EC-4119-9090-CF3ED5DBB7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E368A9-F258-4087-B883-0270AFB1DA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2B253B-15D2-4183-A57F-3AE2E58610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997BB6-A79C-4B3E-A20A-6F3B76A50C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369D3E-BFD7-45F7-956A-F98640B454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4C0971-6788-4F50-981A-2677D23823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379592-E36F-4CE7-805D-307F992AD8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67DC30-97F3-429A-87A5-2142657F20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EBB351-7C3B-4034-B74F-8A678126E6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C382C0-3E02-4E71-94D6-A453C6270AA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599196-C87F-4ED6-B3DC-F95BAD7D9A6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3BC72C-E0F4-4864-8581-1E3D636317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C8DEC5-206D-48E4-8DDC-78BA152645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3BCEF4-91A8-470B-9AC7-00D5EC556A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7D52A1-B5AA-488A-9A66-7BDC38D2EA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E05E9F-C4EA-4CEF-87A2-439FFD5095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6FCC68-0FD8-42CE-9589-3041C332A0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A03F82-2848-44E1-8CF8-55E7715D41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66AAE3-8908-434C-B3D1-298FDAC274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3AADD3-5950-4581-9B0E-2690D09CBB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591AE8-FC19-4780-B497-661DC79C63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5B468B-534B-442E-8821-260209939CD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7A7CE0-9D85-45FF-A17A-6599F01B505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5D774C7-B351-47AA-AB7F-F2D8EFC22BB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234480A-C7A7-425A-B6AF-DC0548FA224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2004-11-11T21:00:38Z</dcterms:modified>
  <cp:revision>32</cp:revision>
  <dc:subject/>
  <dc:title>PowerPoint Presentation</dc:title>
</cp:coreProperties>
</file>