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85DA4-57C5-4A5B-AE47-AD0FB812B9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F50CED-25A8-4079-A710-E0D5B5EFE2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A07E56-F24C-4010-B964-771B399944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AD6154-9BA9-4851-A5AC-F6388E1D0F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3DDB7-AB0C-4B2F-BBCA-FB5A0AF93D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B981E-38B8-4509-8D69-DDD5C41A53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129C60-8C38-471B-8E5D-8346D9D29F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D34F75-9CB8-4791-8630-97E26046B0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453372-2A2A-419E-8BF4-19D3FE6691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371E04-4126-4E34-855D-797F068DCB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3C1EDD-461F-4073-ADE4-548BDEA360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6E775D-0222-4521-B6AE-190498570E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7650F-4D93-4EBC-80B4-AF330C4E67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D9262B-ED1D-4064-9670-1A065E4D21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EBE646-BA38-4143-B654-34202DEEDD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173BCE-DC79-4453-A94C-21E4666FB9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41575B-90B1-4D48-93A1-A1E642F960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5E3535-C96C-4486-A559-F0237D657E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A8FEA9-A495-4C26-8988-D514B90271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C48587-7CAF-441A-BDAA-C0D56AF796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126693-A6F8-4C56-8CCF-A79E0D563E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977911-3597-43D8-A691-577D59E34F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741669-24AE-4397-8DA2-6489F1A0F2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C5D3C-75D0-43A5-9827-4E89E3B056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E5F53C-69E8-4CC3-B837-558F0EE4D950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22CB05-964E-4ADB-9656-EC3B8559F4C8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Head of Marketing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&lt;Usability Lab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Observation of remote control use [N=100]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41360"/>
            <a:ext cx="822960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Overall, users dislike the look-and-feel of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most remote controls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SzPct val="25000"/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BIGGEST FRUSTRATIONS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controls often lost in room [50%]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Takes too much time to learn to use [34%]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Bad for RSI [26%]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Vast majority of 35 and under age group want LCD display and speech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 reverses in older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2005-01-19T17:30:30Z</dcterms:modified>
  <cp:revision>13</cp:revision>
  <dc:subject/>
  <dc:title>PowerPoint Presentation</dc:title>
</cp:coreProperties>
</file>