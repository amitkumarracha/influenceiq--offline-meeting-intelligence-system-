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B7066F-A131-4D05-9DF0-6D3250D66A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9C83FA-FFCD-42D9-B356-A4A8E2D489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86F41C-1BCE-4BCA-ABC5-B3299DD6F2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E6E43F-DDED-4C7F-9683-0FDC78F83E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FCA0D6-AA2B-4E3D-B6D7-150CE4B16E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8520F9-4AA7-40EA-9F5D-82197E6CF5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8B9A90-3003-40DB-B4B5-75686AF1B8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D13773-3817-42AC-8D63-D9210C8C1D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87A6F2-5272-4CD4-8449-2CDD1F4170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18739E-6C0C-426A-BCF7-7C113F39E0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D89F1B-0473-4C62-883E-605AF0B9A8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A8EE67-199D-496A-83DB-501D4DAE81E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3AE1AD-1321-4336-9AD3-74767D4ED4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FBF260-C839-47A2-B801-79736AF6A0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5E4CC1-2758-4A6E-9C58-85DEFEC249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0BB7F4-9B3D-4FD7-B337-3F1D83FFED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7A4A33-27E1-4EFC-A914-E7288024DA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5F6C79-D26C-4114-91CC-81439C2E7E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1B2587-7E0B-458E-8E4F-63F209D1AD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A6B7EE-F87D-4727-B6A2-97BAC1389A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D52D1E-9968-4DC3-AF47-19D8D28464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E27BA1-D228-4C11-B506-07ABF65F82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C04627-11CC-434C-928E-D62D911DA0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E81500-E636-4612-8077-AFE0EC72439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45C1D3-FBFA-4E50-AA54-43A3882614C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A1B3BEB-30AD-444B-83D2-561F1C23916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Look and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William Cooke &amp; Pawan Negi, Industrial &amp;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Exterior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Plastic body: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colour: White? Blue?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Rubber outer casing (changeable facials)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Wide choice of colours,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Clamshell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Interior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Batteries: Kinetic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is the remote?”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I’m Here!!”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transmission with TV, using standard chips, PCB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Screen: B&amp;W LCD Touch screen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Bottom Screen: Rubberised Standard Buttons inc. Volume, Power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Also containing the new logo!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that’s how we’ve put the fashion back into electronics!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2005-01-19T21:33:48Z</dcterms:modified>
  <cp:revision>13</cp:revision>
  <dc:subject/>
  <dc:title>PowerPoint Presentation</dc:title>
</cp:coreProperties>
</file>