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E6D6F-8A6B-4EE0-9B0F-07E290875E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ACEE8D-2F5D-453B-8042-C28653CDF0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D120A1-C1D0-4FC9-98B5-571F933B4F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FECF19-4229-47E5-8DBF-178E51BA99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A5FB8-B122-4FE8-92F3-14FFA3B87A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A679B0-95E0-4587-AAD6-B975E3FF72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3CE6B8-E6BB-459E-B08F-D61B4CFFD0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D12618-DB4B-449F-BF45-53845A033B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0063FB-12D7-46D0-A1E7-26F6FB5841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33E088-4F44-44C5-8A79-47FA980997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E268E0-B616-4088-9C0D-D6EF79CD12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0D17A0-A4F5-4AC4-893A-B1CAE9152B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0D9800-59A1-4915-B44F-8A5E4310D2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9CAB7B-E79C-4BA3-A094-F3F6E3568B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11BD5B-1C74-4A3B-997D-A54E152143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9CE051-5081-448A-BD9C-ABA65F6DEE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AA85D7-68C7-4AB2-9B26-2E9DDAE2D6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E27DE3-5EBE-4325-ACC3-4486A527EE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38F022-F963-46DE-AC28-CD2354F833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188FCF-6E09-4B49-8578-4ED28D89FD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BD94A5-0E3D-4F5A-8DA8-40A14BA5EE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E01CA7-04AA-491D-A5EC-A133A0D41A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E6E829-562E-4DE9-A24D-600A56FC0E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303EC1-5CE1-45B9-B121-E8A4E81D8E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94B043-6328-41D4-BCA4-FCA80A04BD4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A8C10CF-C641-4948-8E57-91C5BF245AC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2005-01-19T19:25:38Z</dcterms:modified>
  <cp:revision>20</cp:revision>
  <dc:subject/>
  <dc:title>PowerPoint Presentation</dc:title>
</cp:coreProperties>
</file>