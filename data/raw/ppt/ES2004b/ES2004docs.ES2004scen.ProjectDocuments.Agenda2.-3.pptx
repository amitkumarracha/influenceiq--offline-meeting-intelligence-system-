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723282-7BD3-4D1E-BD8A-1C2842389A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E23364-71C7-4755-8503-FAAA37910F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FA2A71-DA56-41F0-A57B-C98364D820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30773B-E6DA-4D20-8F2B-B372AC645C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909E7C-E66D-4E20-873B-5C456ABB6D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D632EC-24EB-4945-9CE9-C4206401AD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EA1035-2AB6-4810-B0C3-38AB7A906C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6C3F34-5BEC-4A20-8220-0A3AFCD503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69BFF8-0DA5-4E41-A1D9-D764A3AFAF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C85608-FFA9-481C-8CBD-73E0E40384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DC1DF-8C70-4BE8-A535-D2C764F8CF9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5E00F1-52FA-450C-BC3D-5E87C47762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6345BC-DFEC-4F14-9790-D1B4BE93F1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A25E41-CC6E-441E-8448-532067E842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63D1E6-ABAE-4C58-A9B5-18F7C44A81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4D3000-4B1E-446B-ADA7-C9E261033A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E4BD6-9D13-46C5-91F6-3A1B0F0FF9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E16139-1DD7-4F63-BAEF-5921378EC3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C7C0C5-47D4-4BE2-A6E5-3073ACEA47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B6EEB8-C2BC-4502-B63E-B1B563EB6E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F6B72F-23F0-4C3B-AAA9-C66DC35BAA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5E7656-BB43-4404-A03F-72A7A89157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767D51-E1E3-4B50-A654-B6EDA181726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E2424F-1FBC-4FF9-BC1B-CD011104D57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B53340-5614-48FB-B184-42823A1EE5F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64AC7D-41F8-4A50-B4AE-FA3DA1AF128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2005-01-19T20:20:59Z</dcterms:modified>
  <cp:revision>20</cp:revision>
  <dc:subject/>
  <dc:title>PowerPoint Presentation</dc:title>
</cp:coreProperties>
</file>