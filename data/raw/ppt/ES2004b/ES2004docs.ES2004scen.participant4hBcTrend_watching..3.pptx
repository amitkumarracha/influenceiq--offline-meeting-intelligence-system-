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FF1FC3-DB2B-4668-9A76-E3911747DE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51DC01-0BB7-41D7-A7F2-BAE366CE85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0D9D50-4FDF-4665-9F2F-0CE11E2FE2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647C66-B495-4143-BC56-F70BF16245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04A3A7-3D0B-4830-9ED6-40853D858F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001203-0919-4C5B-8B93-391605F611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EB12E7-97E4-4CD7-BF6C-60DD271B96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FCA6A4-74D9-4DCF-9085-2C033B8ECA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A0ABDF-DBF0-43B6-AE74-1A5559D795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3AACF9-BA52-4876-AC92-96F57AE51C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C5A7F-76D0-49F4-9E42-D413C14FEB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06D9E7-8788-4073-BB34-23D3E50AE2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2FA9B6-7F95-426F-9D1F-04C243A247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B50F1C-4703-4EF7-B6E0-E9F8A97EBB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F6DCAD-76F1-4D32-A2FE-645B95404E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D01BD5-226E-4835-BD60-6CCC86CFDA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602916-AA5D-4603-AAAE-5A12A2DBB7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ECE8DC-CBE5-442B-9368-1982A9683D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C764D4-D118-4DBD-A78E-CBAAF2B548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E7DC5F-4932-4F11-87B1-456630F9C8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392E63-156F-48B1-A980-51E2F293CF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BE855A-DA3E-48B4-9668-1C5C5DECBB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320C33-1C95-4381-A98B-8346F787D6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554B69-E3ED-4CAD-9738-89DA9344DF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9F1B91-B80B-4D60-AEC8-72714E1BFA3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BF0C74-46EF-4DE2-964F-C9081E44787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67920"/>
            <a:ext cx="8229600" cy="468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 research study [N=100] on most important aspects required in a Remote Control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 [Personal Preferences]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Findings from fashion and design fairs in Paris and Milan.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412640"/>
            <a:ext cx="8229600" cy="460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Most Important Aspects for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FRUIT &amp; VEGETABLES will be the theme for clothes, shoes &amp; furniture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There will be a SPONGY feel to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2005-01-19T19:38:57Z</dcterms:modified>
  <cp:revision>9</cp:revision>
  <dc:subject/>
  <dc:title>PowerPoint Presentation</dc:title>
</cp:coreProperties>
</file>