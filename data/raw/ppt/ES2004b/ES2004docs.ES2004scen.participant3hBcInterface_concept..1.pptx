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D4D530-8B57-4D4D-B02D-077D00496D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4A303F-88F3-4D09-ACCB-BB56495194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D7BF1B-7BC1-4332-A0DD-88DF5BBB8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BFBAA-A2CA-4E7E-A152-435433D5A4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C9E51B-02AB-4B9F-804D-5E48B18EC6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D8963-AC19-4B89-B1DC-9380B1EF1A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46B67-03DB-4017-BDFD-A7B41AA6AA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FEF19A-BA0D-4799-A256-A6F73477D8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A938E-5715-4A7E-A97E-EDFDA5A922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5B44A2-8150-4DC8-B42F-17CE8B7969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9A5083-6736-433C-AD59-10B0775164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F6F637-AF4F-4AE6-A394-3F25FD50AB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95AE23-CEA8-4438-9EC5-CE5F60551E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EE7121-A7E2-40E4-9075-B8A3763D5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D2E6D4-191C-45EB-AC6D-430E8244BD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25C209-DBDB-460C-8E80-056DFC4796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6BB903-1C82-4C43-BF42-DD892C6674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09438C-A58D-4F97-A443-8E8BEF4BB6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5290B-E1F3-4244-B720-9D23465DD6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EBE7C8-BDDE-4F4B-9943-243AA7E78D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F71487-97CE-4307-8380-FE218417B8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BE39D8-4066-4716-B29F-1F98849812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F4AA8A-12DE-455C-B72F-97A51FA476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44FA9D-03D1-4750-802F-BD0F605A19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C3B08B-337C-4D11-8A0A-EEF43C63E85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3D0D2C-46FA-4A99-8900-2856C3623DF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 -User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Input from other departments – Marketing and Industrial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Competitors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GUI or Pointing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211640" y="2268360"/>
            <a:ext cx="4475160" cy="318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many cluttered buttons.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Repetition of certain patterns. E.g: The volume and channel  control buttons in centre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Confusing and inconsistent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- fruit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Certain standard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2005-01-19T21:05:54Z</dcterms:modified>
  <cp:revision>12</cp:revision>
  <dc:subject/>
  <dc:title>PowerPoint Presentation</dc:title>
</cp:coreProperties>
</file>