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9141D-57CF-4B07-A7DB-A45907DC01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AB223E-CCE4-476C-8CBE-B6C535F666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A35752-41B8-4956-A332-847DAF4C4A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DF903-C8C0-4CB4-9FD8-F8D6553D06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A062D0-5305-444C-8881-5607D2CF25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CBF43-B8C0-4646-9D4C-1C3D5CF57A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7592B6-A973-418D-8F31-7B2CAE5C51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12DB9-3B47-4F3A-A7F4-6E96AB480F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A0DD26-EF99-4CB5-8127-825089A68D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0B113-5C77-4C68-AC1E-C7BDDE45DE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47DDFC-AC13-464A-8ECC-0F9CCF152B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3D1B2F-734C-4E45-88C8-102510B080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07FF27-C847-4E33-841A-20F51E6B0E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8FD8E5-46E4-41BE-B89A-4001198385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46867D-396A-4FFA-B31E-E9D7891125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73B790-3A11-46C4-89D9-D3E879997A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6304F9-E702-47D6-B943-F501C5FF1F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D49143-8CD2-4908-B47B-2B2A7D2A4F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2F63F8-15B2-4958-8C2F-E10CAE4F49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66DDF-8A3C-4A99-8042-88A40094BF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0A1EA3-DB6B-4A27-8C7D-F277237730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0F003F-251B-4E19-B814-B7F1C14BF1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8B7B5-6B09-4ECD-BF2D-D342FC7125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E27EC9-E2E9-498A-96EA-C050297D1E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683834-F09F-425E-A3D4-1161E073C3A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60DCDD-990F-4FEE-9692-B8A81EEF3D0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Purpose of Remote Control: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simplify the interaction with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Main Feature – User friendly by being easy-to-use, trendy and engineering marvel.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Concept – A Flip top model. Main function on the top and complex function inside with browsing facility. Added features such as shock proof body, trendy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prefer user friendly rather than complex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Economies of scale -Due to high volume, we could produce this design at a cheaper cost.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Flip top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colours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 exterior plastic body and soft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Thanks you for your attention.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Any comments please.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2005-01-19T19:19:05Z</dcterms:modified>
  <cp:revision>11</cp:revision>
  <dc:subject/>
  <dc:title>PowerPoint Presentation</dc:title>
</cp:coreProperties>
</file>