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B1D129-845B-47C0-AAA7-384DBA754C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45C46A-8D60-4E91-B4A5-62899BAB4A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305E2C-C1D3-4FD5-8806-7D43B30FD5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54C356-1597-41F2-B2AB-561898841A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032564-F95D-422E-A68E-BDCA38455B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5DAAB3-FBE8-4B95-8D11-4ECB57DC6C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494B7F-A7C6-4275-9472-29A22019E6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23AB58-25EA-4E92-B7C9-62CD041896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3FC52-281B-4951-984D-1599A7063F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AB23B8-79AF-4253-BB01-83ACE467A4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B05135-927F-467A-918C-F58B9CE5D5D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BE0E00-1CBB-43B8-882E-F2AC77E24F6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F71D90-93C9-4F1D-ACDA-CD075477E1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4E7E62-2F7E-4FA6-82F1-8746DD82A0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6DF6A4-A509-4265-B6BA-9C1B567830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C56E97-CDE3-4293-BF17-76279B5174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326385-CAD9-49B6-A2EA-50D53BE308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60DC9D-C8A6-4157-B1C0-77C867B2D7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1888C5-E3E0-4986-B761-77AD270B80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A36754-27EF-49F5-AF0C-A341334334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8D055C-D1E4-4EAD-A57E-A98D91378B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C8C51F-29BE-4E22-95C8-D3F64848F2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A24F00-ED71-4CEA-8659-5A5C4AAA40B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E8D05A-1A43-4BD5-9D38-0D8230C3BCC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45F09A7-E52E-42CE-B817-1D1CCECC1CE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7FDFBBD-FC8F-4790-A2EB-28BC722B255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Sarah -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2005-01-19T21:42:12Z</dcterms:modified>
  <cp:revision>21</cp:revision>
  <dc:subject/>
  <dc:title>PowerPoint Presentation</dc:title>
</cp:coreProperties>
</file>