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C550F-2DE0-40D6-8406-0667CAC1A3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5109B0-8D4B-4F58-8C40-72E1A5708A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53872C-1573-4E4B-B616-1BEC14DCEF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44F9A0-2656-4F5C-B831-FFE8728A06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A6AD21-2DFA-4CE4-BC5C-29A081BEFA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D2F09-BB1A-4D51-B853-334059B9FE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B862B3-87C1-4D0C-AE9E-68060D84A9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2E24C9-2830-4AB8-A9B4-6B5F315907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73130-2A4E-4D96-90FE-FDB0EF63F4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6BC977-A471-4B80-BEAD-EB89597441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362505-ED23-496D-AA54-BD6CB2B541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11F345-3B9A-4094-94EA-D002CC792DD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5DA9BB-84D5-427B-BDBF-CB4C98A608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2F30BE-BE81-4F40-BD23-39F7AFC83B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B7E73B-3B9A-4765-A26D-1ED7E2771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BD9A67-4F30-4BC8-9CD9-D0BC4D8E25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833AFB-079B-484F-B025-1518DBEAA1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4D5402-CBCE-4CA8-BF4F-186BE5F44D2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6E7DDC-3300-4ED8-8F5F-FBFF9EFFD7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22612E-8C87-4A62-ABCF-EF518D0697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899AE9-5974-467F-B92C-1D7EC18A74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230992-201E-4C72-A4BC-FCE75054FA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1CDF87-3E83-4957-B3C7-E19AE7FF4F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116F77-038B-4F93-BF3C-48BF6A4ACC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E5BA4C-4D7D-4ECB-BFB2-C610D46EFDD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35B993-D46C-4759-A2E9-762552C386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work; </a:t>
            </a:r>
            <a:r>
              <a:rPr b="0" i="1" lang="en-IN" sz="2400" spc="-1" strike="noStrike">
                <a:solidFill>
                  <a:srgbClr val="ffffff"/>
                </a:solidFill>
                <a:latin typeface="Tahoma"/>
              </a:rPr>
              <a:t>needs, effects and works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2005-01-19T17:23:27Z</dcterms:modified>
  <cp:revision>33</cp:revision>
  <dc:subject/>
  <dc:title>PowerPoint Presentation</dc:title>
</cp:coreProperties>
</file>