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57E7AD-A659-448B-980C-722AD6A4C4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F44C9A-EDDA-415E-8DC6-3D434A1DE5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D9112A-D2C8-4677-A607-DA48BC7BB4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A088A4-6E7A-4EAB-921A-0459E469BC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1DF0AA-A1F7-470F-BE1E-7596C1A105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9EBFC3-CED9-4C87-A71D-E8C15E1F94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790CD3-8B30-4538-B551-D3D1B3944D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9A16A5-67FD-428D-8C31-335D41FAE4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FC7274-ED45-47DE-8AA4-090DE7C220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6F44F1-DD63-4939-9635-E6AC164E55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FEA5EB-662F-491D-BFF3-F20D18615E0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E8A56E-B735-402A-8FF6-EFD6E575033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577EE1-23E4-4A2E-BBBC-BAF98AFB86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EDA25B-9321-417D-94E9-32F4CA6294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89BFB8-D400-4FB6-8CA6-70A2517B73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F14C67-3F78-41D3-BBC3-961C847051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C21928-C48B-48E9-8592-0389351B9D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EB2FCA-90E2-45C3-9096-59CFD6341E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FB2AA4-A64A-4882-9E82-A7FEE134C8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D927DA-9F52-498F-AC64-70035D18D4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FD06AF-2B5A-48B0-9CD2-71C6629036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BF8478-2E15-4855-9AE6-7EBE5B4CFA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6177F6-91BD-44A7-9C9D-8C8EB999E33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06897E-2167-497B-B170-EB08EEE3CC8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718035A-6CFC-450D-8FEF-48EF4CDA37F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75353E7-C7A8-4B47-ADDE-95A6DEDA08D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2005-01-19T21:41:58Z</dcterms:modified>
  <cp:revision>21</cp:revision>
  <dc:subject/>
  <dc:title>PowerPoint Presentation</dc:title>
</cp:coreProperties>
</file>