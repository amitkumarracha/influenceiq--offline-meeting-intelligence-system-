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DF344-C31B-4520-A862-FACCA07EC6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51211-B58B-4F0F-ACFC-51EDEEB012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90A5BE-6CCB-4DFA-912D-1615A72AA2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25150-F741-48EB-B3D4-B8CA3D04B0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746A8-CB66-4931-BFA8-A9D2ADC50F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9A9659-1253-4C86-BB45-763B8BB9CF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B8E52-F412-4CD5-BDCD-6E36BF85B7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F2EB3-6B8C-4DF0-8A1C-32DEFB29C6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6405A-B494-4015-B720-3A6AAC161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14A4AC-6233-4D06-818C-E46B34F406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CBCA63-A0DB-44F5-A77A-4538B6547D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09BC7-B5C8-457E-A9E2-FC154D85B13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DEA0F8-30CB-4547-BD37-EF37C93C07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C1A59B-17C7-495F-9D25-3927E4691A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4F9210-692D-49CA-8816-F609A44C53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9E2EA-C70E-486F-974A-3F59604E87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C7A41-0701-4E8D-89FA-27D12580FD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B1C237-4246-455F-9C1F-6EDF4B8D13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1D5AEB-2EA9-4F57-8D6A-C9A291C9B3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458F94-0D01-43A1-8BD1-10FC2F4209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3F27A6-3BE4-4BDC-A3EA-DF6D48C95C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7376EA-3C0F-45F4-B737-DAAEDF5E49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879DB3-A656-4AFD-980C-822489AC8F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89F0DE-537C-4764-A833-5E36AC97AB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8DB1BA-86D1-4B8E-BFFF-2B42B7E3A73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FE669C-AADE-4322-B1C7-10DA14AB785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 Extraordinaire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are we trying to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-A device which sends a signal to a TV to change its state, (e.g. power button changes on/off and vice versa)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what other people have designed and take inspiration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sure that the new design is original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 controls use infrared to send signals to a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are powered by some form of battery.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 easy to carry round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Internal: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 –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Chips – To decode the input to IR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– IR Bulb, Wireless range up to 5m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External: Plastic based,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UI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46836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1476360" y="2924280"/>
            <a:ext cx="673200" cy="664920"/>
            <a:chOff x="1476360" y="2924280"/>
            <a:chExt cx="673200" cy="664920"/>
          </a:xfrm>
        </p:grpSpPr>
        <p:sp>
          <p:nvSpPr>
            <p:cNvPr id="126" name=""/>
            <p:cNvSpPr/>
            <p:nvPr/>
          </p:nvSpPr>
          <p:spPr>
            <a:xfrm>
              <a:off x="1727280" y="2924280"/>
              <a:ext cx="12600" cy="66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916280" y="3074760"/>
              <a:ext cx="12600" cy="37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476360" y="326844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914840" y="325404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"/>
          <p:cNvSpPr/>
          <p:nvPr/>
        </p:nvSpPr>
        <p:spPr>
          <a:xfrm>
            <a:off x="320364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1476360" y="3284640"/>
            <a:ext cx="0" cy="1439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1476360" y="3933720"/>
            <a:ext cx="1727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3132000" y="450864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UI Interface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276720" y="263700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6732720" y="2637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TV Receiver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596360" y="2997360"/>
            <a:ext cx="720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1476360" y="4724280"/>
            <a:ext cx="1655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 flipV="1">
            <a:off x="3564000" y="4149360"/>
            <a:ext cx="0" cy="358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 flipV="1">
            <a:off x="3564000" y="3212640"/>
            <a:ext cx="0" cy="360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 flipV="1">
            <a:off x="2124000" y="3068640"/>
            <a:ext cx="115272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3924360" y="2997360"/>
            <a:ext cx="273528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4500720" y="2565360"/>
            <a:ext cx="1295280" cy="24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IR-Data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Available to a wide audience, cost low.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different enough to get a good consumer base.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easy to lose?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2005-01-19T18:08:32Z</dcterms:modified>
  <cp:revision>14</cp:revision>
  <dc:subject/>
  <dc:title>PowerPoint Presentation</dc:title>
</cp:coreProperties>
</file>