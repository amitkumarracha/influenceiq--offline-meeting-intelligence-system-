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0CA02E-4A2A-4B02-8043-417C29FD6A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0020B2-7C85-4E63-AB8F-8A98853E44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776F26-6CC6-4433-9A9E-6451C0AD84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B0ACF7-E351-4316-91FA-9F66748634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94B3BC-38BE-4D25-BFFC-3BB006CF02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2AD8CD-DA14-4F63-B51B-C7F677C9EB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8531C5-272A-409A-BE56-A256647E75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4510C4-680D-4949-88C0-2D8F8E906F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87BCCC-EC97-4B9D-A7D0-A0162E823A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926429-2191-4F1F-92BA-BA297EC61E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EFBF41-B4A5-472C-8EDE-4AFB7D4316A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738CAB-2EC5-4E23-99ED-AA705B1FEF7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017013-DDF1-4D64-817C-454F0CD982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47025-90E9-4482-A85F-183AEE5FF8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393711-1000-4F32-B514-ECD8A2DDA7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382278-255B-4B98-AD8D-EB3E332D2F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42EF1C-AE0E-455E-A579-538D639931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E153E0-20E1-4D83-806A-1FFF2A65EE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653C93-77CD-4185-AD31-CD6556603A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7728D6-8701-454D-984D-1434973FF1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32954B-57D7-4A9D-B667-FFAD37D90C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86996C-1AA9-4BFF-AEE6-7DA3C97B3F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1B2B9A-15E8-463C-B0E5-BA14488F10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5DD5B7-9F66-4D64-88AB-5E1F419EF5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5704884-EBD8-44E8-89E3-6BC3BD455AE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0F23E8-B948-484B-8034-50AB8E8B7E3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Reading press and ads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Internet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Personal observation in groups frequented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Small is beautiful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is beautiful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Eye catching is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Get to market before the competition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Develop one or two features we can dwell on in our ad campaign—too many will confuse the consumer and defeat us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Fruit and vegetable design – soft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2004-12-13T18:39:48Z</dcterms:modified>
  <cp:revision>9</cp:revision>
  <dc:subject/>
  <dc:title>PowerPoint Presentation</dc:title>
</cp:coreProperties>
</file>