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95089C-30E0-4D7B-BAAD-8D153A53A3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33CC9A-E015-4E24-8E5F-7457E6AF61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02F29A-41E4-4B5E-A7A4-4DCA8DC9B1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94053E-DE8A-4A41-9621-90C03669F5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AE7E81-2D0C-42F8-8270-5E3C791031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738588-169F-4C6D-A4DA-4A5F17BEBB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32699F-7D44-480A-A125-3D671EEC39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69C43C-B379-4060-A235-2056871681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CC6BE1-1C3B-436C-8FA2-884826E616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A4FF4C-4220-4507-BFF4-233DFCF54A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1F8C68-1C4A-45FF-B2FB-7257C7CADF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1BCAD6-761E-46CD-9BB5-50AA9BC50A8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3A08E8-6826-4162-92CB-0141BAD670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29B0FD-B554-47F9-915F-A1A60864ED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89D7A1-9537-41B6-BACD-9A5A90397B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065E3F-0784-4C81-B46F-5AD373A22D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94E600-458A-4E69-9DAC-060994429C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97FAA5-B5A2-4DC4-8A9F-3B05175EF7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BE72D5-3410-47B0-A889-4BBFCC764D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BBACE8-C660-4994-AFE4-C22519F7A8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02692F-3DAB-41EA-AE6D-E465CD11E7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28E9AD-52CA-432B-97DC-DD3CACD96B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BB1B3C-FFDC-497B-A654-64E77FB6F03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531D3D-263F-40A2-80F3-93C5EC2D364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2F117D-5A9C-4B78-B77F-0CA13ABAB2D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AB4165-E217-4474-85A9-109395CA552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2004-11-08T18:27:56Z</dcterms:modified>
  <cp:revision>18</cp:revision>
  <dc:subject/>
  <dc:title>PowerPoint Presentation</dc:title>
</cp:coreProperties>
</file>