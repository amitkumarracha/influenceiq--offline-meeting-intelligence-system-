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D7BE15-9E5A-4A77-B546-2DD944E1A9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881867-58E3-4610-BBBC-EADD644286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AD6D76-04D9-4176-BB7F-494D4D957F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0718F9-B4D6-4229-AED0-D3CEF74F80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B3870C-32A7-4F51-AE07-E7EECFAC79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440513-D723-42CE-8CCB-2E1C9B8BAD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EE8F3B-F5B8-4DB8-9BAE-460B8368F9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F3A785-48F0-4129-9FA1-F8FD70410C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836737-BC97-4E2B-B00C-CE787B06A4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5445A4-341E-4B70-A27E-2BE0526658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6F7A57-BAD0-4B41-85CA-758DA8730C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D12546-1DEA-4B75-AFAC-82B5928BC8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2964DC-A086-4096-82EB-E432356D3E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6E74F2-64AC-49D7-A2D4-1761444D50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AE1F9B-CFDA-4805-B710-839BB031BF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D0BD34-1937-49BA-B338-C8C67F1FEA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3AEFC1-3453-4600-88AD-A8561315BB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978DA3-0921-44F7-8D34-6AC1D3C6EB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87FDB5-981B-4686-86F6-E22A95ACF7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2A4C41-71F5-4A61-A8A0-D670516F77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900F42-229A-4417-A5D6-BCD8F75442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2AC999-B997-4B4E-BC58-E5A70E7B53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8C96F4-4196-4D6D-961A-5AA2FD7EA74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88CB40-B065-463E-BD2B-462DFDB8FB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9E9BFD-E514-4AB7-B3D9-01524E3E31F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27C4B7-55D4-427C-8F04-BC5752668B4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Eileen,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Will it sell????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Show prototype to people from various age and socio-economic groups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Show prototype to consumer research groups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Go with our best intuition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Shape biomorphic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Size small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Color bright warm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Feel as soft as possible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Functionality  (people won’t use it before they buy it – paradoxically other “features” will be main selling points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Shape biomorphic 1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Size small  4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Color bright warm 1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Feel as soft as possible 3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Functionality  (people won’t use it before they buy it – paradoxically other “features” will be main selling points) 5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2004-12-13T20:00:55Z</dcterms:modified>
  <cp:revision>14</cp:revision>
  <dc:subject/>
  <dc:title>PowerPoint Presentation</dc:title>
</cp:coreProperties>
</file>