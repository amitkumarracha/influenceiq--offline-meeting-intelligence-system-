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86D68-2D71-4712-9CCA-5C95592DA1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61B5E-43D4-4F0A-9673-4ECE203BAD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65994-5CFC-4A87-AEBA-FA6DC93B53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0C72D-ED96-4AD4-B666-25DAFDAD05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464BBE-2EC5-4247-8240-0F1E09CAEF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E464EF-2089-4607-9201-50F29185D6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8A88C-1AAA-4A0C-8ABF-E6D0F75A87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B81DA-1549-4EB7-8873-E410A0B2F1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67076-11EC-4569-B3E3-253F3899F3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3732B-5606-4A68-9918-BF1D43427D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19508-39BE-44D5-8AA2-9AE7ADDD73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619FFA-BB86-47C8-B262-DB6DA517A2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B5BC01-458D-43CB-A3E6-C5039A076C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4CED20-D8DB-4775-82C1-82617200F1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5F07B5-47B6-49B0-A8DB-7EA4A8012B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C47D52-6E7F-40C7-81E5-7AB549037C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4FCFC2-4A81-4ADE-8EF1-197111AA9E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CFD6E8-3AB2-4EDB-9DEF-9B567BFC62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F2586-F7BD-4777-ABB4-D4A868CBB6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EEABDD-77EB-4975-B019-67F19E511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B2D5E4-1D88-4F59-BF04-BB854128F4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8C0BF9-0274-4F08-BF2E-653D8DA414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9C446-1156-47CE-8866-D3AC34DE5D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160F69-353A-4149-918F-DF9D02F388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59493D-5CC0-489F-B098-AB4616F65CE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CE9CB2-AFD0-4D3D-8C6E-778992EF2CC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