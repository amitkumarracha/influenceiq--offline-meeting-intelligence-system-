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EBEC58-CC5C-4E42-B752-D4EA8E6ECE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F1C29C-8AFE-4801-A78B-51C13C2BE9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E5861E-A8EE-45D4-8186-C26604837B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2157AC-66F5-4FE8-BD7E-2DD61ACEFF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3F80DD-3D32-4A38-9387-237786A889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723DA9-430A-461C-AEED-A86D2D6EFB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8DB6C-EE72-485D-9930-AF27466C53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F56FF2-574E-475E-81B7-21BC1E3F03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18EEC9-7181-4729-BBB8-F9F6BA63CA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EC40D-E455-44CA-9BAC-16369F863E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855605-50BC-4DB7-938C-7F710DD850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DAEDA5-48F0-419A-BB81-6C277E5E1C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AB30A0-EFAC-4047-9293-5874913937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08C990-F09C-45BC-B3A8-AB33E52641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A759E3-CF30-4A14-B3A8-8C334A4C5E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16AA01-2F08-4CF6-A5F9-033DF1249A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462FAF-D4FD-4CC2-AA7E-0DDB1D4FBE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3D1538-D7F4-4593-A4AA-FCB21B585C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AC1D33-66F5-4F77-9B0F-FF271042D8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1CF57D-8210-41E4-B180-D13F3A5FE7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09D637-1383-4E26-88F8-20B09C22FA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6C3C22-5353-4C27-A0CD-1BF8846663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952013-3900-426D-BDE8-1006A4474C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4EA8F-FE8F-4160-8D24-D98C369F14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FE757B-51ED-4A71-A4C6-67414EAB4C92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725944-7C5E-42C0-AD5A-ED715588C503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