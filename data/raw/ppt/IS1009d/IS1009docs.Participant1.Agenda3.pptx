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1B842DF-9454-4E89-A9B1-DFCB9F9F403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877C608-A69A-4626-9C03-8B9D799BE6B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873FCE0-679C-427A-8CDF-71CF61D7492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F0D4F6F-C014-4D37-8AD9-43D6BB70FFD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8039EF6-1C46-4ED7-91F7-C2BD5D2725A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E9ACE0A-2395-4D73-8E02-EBA4EEF345A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9D60EDA-B817-4DA5-B880-5836E81211D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68B385C-2C0D-42A0-9901-904957BBA9B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8E3E397-98C8-4FC3-8DB1-488FB11F972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F25D3BE-565F-4EBD-8D76-A663AE90B96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C7337D6-F107-4D8E-8B1A-39AAD6A4F79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FA71F68-F7A6-4408-8B4C-6B139B02B12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BB615BD-70B9-457B-88EF-04F190A4E1C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6E85B57-F8DD-415E-94BD-B596471CA72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98C9893-E10A-407B-9950-DB3A8536497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335C277-9491-4F7D-97BC-1E880806143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BE0FF63-5410-44DC-A10B-FA2535EF702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0E46AC4-B00A-4BD4-957A-CCEA9C993D2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B357E3A-ABB9-474C-BC25-DFABC5F0FBE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120F63D-946D-440B-AF25-797AF1C6472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DAB0647-A541-4AB6-A617-FCB45F9A0E3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8368B32-A2CA-4A68-B3F6-768AAB40B92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FC46F73-5850-4135-8286-F8D411289C2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74AD577-CF79-4EBE-B7FC-6D3AF705028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21FFE9A-7663-4164-B4DA-34744F355B49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FD7C63A-B98C-4050-BC5E-D537B86B12F6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Detailed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&lt;name&gt;,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Prototype presentation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Production evaluation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Excel sheet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Calculate production costs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Are the cost under 12.50 euro?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No: </a:t>
            </a: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redesign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Yes: project evaluation (next slide)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Project process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Satisfaction on for example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Room for creativity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Leadership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Teamwork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Means (e.g., whiteboard, digital pens, etc.)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New ideas found?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Are the costs within the budget?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Is the project evaluated?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Then: Celebration!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cosmetix</cp:lastModifiedBy>
  <dcterms:modified xsi:type="dcterms:W3CDTF">2004-11-08T19:02:27Z</dcterms:modified>
  <cp:revision>18</cp:revision>
  <dc:subject/>
  <dc:title>PowerPoint Presentation</dc:title>
</cp:coreProperties>
</file>