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B3800B-92FF-45BE-8979-9DE0158CDE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4838C9-DE50-4845-8A9F-C35BBD3DCC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6B0271-6A5B-4636-8203-733EDAF6E3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6F60A3-01D6-4181-B277-6BE1C8DB17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B6FE2F-6E04-4C18-998B-C645C9F49E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6E6EED-ACFC-44EC-BAAB-48E2973940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2186A6-1ED5-4C8D-955F-240E25DFEE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697ED5-0310-44FA-8606-D2E19D107B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AD9EB8-AE6F-41E9-BFB4-9EAC3D78B5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32BE56-AAEA-41FF-B13B-33240AE823D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A6E195-FD48-46B7-97F1-A1D4E0413E2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8D56E0-44FD-486F-B7F7-7E5E906584D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E94782-A3A0-42F5-9997-3953AB8A96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D02FA1-97D4-4582-AF0E-AFCFE59A1E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6CECB1-D395-448A-B3A5-E10ADC1504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BBB8A0-745D-4B9B-8B61-E5C6494039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667D2F-8C26-441A-86C7-208B986E40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F7A095-7026-41AC-9517-9398F7C25A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501409-4577-4101-A511-371FA73B19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54BEFA-E15F-4FDC-8D38-6CAB8D1578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D55FD2-4AC9-4623-AAF8-9D4ECDA5B7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CDE483-55C7-407A-B001-8F7249C53C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A552CF-7DEB-4E8E-B690-1A8FCEB151B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72A6E4-13B0-40A6-899B-495EA658603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731F24-BF8B-47EC-B95F-C4116681807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E15A9F6-9FDC-4FFF-A079-6DCAE809012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by:francina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1.functional design :purpose is to control the television function using a remote.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There should be switch on/off button 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There should be signal or a LED which can be used to change different functionalities in the television.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There should be some timer to set for viewing a particulat programme or switching on/off according to the user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There should be a child lock system 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It should be compact.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It should be in the shape of a “T” alphabet for more compactibility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Using of plactic for making the remote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There are different remote which can be used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Infre red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Radio wave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Remotely controlling a range of television functionality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Multipurpose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Child lock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 save electricity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Timer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2004-12-13T16:31:22Z</dcterms:modified>
  <cp:revision>11</cp:revision>
  <dc:subject/>
  <dc:title>PowerPoint Presentation</dc:title>
</cp:coreProperties>
</file>