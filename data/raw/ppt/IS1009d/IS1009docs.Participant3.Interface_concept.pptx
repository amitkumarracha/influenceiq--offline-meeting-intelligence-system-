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C4387-2DE4-4060-8323-F1D69908B2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49A43-C4EB-4047-B2E5-004B24841F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E3B77-4F76-49BB-A22F-7A88EB85F1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6622A5-D76B-43CA-B4BA-56D7392828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715A0-990E-4B92-A29B-1D17A04B1F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BAF24B-C299-4521-ADD2-80202FF925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51351-9BE6-4E10-A55E-6F2BE2523A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5A53FB-7DA8-4612-9955-D286F0341B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74776A-BA55-4E88-B4C5-618766A91C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8DF57-9B3E-4A04-B213-ACD3D92318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386C7-A0D1-4162-B2B8-471A8949E0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C7EF6-42C2-4EE6-BF9D-1B19A1363B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0BB82-D94A-4004-8D4B-FE2A206E12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5BEFE9-E183-4020-9367-4AD468809A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DFE309-D693-4ECA-8C76-3F6ECFB158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7AA02-841C-4DA8-B4AB-16B6F2E72E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33DBCE-3C39-4609-8D6F-37B69EAE06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3A941-26DC-49BA-84AF-27EEA650BE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2F9CA-3C78-47D4-AA77-3008F784DE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B7524A-4FD2-4324-A629-AF9736B759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B2E104-E6E1-40E4-B87A-7949355B37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99AF3D-17A6-4CD6-A2AC-EEE78BF848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BE48A-C8FA-4160-B835-910D36392E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6ECF31-415C-4049-A844-6EE4F817BC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7790B1-6D06-4165-99E1-02FDC6A916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F0E8AF-62D9-466D-9626-487633A39F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981000"/>
            <a:ext cx="403848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function of a remote is to send messages to the television 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messages are 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1.Switch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2.Switch to next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3.Swaping the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4.Switching on to a particular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148360" y="836640"/>
            <a:ext cx="2952720" cy="528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turning the volume up/dowm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for getting subtitles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to control features like colour,contrast,sharpness,brightness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Memory 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Mute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recognition feature :integrated, programmable, sample sensor/sample speaker unit such as voice recogniser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700360" y="46080"/>
            <a:ext cx="3743280" cy="597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Different interfaces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Photo of a set of remote controls"/>
          <p:cNvPicPr/>
          <p:nvPr/>
        </p:nvPicPr>
        <p:blipFill>
          <a:blip r:embed="rId1"/>
          <a:stretch/>
        </p:blipFill>
        <p:spPr>
          <a:xfrm>
            <a:off x="468360" y="1341360"/>
            <a:ext cx="8351640" cy="46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Stores Up to 80 speech samples, Controls 4 Devices -TV, Cable/Satellite, VCR/DVD &amp; Audio. Record your own verbal labels that is connected to a remote control function :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0" y="3645000"/>
            <a:ext cx="4176720" cy="24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Child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friendly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692360" y="2276640"/>
            <a:ext cx="4392360" cy="367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Oversized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1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16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1463760" y="2205000"/>
            <a:ext cx="4763880" cy="40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recognicer which will respond to voice.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2004-12-13T18:50:42Z</dcterms:modified>
  <cp:revision>19</cp:revision>
  <dc:subject/>
  <dc:title>PowerPoint Presentation</dc:title>
</cp:coreProperties>
</file>