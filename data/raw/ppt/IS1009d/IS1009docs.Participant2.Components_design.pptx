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presProps.xml" ContentType="application/vnd.openxmlformats-officedocument.presentationml.presProps+xml"/>
  <Override PartName="/ppt/slides/slide1.xml" ContentType="application/vnd.openxmlformats-officedocument.presentationml.slide+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DDD5DFB-A7EF-4D52-B867-FB12F1AE43EB}"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830E625-2C6E-4FA7-B36B-00FF8CB46063}"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7EBEE0C-33B7-4C50-B09C-87B41F432F4E}"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5EEBCCE-35D5-4F1E-8E6E-0C39DB558BA8}"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94FB2F4-2EED-41D8-9F03-7BE9C2C9F923}"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BD07E0C-1C86-4A8C-A72F-E96FB907D3A0}"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AAFE72A-0D4A-49DA-8625-18D036159109}"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3308FC1-D5E4-443E-950B-517C55595991}"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44DEC270-83B3-4AAB-A012-D63ED19724D1}"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263206F-507F-4254-92E7-488424803C12}"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1E341A6B-2ABB-4549-BE85-378B4EE052DE}"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3DD99026-EBAD-4E82-B42B-A3DADC78D471}"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E49059CA-4E13-4835-8794-1922A7A92585}"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9267CF6-D760-48FB-8637-E0A070DF757A}"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C76E1DA3-3F2C-41F2-B804-B8EEEFEE7375}"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F771C7A-BCF8-4281-BC2B-EC5398067C86}"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2034118-3E8E-4402-82F5-AF8967146BA1}"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DF5270B7-0EDE-4114-BA6A-6D9AAC9764F9}"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19EDA4F-81F9-4C04-A44C-B7BE53AF154C}"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9C9F6A1C-7936-43F3-AF2F-0FB9F6BC329A}"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438AC57-81A2-4166-B676-BDD90F819A56}"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F5A4E9E2-5AF3-4595-B070-CE9E5623A181}"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717FF976-BCB6-4AB4-9ABF-3BA8071B15FB}"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C96AF15E-C252-4F8D-AB4A-37439AECFCBB}"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0D3BFD-654E-4ACE-99C1-C71F50209249}"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BE8A2D-339E-4FA3-B7DA-0D8CC01A826E}"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Jahnavi,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pc="-1" strike="noStrike">
                <a:solidFill>
                  <a:srgbClr val="ffffff"/>
                </a:solidFill>
                <a:latin typeface="Tahoma"/>
              </a:rPr>
              <a:t>Specification of Components</a:t>
            </a:r>
            <a:endParaRPr b="0" lang="en-IN" sz="40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Case </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a.Plastic</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b. Strong</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c. no harmful materials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d. recyclable</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  </a:t>
            </a:r>
            <a:r>
              <a:rPr b="0" lang="fr-CH" sz="1800" spc="-1" strike="noStrike">
                <a:solidFill>
                  <a:srgbClr val="ffffff"/>
                </a:solidFill>
                <a:latin typeface="Tahoma"/>
              </a:rPr>
              <a:t>e. Use of coloring compounds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Integrated Circuit (</a:t>
            </a:r>
            <a:r>
              <a:rPr b="0" lang="en-US" sz="1800" spc="-1" strike="noStrike">
                <a:solidFill>
                  <a:srgbClr val="ffffff"/>
                </a:solidFill>
                <a:latin typeface="Tahoma"/>
              </a:rPr>
              <a:t>labeled "TA11835”)</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a. Highly sophisticated</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b. resistant to hign as well as low temperatures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c. with timer and alarm facility</a:t>
            </a: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Resistor</a:t>
            </a: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Capacitor</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endParaRPr b="0" lang="en-IN" sz="1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000" spc="-1" strike="noStrike">
                <a:solidFill>
                  <a:srgbClr val="ffffff"/>
                </a:solidFill>
                <a:latin typeface="Tahoma"/>
              </a:rPr>
              <a:t>Specification of Components</a:t>
            </a:r>
            <a:endParaRPr b="0" lang="en-IN" sz="40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Diode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Transistor</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Resonator</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Battery</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     </a:t>
            </a:r>
            <a:r>
              <a:rPr b="0" lang="fr-CH" sz="3200" spc="-1" strike="noStrike">
                <a:solidFill>
                  <a:srgbClr val="ffffff"/>
                </a:solidFill>
                <a:latin typeface="Tahoma"/>
              </a:rPr>
              <a:t>a. Rechargeable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 </a:t>
            </a:r>
            <a:r>
              <a:rPr b="0" lang="fr-CH" sz="3200" spc="-1" strike="noStrike">
                <a:solidFill>
                  <a:srgbClr val="ffffff"/>
                </a:solidFill>
                <a:latin typeface="Tahoma"/>
              </a:rPr>
              <a:t>Circuit board</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How it works</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You press a button</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When you do that you complete a specific connection.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The chip senses that connection and knows what button you pressed.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It produces a morse-code-line signal specific to that button.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The transistors amplify the signal and send them to the LED, which translates the signal into infrared light.</a:t>
            </a:r>
            <a:endParaRPr b="0" lang="en-IN" sz="24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 </a:t>
            </a:r>
            <a:r>
              <a:rPr b="0" lang="en-US" sz="2400" spc="-1" strike="noStrike">
                <a:solidFill>
                  <a:srgbClr val="ffffff"/>
                </a:solidFill>
                <a:latin typeface="Tahoma"/>
              </a:rPr>
              <a:t>The sensor in the TV can see the infrared light and "seeing" the signal reacts appropriately</a:t>
            </a:r>
            <a:r>
              <a:rPr b="0" lang="en-US" sz="2800" spc="-1" strike="noStrike">
                <a:solidFill>
                  <a:srgbClr val="ffffff"/>
                </a:solidFill>
                <a:latin typeface="Tahoma"/>
              </a:rPr>
              <a:t>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Few pictures</a:t>
            </a:r>
            <a:endParaRPr b="0" lang="en-IN" sz="4400" spc="-1" strike="noStrike">
              <a:solidFill>
                <a:srgbClr val="ffffff"/>
              </a:solidFill>
              <a:latin typeface="Tahoma"/>
            </a:endParaRPr>
          </a:p>
        </p:txBody>
      </p:sp>
      <p:pic>
        <p:nvPicPr>
          <p:cNvPr id="103" name="" descr=""/>
          <p:cNvPicPr/>
          <p:nvPr/>
        </p:nvPicPr>
        <p:blipFill>
          <a:blip r:embed="rId1"/>
          <a:stretch/>
        </p:blipFill>
        <p:spPr>
          <a:xfrm>
            <a:off x="1176480" y="2668680"/>
            <a:ext cx="6791040" cy="23889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5" name="" descr=""/>
          <p:cNvPicPr/>
          <p:nvPr/>
        </p:nvPicPr>
        <p:blipFill>
          <a:blip r:embed="rId1"/>
          <a:stretch/>
        </p:blipFill>
        <p:spPr>
          <a:xfrm>
            <a:off x="1225440" y="2784600"/>
            <a:ext cx="6693120" cy="21571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7" name="" descr=""/>
          <p:cNvPicPr/>
          <p:nvPr/>
        </p:nvPicPr>
        <p:blipFill>
          <a:blip r:embed="rId1"/>
          <a:stretch/>
        </p:blipFill>
        <p:spPr>
          <a:xfrm>
            <a:off x="1501920" y="1600200"/>
            <a:ext cx="6140160" cy="45259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9" name="" descr=""/>
          <p:cNvPicPr/>
          <p:nvPr/>
        </p:nvPicPr>
        <p:blipFill>
          <a:blip r:embed="rId1"/>
          <a:stretch/>
        </p:blipFill>
        <p:spPr>
          <a:xfrm>
            <a:off x="1249200" y="1747800"/>
            <a:ext cx="6645600" cy="42307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11" name="" descr=""/>
          <p:cNvPicPr/>
          <p:nvPr/>
        </p:nvPicPr>
        <p:blipFill>
          <a:blip r:embed="rId1"/>
          <a:stretch/>
        </p:blipFill>
        <p:spPr>
          <a:xfrm>
            <a:off x="2165400" y="1600200"/>
            <a:ext cx="4813200" cy="45259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4320"/>
            <a:ext cx="8229600" cy="8506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Findings</a:t>
            </a:r>
            <a:endParaRPr b="0" lang="en-IN" sz="4400" spc="-1" strike="noStrike">
              <a:solidFill>
                <a:srgbClr val="ffffff"/>
              </a:solidFill>
              <a:latin typeface="Tahoma"/>
            </a:endParaRPr>
          </a:p>
        </p:txBody>
      </p:sp>
      <p:sp>
        <p:nvSpPr>
          <p:cNvPr id="113" name="PlaceHolder 2"/>
          <p:cNvSpPr>
            <a:spLocks noGrp="1"/>
          </p:cNvSpPr>
          <p:nvPr>
            <p:ph/>
          </p:nvPr>
        </p:nvSpPr>
        <p:spPr>
          <a:xfrm>
            <a:off x="539640" y="1197000"/>
            <a:ext cx="8229600" cy="4525920"/>
          </a:xfrm>
          <a:prstGeom prst="rect">
            <a:avLst/>
          </a:prstGeom>
          <a:noFill/>
          <a:ln w="0">
            <a:noFill/>
          </a:ln>
        </p:spPr>
        <p:txBody>
          <a:bodyPr lIns="90000" rIns="90000" tIns="46800" bIns="46800" anchor="t">
            <a:normAutofit/>
          </a:bodyPr>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push button requires a simple chip, but a scroll wheel requires minimally a regular chip, which is in a higher price range. </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As energy source we offer a basic battery or, more ingenious, a hand dynamo (such as in 50 years old torches), a kinetic provision of energy (such as some modern watches that you shake casually to provide energy), or use of solar cells.</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Our products can be delivered in different cases. The general case is uncurved (flat). A more original case is single curved or even double curved. </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Findings</a:t>
            </a:r>
            <a:endParaRPr b="0" lang="en-IN" sz="4400" spc="-1" strike="noStrike">
              <a:solidFill>
                <a:srgbClr val="ffffff"/>
              </a:solidFill>
              <a:latin typeface="Tahoma"/>
            </a:endParaRPr>
          </a:p>
        </p:txBody>
      </p:sp>
      <p:sp>
        <p:nvSpPr>
          <p:cNvPr id="11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just developed a sample sensor/ sample speaker.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2004-12-13T18:54:16Z</dcterms:modified>
  <cp:revision>12</cp:revision>
  <dc:subject/>
  <dc:title>PowerPoint Presentation</dc:title>
</cp:coreProperties>
</file>