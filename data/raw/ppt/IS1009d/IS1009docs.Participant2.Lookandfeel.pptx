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769B1-0192-4963-A3FE-E6DB4B2844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38CB64-284E-4CF4-9D8B-10DBDED55D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369D1-8811-4A83-9103-8B276C2646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801C5F-C169-4080-B90C-A242934F3C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862C3-BA05-42A2-983D-AB75D75509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330BBD-FACD-43CA-B2A1-0983E8A655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2515C2-2C2E-4004-B6E7-3391305F28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7CAE4-2BCA-4CDB-A684-B506F48D82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F6EB20-ED68-4B43-A2AE-45AB4AEA80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AEA9E-76EE-4A61-AE76-A182CEB2E1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EB3BB-9F21-470C-AB3D-904E8326CE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DBCF90-1929-4821-8320-76768FF349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2420C8-592E-439B-B2F1-13C177FA43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112308-607E-48D4-99DF-184969E3E0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CD7B09-7666-41DD-88F8-552EB0C057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D51B4D-1ED5-438D-A13E-348607AF6E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3E27B9-1A63-42CB-BD2C-22415A69FA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DEDF7-7B00-477C-B3EF-BB94B45CE8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321AA7-8CFE-4369-8DEA-F93C6E8801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DD6D83-BBB6-406B-8CCE-617290044D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BAEA94-2BBB-4AE8-85DE-D5B3EBB8A9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63AF52-2FD1-4558-A917-EFCEF94E79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1F1C9E-B8D8-49BC-BD19-0ED0FBAF32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C1E6A-33BC-43F7-A6A7-FC93943704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116626-F281-47B0-B711-4087E6B8217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06E3EB-0C57-4F1F-813C-8D23DEDAF3F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And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Francina User Interface designer.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We have made a model which looks like a snail and made up of clay.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form: snail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b. Material: Plastic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c. Color: Blue.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Interface Elements: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Function: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i. Switch On/Off button placed on the top, material used is soft rubber, form is round, color is red.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ii. LED: front, florouscent green, bulb, oval.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iii. Mute: white, side,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iv. Channel Buttons: round, yellow, soft rubber, both sides.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v. Next/Previous channel buttons &amp; Voice control buttons: Orange,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vi. Menu button: Green,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 holder could be in shell shape.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2004-12-13T20:02:33Z</dcterms:modified>
  <cp:revision>11</cp:revision>
  <dc:subject/>
  <dc:title>PowerPoint Presentation</dc:title>
</cp:coreProperties>
</file>