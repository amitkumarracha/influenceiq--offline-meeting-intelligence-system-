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6CF824-0D07-4F6B-8168-79562C64D8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718846-9404-4F13-AB2B-EB3E427CC2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63A271-97C5-4290-BC9D-AF583CEC89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6BE5AA-22BE-48C0-BBD3-781899AEFD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C87192-B1B1-4DC0-83BD-191E5E715E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CE6FF6-7485-4A31-8555-0C58838B59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21166E-3311-4D8F-BB94-96F379D491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337973-629B-4553-8721-CF39C38116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1C37ED-B90D-4412-9BEB-D4B093EC3E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0E9462-C65F-4B2A-9454-91765F82BD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442643-7616-4806-A2A3-DB7B4584977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77D47C-82E3-4DBA-A549-A2C5EA88A45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7DEE94-A1AD-4B6D-BBCD-0A9CD4C1E5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3D6A1E-E537-4DBD-A58F-0242159175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40461C-6983-4C7C-93FD-5E559BDFA4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F9E632-FBF6-4C9F-A89D-DB871DF416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6C61AA-DE48-4F2E-B715-56FC31B22E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07E4C1-2931-4ABC-AD62-2B40814C8A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66FC90-0413-4E56-B818-B2361685D4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79334F-CA57-4F91-BB29-ACF8D25F8E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33519E-CAC0-4784-B9CE-D93F930877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899ACB-1CE1-4C34-AE41-E7F66DFA61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6F355F-47FC-43F5-81A8-D4843887C3F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58B501-7E20-40A1-A0DA-32D2F6F4716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1D5117C-A5D5-4348-99D2-9361DB8691D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C2B2319-169A-406B-98DB-DBA81AF40C5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Eileen,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Gather suggestions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Accept/eliminate suggestions according to design and budget feasibility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Consult industrial engineer on cost and lead time for each feature (we need to go to market by Sept for the Christmas market)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Consult user interface person on “friendliness” of features and hierarchy of importance for inclusion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Whole house control will not be possible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Some extended electronic entertainment control should be possible, i.e. DVD, CD, stereo tuner, vcr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Concentrate on « sizzle »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Shorten learning curve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Simplicity is good - minimalism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Finding it is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Should be attractive impulse purchase at 25 euros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We put the fashion in electronics!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2004-12-13T16:28:54Z</dcterms:modified>
  <cp:revision>16</cp:revision>
  <dc:subject/>
  <dc:title>PowerPoint Presentation</dc:title>
</cp:coreProperties>
</file>