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33144D-35D2-4081-98B5-C847CEFC06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6CD789-DC31-4E31-AD2B-FC3C103837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CE7087-1702-4F23-AA0E-6FB2DEE2A0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41DAEB-CA7D-4289-9B89-32F49AE6AD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0AC63E-392E-421F-8E81-69E6DD2EA6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40B38C-D166-414F-9E93-A18A3E792B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79FFEA-1F81-49CF-AD34-4FE768955F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DF33E3-50D2-4596-AF80-6E7B081E24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7EBBFC-B1EF-4D44-BE97-6498B252CC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3C4D3D-2668-4EE1-A0DD-CE9035053A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B4CC37-E29F-4634-BD05-6946013489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80DC7B-985A-402B-8BB6-166BA6FBC4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5BE99E-BB7B-49CD-88D1-500F950206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CD81E3-657E-457F-A75B-9442E99E94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446201-F9E7-4DDC-AFD6-5A35D74C16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30C3BB-D8DE-4A32-82DF-63AF948F4C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B48722-9EF2-4635-A0D6-87508D1181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1A967F-075A-4088-A2BA-D976D60974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7A3189-FC34-4080-A18D-F1CFB02579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F940EC-AE3D-4C46-9DF0-73F0344CB7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5FE441-6CF9-4259-8939-D2280AD3CD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72BE32-20CB-4DFC-82C3-7CCE016880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64C99E-ED1D-4F65-9DF5-148986EEDDA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D04F97-BDE9-4A8C-B735-5F0F2AE381A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DF7F54-A2FE-4EB6-8678-589F7C2C31B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A25924-0B30-46CF-B28A-8B83E398FDF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Jahnavi,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An energy source(say battery) feeds an integrated circuit (chip) that can compose messages, often in the form of infrared bits.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A user interface controls the chip, and accordingly the messages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115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Extra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text/ buttons which can be seen even if it is dark (like flouroscent)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 beep if many buttons are pressed at a time.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Child lock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Make it usable for more than one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Different shapes.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Display clock.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Bulbs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Infra-red bulbs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Battery(power suppy)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Wires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http://messenger/AMI_DEV/HomeParticipant.htm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2004-12-13T16:32:43Z</dcterms:modified>
  <cp:revision>14</cp:revision>
  <dc:subject/>
  <dc:title>PowerPoint Presentation</dc:title>
</cp:coreProperties>
</file>