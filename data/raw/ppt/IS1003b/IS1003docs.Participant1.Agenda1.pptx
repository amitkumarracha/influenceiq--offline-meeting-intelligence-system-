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F94BD-9E26-4387-B8D0-FEB766DF2D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6B60D-22EA-49F6-B626-6109DEECD2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4099D0-8242-41D9-8688-45C9540954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EC6EA7-F5F7-4616-A94A-36A898E385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332EA-78B5-4969-AD55-D0D9E80782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8EA12-3088-4098-8613-1CD985F4A0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0C6F4A-D8FD-4892-A133-55D39F7366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05D10B-854E-4C55-83B6-D1C7E3D3D2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3B627-C06F-4900-9B53-74466163F2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373211-05C6-44E7-87AB-538E2F67D0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A15023-A1D8-4294-97A9-9D4FFEFA75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961B7-EEAD-4680-B34D-AFBB7E02C7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ED1DDB-07AD-468C-9F95-646998140D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389EA-4F01-40AB-84FD-D8E91A9998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331734-C0CE-40BE-8BE2-2D33CB54E7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686E98-E971-4429-B329-991E632B81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7E7422-92FC-4900-BBAD-CAD46FEA7A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89F52-F456-4C7D-815E-1194FA399F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E74C0-4805-415B-907C-87C29DDE99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4FACA6-3079-4239-A63C-270F610820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16E462-B14A-4D3F-9D6E-23D2A970D3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79EDFB-FA82-43E9-A097-C9BAF551E0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F26194-CECC-494B-8919-C4C699E379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D22504-9F49-426C-A8DC-6344F70996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B89218-0955-4332-9D11-D85B66CA35F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F4BE06-C5B4-4B83-9E21-3863873D2F5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New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 more use of the Teletext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Internet.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 only used for the television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too complex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Corporate image recognizable in the product (color, slogan).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2004-11-19T16:13:01Z</dcterms:modified>
  <cp:revision>19</cp:revision>
  <dc:subject/>
  <dc:title>PowerPoint Presentation</dc:title>
</cp:coreProperties>
</file>