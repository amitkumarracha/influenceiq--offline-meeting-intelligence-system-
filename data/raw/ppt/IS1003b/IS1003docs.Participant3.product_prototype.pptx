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86185E-22A3-4AD4-BBF6-D8A5EB3067C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A7897E-E037-41F6-AF92-AA5563D3FD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451AFB-F7FE-4AC0-92CF-EF878140C9B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C475EB-5032-48CD-BD2A-9D59B825809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D049F8-81A0-4359-B23B-18D368E31A0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C53E2A-5A1E-4717-B8BA-8C93DE7DE1B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6FE396-33C0-4CBE-BB1B-3B6119C19D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1FD7CF-7AC0-4256-B530-67585D3B2A7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55A994-7F1B-494F-A70D-139486D81CB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DC8990-1902-47C2-B316-13C69727F5C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29EC9F-FA8A-4E0C-8F86-261A50BADFD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8A7615-F34C-4191-9ADB-7FC24A64CE3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75CDAA-2BF6-4F34-9C73-A430C75C0B3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CA229C-8028-4F14-89C4-45BD98EBC2F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041248-B9E1-4365-A7F0-83C6AA06736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707F5D3-7D03-4310-AB8F-08F8C1EDF90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50EE8B-3233-4636-8336-319CC510B0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BAEEB0-4668-4C96-9177-40CBA94B9AF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EE82A4-FDD2-461F-A835-EBE41D8A3B3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58A453-AF8E-4E1D-B38E-A83912A1BD5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828C13-F19C-41C7-B3D0-A8552132E3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D654AF-52F6-4B35-8688-AB0960EBD8F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DAA8E6B-8679-4019-AA29-C67FADD22A0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0B63537-FCB7-45AE-BCCE-08E4254AAB8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39CC5CB-27A4-4E4D-91B1-F00C833D6B3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27C81EE-4EBE-4752-83BC-35892D10A31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Product Prototype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David Jordan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Introduction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Materials: clay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Color: Yellow and Red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Shape: Circle + Triangle (mushroom design)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Key Features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Fancy: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 unique design in the market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Circle channel selection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Stable triangle base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Cute button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Mushroom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2004-11-19T19:37:17Z</dcterms:modified>
  <cp:revision>14</cp:revision>
  <dc:subject/>
  <dc:title>PowerPoint Presentation</dc:title>
</cp:coreProperties>
</file>