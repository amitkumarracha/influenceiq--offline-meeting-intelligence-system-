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FAF270-B3FA-40EA-A5D2-A5B180E065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F5F47F-DF0B-4A78-A9B3-56F36AC19A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CE0B0B-A7A3-40DC-BD29-BE8A3589AF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496AEE-E4EC-4512-9BB0-99481BC64DD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4433BA-8DDC-4141-811C-437F5D2D20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0A16BB-AAAE-4116-A2A1-A92FC0BFCC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97DE1E-192C-42A1-A733-2EAE1CD981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C1D59E-0A68-4F6F-9066-D17106E1A6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7C56B0-611C-4159-854F-6622DBB359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95AF25-706E-4418-88D3-C6D92D2CC1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786847-B106-4093-93D5-4CE2377C857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E5EBBF-BC78-47E8-8DCC-61FD3059ACC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5589E6-B05A-4EF0-BD7F-872EFCF270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1B1FD2-A015-4CCE-8B21-5C10E31DFC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6412A8-60DB-4600-8E9C-D7A4745F8F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8D242C-A1E8-42BF-AA90-4C66BC4E73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D0A4B4-8CED-4303-BA58-60EBE8BAF7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46F270-5B5E-4AFC-BA43-E659E0B497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C12D5F-892D-4E12-AA14-E77A1042B1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B15122-8204-4575-8980-EAFCA39A7F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1EDFFB-3EC6-4552-95AA-70FB3BDB0B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F646FB-0626-4B32-97D8-4D0840277D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A6E660-B185-458C-A2B9-4670C3DFFDD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3ECAAB-F9A6-42F9-8534-06D627C35CB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9E619A6-D857-44F9-BA34-240CA82883F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C0134FF-83ED-4697-8700-8ACDB07095F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Florent Monay,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3200"/>
            </a:b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"/>
          <p:cNvSpPr/>
          <p:nvPr/>
        </p:nvSpPr>
        <p:spPr>
          <a:xfrm>
            <a:off x="1258920" y="1628640"/>
            <a:ext cx="6769080" cy="3547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0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Arial"/>
              </a:rPr>
              <a:t>100 subjects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0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Arial"/>
              </a:rPr>
              <a:t>Observe remote control use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0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Arial"/>
              </a:rPr>
              <a:t>Fill up a questionnaire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519120" y="134136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Meet user needs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Make it look fancy!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Less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2004-11-19T16:18:32Z</dcterms:modified>
  <cp:revision>17</cp:revision>
  <dc:subject/>
  <dc:title>PowerPoint Presentation</dc:title>
</cp:coreProperties>
</file>