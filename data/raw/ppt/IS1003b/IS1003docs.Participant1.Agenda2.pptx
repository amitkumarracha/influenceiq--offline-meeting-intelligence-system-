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9809B6-989D-49FD-AA70-1AC37322CD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D9FE41-1B27-4D9A-A901-FCABD43247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DA31A3-C3D8-4AB6-B45E-FE151F0F8E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02B39F-E5AC-4B7C-A581-6C1F26D85F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079A1D-EEE1-470F-8404-5D4A08AFC2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4E9AB5-28FA-4315-87DA-7F76B149F4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DA0A89-33CD-4E7B-8459-D9DDF98050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E89D1C-0822-4CEB-A566-110A25DA6E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638395-3E03-4942-8A36-AF685F9434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0ED183-64B2-4A58-8F23-A5CEEE22B4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38744B-B6CE-4712-BD49-751E6E0581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598443-EAC5-4D43-993E-7E2FF4FD7F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42747-DEF9-40C3-B26B-E92A4C5312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279726-1AC3-49A2-916B-9CA9C84E2A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183E56-D6D6-4813-9FEF-F6FC272450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D32354-699E-4B52-836E-018C08DB88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A11628-3BAF-4B04-9C01-6BD847CBB6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143884-5796-42E4-98B9-7BF8102636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4E6891-89F6-4C33-B3B2-74F91A53B8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4329C9-2BD3-4F8B-B49C-021FED348F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FC09D2-FAE9-4806-BD9B-26F4637839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580057-F4A4-4BBC-AA62-44F36F4C6F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1F8F82-08AF-408D-B812-5A6055468E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C70D82-BE7E-4AC3-A8F0-681A3C14A9C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05197F-964B-4F8C-86A2-F8DEAB41E4D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F849CD-E616-485E-8A0E-1253BB83453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2004-11-19T18:54:35Z</dcterms:modified>
  <cp:revision>19</cp:revision>
  <dc:subject/>
  <dc:title>PowerPoint Presentation</dc:title>
</cp:coreProperties>
</file>