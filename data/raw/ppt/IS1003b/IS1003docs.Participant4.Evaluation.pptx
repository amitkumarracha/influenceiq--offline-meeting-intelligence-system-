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F23A5F-2B6B-43E9-A0C8-FB2B4708D1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80861B-D551-42D2-8194-6DAF478477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76ACE4-0F01-4D0D-A39E-E2BB67BDC6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C7353-A60F-48BE-ADB8-0069674BBB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91F805-89B8-4FA6-91E9-E1A7FD6BF9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DBA013-C5DA-48EB-91EA-3F4343390E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C7253A-B842-4221-918E-52FC318C68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57EF5B-A9AC-4456-AE31-2A60075DCF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5E113E-0BA5-43E8-91F5-2E25D764C0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523387-AC15-48D3-8751-E0BCC7EC34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FDAB3C-F624-42A7-84DF-9D2F97A2B1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3F7851-8EF8-4F70-96EC-5CD214DAB8F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B1D12F-62E6-4940-BABC-BB99D55EC7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A51058-7B27-4012-BF7B-FF422360B5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48CC25-433E-4428-8F03-E7D1F4BA8B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5BA8D0-4316-430D-B930-0B045D9C20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1AA585-5BE6-41A9-927D-8F7EA59211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9F6CB8-81B7-4889-9EB9-1EC957597C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943C2E-440C-402A-9979-5F3529137D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A22AD0-F504-4574-AC2B-D649CA5980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717F76-8664-4DEB-88CE-2534F0CBB2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276E67-005C-45A4-82BD-7937E641BA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6C8475-4AE6-4CB5-BE9F-1D28BD8BD5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C86CF0-8A9C-4C90-9341-5ED6F19931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6666E5-537A-4BBB-B08E-317FAAB779C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6C9457-3052-4B78-9CD3-6654DE6A755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2004-11-19T19:37:40Z</dcterms:modified>
  <cp:revision>13</cp:revision>
  <dc:subject/>
  <dc:title>PowerPoint Presentation</dc:title>
</cp:coreProperties>
</file>