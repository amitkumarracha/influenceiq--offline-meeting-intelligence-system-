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9CC864-949C-4DB4-8C1D-551E3FE9E8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545CB2-F97D-45AA-BAE2-8A5C1D15AA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3B199D-E7B7-4896-878B-1ED7C2DAF5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10101F-E43E-4103-B408-D6C4C6EA2A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AEE012-EFF7-4DC7-83FA-8D27D41306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A7ED1C-B7C9-4F85-97F8-A691C54942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98795F-C141-4B93-8142-FC33EAF9B3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AEFD88-E9A6-4FD5-BD33-B18A528798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C027DC-68B9-4730-9D81-CA5ECD3E8A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1570DE-AFE6-4830-AA3F-27F9083208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E0C831-BB07-4191-BD77-1B97C17AA3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561851-8B20-4910-9240-5DC8EE7BF0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7AF5D0-14AC-4A34-959A-BADFF3686D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1A5B06-9737-400D-A12A-23B7F3CB4C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DF4281-6951-4274-A567-45318B76BD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47922F-1B50-4517-BF10-4102B2B60E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38F13F-CBF1-4A90-991B-B0E19B07AA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8AC0AF-7AD3-4AF5-B60C-C87B41515A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19ED82-A4E4-424C-800E-CC250A5DE7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EA9FA2-5E24-46FE-9BBA-B2B18EE030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10D65A-6592-4239-8E9E-90B62509DE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D707E6-C9E4-4604-B8FA-D51586B7B7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AC7A55-24B0-4266-9B61-AB9C467143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2E7B0F-D8CB-4453-9E21-CD718D46A4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A8979F-13C7-47C5-B690-31492FBCAD6C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C09AA8-BFE2-406A-BD70-17FEB6511F43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Last 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 of the RC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290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Position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color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2004-11-19T19:41:41Z</dcterms:modified>
  <cp:revision>11</cp:revision>
  <dc:subject/>
  <dc:title>PowerPoint Presentation</dc:title>
</cp:coreProperties>
</file>