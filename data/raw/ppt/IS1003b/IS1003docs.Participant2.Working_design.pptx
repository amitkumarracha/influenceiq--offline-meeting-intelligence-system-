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A8CD52-29DE-4081-874A-C4F16F9447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0CC670-FEF2-4B5E-A27B-B4EB1BC416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6B03E1-602B-4323-89C5-7833BC61EF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6D0ADF-62A8-4CE4-B466-2E086A3CD1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4FE485-8152-4162-90C7-5B89EEB903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79EAB7-6F53-487E-A447-3CF88AECB0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D03CA0-BD57-4D82-9F39-439E2AC0E9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D7564E-D27F-4B5E-987E-9F483F5CFB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228C89-D523-4F17-A31D-58CC976AF9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CAE145-7D74-482F-A984-6E6752D9E8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3F9732-6473-433E-8279-3B5823C0527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80AC5A-5AF9-4A2A-9AAB-5B659AC9D07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C95234-5AD3-46BB-AB3D-E8F90C5486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BD22E2-C288-466D-85CA-756CA6A666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8F3116-8F19-40EA-9450-5D9A063022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40AD66-78A2-44DC-9D9F-4477E63D87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B1533B-C89A-4CE8-B456-9874580B7A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B7FA80-BF17-42C5-92E5-03A7E303BC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D42930-0A5C-4F49-9508-4A42756B3E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B26C70-6CBC-4774-8253-E56146ACB3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6BBBD4-902D-4EA7-91FC-3481D28FA5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E0CD28-FD7F-4721-8E9D-7523F00C47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34A2BE-6943-4931-9544-1D28C7BB8D8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C3E87B-9097-4A50-9C34-57F56D1470B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D719EB0-76DE-41F0-9C8E-8EF7C670079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34CBF79-0111-49F6-8863-136211C47E7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Baba,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395280" y="1773360"/>
            <a:ext cx="8229600" cy="214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Infrared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Bulb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Infrared bulb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46836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"/>
          <p:cNvSpPr/>
          <p:nvPr/>
        </p:nvSpPr>
        <p:spPr>
          <a:xfrm>
            <a:off x="46836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/>
          <p:nvPr/>
        </p:nvSpPr>
        <p:spPr>
          <a:xfrm>
            <a:off x="3276720" y="3860640"/>
            <a:ext cx="60948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3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04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7" name=""/>
          <p:cNvSpPr/>
          <p:nvPr/>
        </p:nvSpPr>
        <p:spPr>
          <a:xfrm>
            <a:off x="6300720" y="378936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/>
          <p:nvPr/>
        </p:nvSpPr>
        <p:spPr>
          <a:xfrm>
            <a:off x="4716360" y="3860640"/>
            <a:ext cx="84636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545560" y="14842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17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8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11280" y="1557360"/>
            <a:ext cx="8229600" cy="279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Wireless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2004-11-19T16:21:07Z</dcterms:modified>
  <cp:revision>14</cp:revision>
  <dc:subject/>
  <dc:title>PowerPoint Presentation</dc:title>
</cp:coreProperties>
</file>