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934B9A-813D-43E7-A4FC-7308AE7995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F4F7D-C453-4AD8-960A-0ACC34A79C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9C1FE8-8CC2-414A-BE24-025AC6A462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0C1878-0B71-425D-B948-E113D4A0CC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ED24F1-DB29-47EC-B2E4-8828FC7F95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40F94-E3FD-4180-91D4-DC16826E5D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00309C-6D12-4397-A3B2-810FB82854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4A0743-51D8-4784-AE17-5A1931D909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26115A-E5AC-4053-BF5F-CD880BAA1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D6146-37E6-4E3F-9424-0776AA5F34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F97ED7-433D-42F1-B439-958A789DCD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C5D558-0FD7-4A9E-ADD9-C18C76BD33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6E3F46-8346-47D3-9970-E44E2208B3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BC801F-F397-45D7-BA29-DE29C8ED17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B03EAE-E644-4E0F-85ED-77C28F19FE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3A79B5-58DF-4137-B7BE-A218A5C5B9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61024B-D9EB-4E18-99C4-8D2F60F502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010E80-8A33-4C9F-9CD8-5048E075A4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479E54-54A5-4C09-90AB-1FCC9D5304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CBD4B7-FFCF-4F31-B509-417D5726AE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AAF5CE-31E1-40FA-9F2D-5F920A2C4F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AEE452-5CE6-4AEC-8AC6-D56F4083AA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AEF9F1-4BCE-4340-97CA-8E8894D042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353842-AC0A-4542-94BB-E63E80DEDB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93662D-B9E2-4FAB-A6EA-3C05A35EB5B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FDB941-4BB0-471B-8AEA-C7181E34A3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the remote control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Analyse trends in fashion in general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95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cc0000"/>
                </a:solidFill>
                <a:latin typeface="Tahoma"/>
                <a:ea typeface="Tahoma"/>
              </a:rPr>
              <a:t>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functional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From Paris and Milan: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cc0000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look-and-feel 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6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Technologically innovative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-&gt; </a:t>
            </a:r>
            <a:r>
              <a:rPr b="0" lang="en-US" sz="3200" spc="-1" strike="noStrike">
                <a:solidFill>
                  <a:srgbClr val="cc0000"/>
                </a:solidFill>
                <a:latin typeface="Tahoma"/>
              </a:rPr>
              <a:t>1.5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cc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466560" y="4654440"/>
            <a:ext cx="792360" cy="50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1619280" y="4221000"/>
            <a:ext cx="734544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Arial"/>
              </a:rPr>
              <a:t>Fancy look-and-feel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cc0000"/>
                </a:solidFill>
                <a:latin typeface="Arial"/>
              </a:rPr>
              <a:t>Fruits and Vegetables (spongy)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2004-11-19T18:21:14Z</dcterms:modified>
  <cp:revision>18</cp:revision>
  <dc:subject/>
  <dc:title>PowerPoint Presentation</dc:title>
</cp:coreProperties>
</file>