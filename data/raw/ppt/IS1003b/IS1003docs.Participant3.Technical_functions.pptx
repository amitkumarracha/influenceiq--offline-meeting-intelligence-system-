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BA59021-25DD-4E6B-A986-F469B8272E0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6D130C0-1253-4490-AF8C-2257F588AEA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0EE2CE3-6DAE-438F-8B65-216B605CA5B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31581DB-806C-4878-8571-757F57705D6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CEFFA41-A8E3-4195-A33C-60A095291DA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C0908A0-48AA-4E83-8777-16DA9FF01C1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E24140F-22DD-4B82-BBDC-F5AF50D551E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49B9B29-2C0A-4F64-9777-8946AFC205F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7E7348A-32C1-42BA-A0E0-9BD4BA7D4D4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AB68EEE-0C75-4F09-BA6D-906113ED2D3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3866C16-73D6-492C-A70D-397C27762C1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A7D2DEB-23E3-44E2-8049-24C51672155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7A4DC07-797D-4767-B60A-0DDF8FE223C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4E7477C-A2D8-483F-BF6E-6D54B92BF1C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B178C2E-17F9-46AE-ACEE-7CC68774774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619655D-0326-4162-AAF0-E7BDA33744B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76D57F9-A35B-428A-905A-8500F8DD04B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4D8C7F4-1B34-450F-A5FD-F7507606158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75FABA6-4D45-4C84-B3C9-612EAE1CE8F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D8E755D-C1B5-4CF4-972D-B9FCBBD6770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BD47470-3C10-421D-A8FB-FFF103F2199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4F25FD4-D4CE-46B1-A73D-202564E2187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261225C-A6E2-4419-94EB-1D843531761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05B1FED-FF34-4E97-AD89-E88094B2408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EADD25B-DED4-4263-96ED-8DFEBF38BC75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6CBF7C7-18C8-40DA-9850-E6C8961BBCCE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Technical Functions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David Jordan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62028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400" spc="-1" strike="noStrike">
                <a:solidFill>
                  <a:srgbClr val="ffffff"/>
                </a:solidFill>
                <a:latin typeface="Tahoma"/>
              </a:rPr>
              <a:t>Sophisticated Functions</a:t>
            </a:r>
            <a:br>
              <a:rPr sz="4400"/>
            </a:br>
            <a:br>
              <a:rPr sz="4400"/>
            </a:br>
            <a:r>
              <a:rPr b="1" lang="en-IN" sz="44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97" name="" descr=""/>
          <p:cNvPicPr/>
          <p:nvPr/>
        </p:nvPicPr>
        <p:blipFill>
          <a:blip r:embed="rId1"/>
          <a:stretch/>
        </p:blipFill>
        <p:spPr>
          <a:xfrm>
            <a:off x="1812960" y="981000"/>
            <a:ext cx="5638680" cy="4969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48528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An Elegant, Easy-to-Use Interface </a:t>
            </a:r>
            <a:br>
              <a:rPr sz="4000"/>
            </a:br>
            <a:endParaRPr b="0" lang="en-IN" sz="40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99" name="" descr=""/>
          <p:cNvPicPr/>
          <p:nvPr/>
        </p:nvPicPr>
        <p:blipFill>
          <a:blip r:embed="rId1"/>
          <a:stretch/>
        </p:blipFill>
        <p:spPr>
          <a:xfrm>
            <a:off x="1406520" y="1484280"/>
            <a:ext cx="6621480" cy="4525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ffffff"/>
                </a:solidFill>
                <a:latin typeface="Tahoma"/>
              </a:rPr>
              <a:t>Design a “Google” TV Controller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grpSp>
        <p:nvGrpSpPr>
          <p:cNvPr id="101" name=""/>
          <p:cNvGrpSpPr/>
          <p:nvPr/>
        </p:nvGrpSpPr>
        <p:grpSpPr>
          <a:xfrm>
            <a:off x="324000" y="2276640"/>
            <a:ext cx="8431200" cy="2760480"/>
            <a:chOff x="324000" y="2276640"/>
            <a:chExt cx="8431200" cy="2760480"/>
          </a:xfrm>
        </p:grpSpPr>
        <p:pic>
          <p:nvPicPr>
            <p:cNvPr id="102" name="" descr=""/>
            <p:cNvPicPr/>
            <p:nvPr/>
          </p:nvPicPr>
          <p:blipFill>
            <a:blip r:embed="rId1"/>
            <a:stretch/>
          </p:blipFill>
          <p:spPr>
            <a:xfrm>
              <a:off x="324000" y="2276640"/>
              <a:ext cx="4038480" cy="276048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03" name="" descr=""/>
            <p:cNvPicPr/>
            <p:nvPr/>
          </p:nvPicPr>
          <p:blipFill>
            <a:blip r:embed="rId2"/>
            <a:stretch/>
          </p:blipFill>
          <p:spPr>
            <a:xfrm>
              <a:off x="5048280" y="2563560"/>
              <a:ext cx="1992240" cy="2185560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104" name=""/>
            <p:cNvGrpSpPr/>
            <p:nvPr/>
          </p:nvGrpSpPr>
          <p:grpSpPr>
            <a:xfrm>
              <a:off x="4459320" y="3173400"/>
              <a:ext cx="492120" cy="966240"/>
              <a:chOff x="4459320" y="3173400"/>
              <a:chExt cx="492120" cy="966240"/>
            </a:xfrm>
          </p:grpSpPr>
          <p:sp>
            <p:nvSpPr>
              <p:cNvPr id="105" name=""/>
              <p:cNvSpPr/>
              <p:nvPr/>
            </p:nvSpPr>
            <p:spPr>
              <a:xfrm>
                <a:off x="4459320" y="3655800"/>
                <a:ext cx="492120" cy="0"/>
              </a:xfrm>
              <a:prstGeom prst="line">
                <a:avLst/>
              </a:prstGeom>
              <a:ln w="165240">
                <a:solidFill>
                  <a:srgbClr val="ff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06" name=""/>
              <p:cNvSpPr/>
              <p:nvPr/>
            </p:nvSpPr>
            <p:spPr>
              <a:xfrm flipH="1">
                <a:off x="4703400" y="3173400"/>
                <a:ext cx="3240" cy="966240"/>
              </a:xfrm>
              <a:prstGeom prst="line">
                <a:avLst/>
              </a:prstGeom>
              <a:ln w="165240">
                <a:solidFill>
                  <a:srgbClr val="ff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107" name=""/>
            <p:cNvGrpSpPr/>
            <p:nvPr/>
          </p:nvGrpSpPr>
          <p:grpSpPr>
            <a:xfrm>
              <a:off x="7137360" y="3511440"/>
              <a:ext cx="492120" cy="288360"/>
              <a:chOff x="7137360" y="3511440"/>
              <a:chExt cx="492120" cy="288360"/>
            </a:xfrm>
          </p:grpSpPr>
          <p:sp>
            <p:nvSpPr>
              <p:cNvPr id="108" name=""/>
              <p:cNvSpPr/>
              <p:nvPr/>
            </p:nvSpPr>
            <p:spPr>
              <a:xfrm>
                <a:off x="7137360" y="3511440"/>
                <a:ext cx="492120" cy="0"/>
              </a:xfrm>
              <a:prstGeom prst="line">
                <a:avLst/>
              </a:prstGeom>
              <a:ln w="165240">
                <a:solidFill>
                  <a:srgbClr val="ff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09" name=""/>
              <p:cNvSpPr/>
              <p:nvPr/>
            </p:nvSpPr>
            <p:spPr>
              <a:xfrm>
                <a:off x="7137360" y="3799800"/>
                <a:ext cx="492120" cy="0"/>
              </a:xfrm>
              <a:prstGeom prst="line">
                <a:avLst/>
              </a:prstGeom>
              <a:ln w="165240">
                <a:solidFill>
                  <a:srgbClr val="ff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pic>
          <p:nvPicPr>
            <p:cNvPr id="110" name="" descr=""/>
            <p:cNvPicPr/>
            <p:nvPr/>
          </p:nvPicPr>
          <p:blipFill>
            <a:blip r:embed="rId3"/>
            <a:stretch/>
          </p:blipFill>
          <p:spPr>
            <a:xfrm>
              <a:off x="7726320" y="2757240"/>
              <a:ext cx="1028880" cy="1800000"/>
            </a:xfrm>
            <a:prstGeom prst="rect">
              <a:avLst/>
            </a:prstGeom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2004-11-19T16:19:49Z</dcterms:modified>
  <cp:revision>11</cp:revision>
  <dc:subject/>
  <dc:title>PowerPoint Presentation</dc:title>
</cp:coreProperties>
</file>