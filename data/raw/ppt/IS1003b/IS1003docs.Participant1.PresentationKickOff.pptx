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04725A-EB6B-4CDD-AAEC-AC67AE9D50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A363BF-2F2C-43F1-B8BF-433217537D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A5BCAD-8DC2-4EAB-824A-9CC25750EC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079362-2BEC-422C-9926-F4D6E7D9E8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05C61C-5618-4E70-B879-8D3BFA48B1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89FAF8-588F-4F8E-9416-E520F5F9D7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A58441-8A74-48B9-9D59-B94FACF326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D8C6D4-818D-4ECC-92A3-E59BC80C53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4A9DD9-3E15-418B-8828-1F4FA41F49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3B8441-7DCD-4BE5-87FD-EE917F6E74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6A1E99-8F5A-477A-8A53-05AB4DCB3C8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C965EF-29DE-4CDB-AAF5-3D4E8CC9471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2DA1EC-2548-47D6-B538-5E7835B9BC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790BBE-1F2D-4826-85A2-85CDF78CCB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8B6973-2657-4139-8872-CDBDD59321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6C0420-28E9-4799-8428-0AD980FF995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164179-0A03-445B-A31A-AF8ECF0876D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24BBF5-72D9-46CB-B83B-DD4E5E3AD1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78B9B4-DF97-4038-9198-ABFEDC009F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245461-6D8F-4C21-9D67-DC69EC7ADB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6E493B-1DB4-4F69-B6DD-CDAC2A6DAC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BF5BDB-2EC5-4870-BD55-07020A6FC5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0F7C86-D668-4BBC-A60B-625EA03A3B7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70935E-1D8D-42F7-A018-6B789FD7270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6C6C272-99B4-405D-8C71-7BE4FDDF988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69E2F97-8ED2-4B86-A2B5-F14E6179B43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 Longman,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2004-11-19T16:01:47Z</dcterms:modified>
  <cp:revision>33</cp:revision>
  <dc:subject/>
  <dc:title>PowerPoint Presentation</dc:title>
</cp:coreProperties>
</file>