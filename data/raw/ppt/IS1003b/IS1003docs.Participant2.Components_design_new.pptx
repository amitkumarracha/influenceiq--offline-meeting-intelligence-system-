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4C54D2-BA0C-4477-826F-BE10EBC7E4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4D542D-55C7-484E-AFDB-18D3D1A6FE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4FBD0B-02C1-4A2A-989A-AE637CEEA0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0911ED-6C14-44EE-86CD-DFD122D791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4EBD8C-4215-4129-B881-778A57FC37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0554DF-EFBB-42EE-B162-60A9DCC703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B5CBA1-C2B1-4483-8861-1126218964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B4A7BC-2E5D-435A-99A2-302EAF05CB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D7A040-F898-4CA3-B02B-113B3A7971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B01C40-4C65-4B9B-A442-18BF5F31A0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62E4B6-4928-447A-8807-9091550782F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94C5BF-1CEE-4077-851B-27129995693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D99E20-29C4-48FD-84B6-26A7230046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C7BF3C-99A4-4EB3-8F8F-BAB0DDA14A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E99325-4308-41D7-B070-9EAC76BCFF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C78B05-955A-4905-B14E-B06B07C4230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DA5A3B-7D3A-4582-8215-F68C931DBD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D79622-7DA2-4DCB-A964-AD7B2121CD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5D66C7-DE09-4978-B255-BEDE134709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6BBD4E-574F-4017-A0F4-09C45AD7CD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3420EC-3F05-4E2C-BA24-D3A5DF0E01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A27541-7910-4D20-9A41-7FDCAAA653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13F939-6B97-4E92-B67E-ADA357F8C0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47E116-6FC0-4C99-8F6E-3FCD0B1BBF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78EF43-5FBF-4222-A614-A5F2E1BBF905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FDD76A-F10F-49FF-9B97-A00C36D3800E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hyperlink" Target="http://images.google.fr/imgres?imgurl=http://www.ucc.ie/ucc/depts/chem/reslab/phys/chip.jpg&amp;imgrefurl=http://www.ucc.ie/ucc/depts/chem/reslab/phys/holmes.html&amp;h=142&amp;w=144&amp;sz=10&amp;tbnid=7y5bHwYohvEJ:&amp;tbnh=87&amp;tbnw=88&amp;start=18&amp;prev=/images%3Fq%3Dchip%2B%26hl%3Dfr%26lr%3D%26sa%3DG" TargetMode="External"/><Relationship Id="rId5" Type="http://schemas.openxmlformats.org/officeDocument/2006/relationships/image" Target="../media/image6.jpeg"/><Relationship Id="rId6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Baba,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Inside your  remote control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619280" y="1773360"/>
            <a:ext cx="6048360" cy="212724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1619280" y="3933720"/>
            <a:ext cx="6048360" cy="194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Inside your remote control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993600" y="1600200"/>
            <a:ext cx="3362400" cy="21859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4950000" y="1600200"/>
            <a:ext cx="3433680" cy="218592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1042920" y="4005360"/>
            <a:ext cx="3241800" cy="2187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>
            <a:hlinkClick r:id="rId4"/>
          </p:cNvPr>
          <p:cNvPicPr/>
          <p:nvPr/>
        </p:nvPicPr>
        <p:blipFill>
          <a:blip r:embed="rId5"/>
          <a:stretch/>
        </p:blipFill>
        <p:spPr>
          <a:xfrm>
            <a:off x="4932360" y="4005360"/>
            <a:ext cx="3456000" cy="20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Power sources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247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basic battery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Hand dynamo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solar cells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Case Design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Materials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Plastic, rubber, wood, titanium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Shape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curved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Push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LCD 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Electronics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chip – least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Advanced chip – most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2004-11-19T18:44:42Z</dcterms:modified>
  <cp:revision>14</cp:revision>
  <dc:subject/>
  <dc:title>PowerPoint Presentation</dc:title>
</cp:coreProperties>
</file>