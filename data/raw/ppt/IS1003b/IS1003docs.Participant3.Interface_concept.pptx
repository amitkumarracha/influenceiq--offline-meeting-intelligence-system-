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9A0DEF-DF2D-4396-92C3-A726D1B2A0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3EBFDF-A0D4-4A61-AAB6-4CC352D1D7A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67895B-3CAC-4A99-9B75-D8267D18D3C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EF1530-BA77-4380-8948-91B006A583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9776E1-F2E8-47EC-9541-667C0614A68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AF8133-C461-47CF-862E-6A19C75CF0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348D5A5-921D-4AAC-BAA4-0A1375D1F79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81A034-BE26-4336-8946-9CE95F8620B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A043CA-1629-4C49-BDF7-7863F45187E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2BAA01-3BEA-4F85-9CDC-F6B6E0D82E6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8AE37C-A776-46A3-9FB4-9F036FE22F5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8FEDE4-B090-426F-84E8-8E110F57D6C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3D405F-405B-4725-A248-1A5599FB00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937C87-65DE-4742-8DC9-F0E2D92D4A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6EDA0F-403F-4AC6-BB13-9B4310AA6E0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3F9269-B780-4FB2-AFD1-93BAA90DDC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08DFD2-B7FC-463C-A0F6-B3E25B78C0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FEF31D3-220B-4A7F-8EB8-879B01A04AC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5B77E9-C79B-4EFA-8868-15B395B6AD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EBA88D-7AC5-442A-9500-69C9D3718C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949531-18B4-4134-9FA9-E262A593819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9955F8-0AC4-4099-BA60-240270B492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55DF47F-19C9-415B-8812-8E2ADDC9D0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D2C9D1-9088-447C-9A8B-9A9261444F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C23D9B-BB6C-4963-95B3-2709DD8AB23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459F89-5556-478B-9B04-1D812294FCC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slideLayout" Target="../slideLayouts/slideLayout1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Interface Concept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David Jordan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Three Concepts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Google”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Intelligent” controller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000" spc="-1" strike="noStrike">
                <a:solidFill>
                  <a:srgbClr val="ffffff"/>
                </a:solidFill>
                <a:latin typeface="Tahoma"/>
              </a:rPr>
              <a:t>Google” controller: Easy-to-use with Sophisticated Functions</a:t>
            </a: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grpSp>
        <p:nvGrpSpPr>
          <p:cNvPr id="99" name=""/>
          <p:cNvGrpSpPr/>
          <p:nvPr/>
        </p:nvGrpSpPr>
        <p:grpSpPr>
          <a:xfrm>
            <a:off x="388800" y="2276640"/>
            <a:ext cx="8431200" cy="2760480"/>
            <a:chOff x="388800" y="2276640"/>
            <a:chExt cx="8431200" cy="2760480"/>
          </a:xfrm>
        </p:grpSpPr>
        <p:pic>
          <p:nvPicPr>
            <p:cNvPr id="100" name="" descr=""/>
            <p:cNvPicPr/>
            <p:nvPr/>
          </p:nvPicPr>
          <p:blipFill>
            <a:blip r:embed="rId1"/>
            <a:stretch/>
          </p:blipFill>
          <p:spPr>
            <a:xfrm>
              <a:off x="388800" y="2276640"/>
              <a:ext cx="4038480" cy="27604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1" name="" descr=""/>
            <p:cNvPicPr/>
            <p:nvPr/>
          </p:nvPicPr>
          <p:blipFill>
            <a:blip r:embed="rId2"/>
            <a:stretch/>
          </p:blipFill>
          <p:spPr>
            <a:xfrm>
              <a:off x="5113080" y="2563560"/>
              <a:ext cx="1992240" cy="2185560"/>
            </a:xfrm>
            <a:prstGeom prst="rect">
              <a:avLst/>
            </a:prstGeom>
            <a:ln w="0">
              <a:noFill/>
            </a:ln>
          </p:spPr>
        </p:pic>
        <p:grpSp>
          <p:nvGrpSpPr>
            <p:cNvPr id="102" name=""/>
            <p:cNvGrpSpPr/>
            <p:nvPr/>
          </p:nvGrpSpPr>
          <p:grpSpPr>
            <a:xfrm>
              <a:off x="4524120" y="3173400"/>
              <a:ext cx="492120" cy="966240"/>
              <a:chOff x="4524120" y="3173400"/>
              <a:chExt cx="492120" cy="966240"/>
            </a:xfrm>
          </p:grpSpPr>
          <p:sp>
            <p:nvSpPr>
              <p:cNvPr id="103" name=""/>
              <p:cNvSpPr/>
              <p:nvPr/>
            </p:nvSpPr>
            <p:spPr>
              <a:xfrm>
                <a:off x="4524120" y="3655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 flipH="1">
                <a:off x="4768200" y="3173400"/>
                <a:ext cx="3240" cy="96624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grpSp>
          <p:nvGrpSpPr>
            <p:cNvPr id="105" name=""/>
            <p:cNvGrpSpPr/>
            <p:nvPr/>
          </p:nvGrpSpPr>
          <p:grpSpPr>
            <a:xfrm>
              <a:off x="7202160" y="3511440"/>
              <a:ext cx="492120" cy="288360"/>
              <a:chOff x="7202160" y="3511440"/>
              <a:chExt cx="492120" cy="288360"/>
            </a:xfrm>
          </p:grpSpPr>
          <p:sp>
            <p:nvSpPr>
              <p:cNvPr id="106" name=""/>
              <p:cNvSpPr/>
              <p:nvPr/>
            </p:nvSpPr>
            <p:spPr>
              <a:xfrm>
                <a:off x="7202160" y="351144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7" name=""/>
              <p:cNvSpPr/>
              <p:nvPr/>
            </p:nvSpPr>
            <p:spPr>
              <a:xfrm>
                <a:off x="7202160" y="3799800"/>
                <a:ext cx="492120" cy="0"/>
              </a:xfrm>
              <a:prstGeom prst="line">
                <a:avLst/>
              </a:prstGeom>
              <a:ln w="165240">
                <a:solidFill>
                  <a:srgbClr val="ff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pic>
          <p:nvPicPr>
            <p:cNvPr id="108" name="" descr=""/>
            <p:cNvPicPr/>
            <p:nvPr/>
          </p:nvPicPr>
          <p:blipFill>
            <a:blip r:embed="rId3"/>
            <a:stretch/>
          </p:blipFill>
          <p:spPr>
            <a:xfrm>
              <a:off x="7791120" y="2757240"/>
              <a:ext cx="1028880" cy="1800000"/>
            </a:xfrm>
            <a:prstGeom prst="rect">
              <a:avLst/>
            </a:prstGeom>
            <a:ln w="0">
              <a:noFill/>
            </a:ln>
          </p:spPr>
        </p:pic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Fancy” Controller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1841400" y="1959120"/>
            <a:ext cx="857520" cy="857160"/>
          </a:xfrm>
          <a:prstGeom prst="rect">
            <a:avLst/>
          </a:prstGeom>
          <a:ln w="0">
            <a:noFill/>
          </a:ln>
        </p:spPr>
      </p:pic>
      <p:pic>
        <p:nvPicPr>
          <p:cNvPr id="111" name="" descr=""/>
          <p:cNvPicPr/>
          <p:nvPr/>
        </p:nvPicPr>
        <p:blipFill>
          <a:blip r:embed="rId2"/>
          <a:stretch/>
        </p:blipFill>
        <p:spPr>
          <a:xfrm>
            <a:off x="6024600" y="1916280"/>
            <a:ext cx="923760" cy="942840"/>
          </a:xfrm>
          <a:prstGeom prst="rect">
            <a:avLst/>
          </a:prstGeom>
          <a:ln w="0">
            <a:noFill/>
          </a:ln>
        </p:spPr>
      </p:pic>
      <p:pic>
        <p:nvPicPr>
          <p:cNvPr id="112" name="" descr=""/>
          <p:cNvPicPr/>
          <p:nvPr/>
        </p:nvPicPr>
        <p:blipFill>
          <a:blip r:embed="rId3"/>
          <a:stretch/>
        </p:blipFill>
        <p:spPr>
          <a:xfrm>
            <a:off x="1403280" y="3124080"/>
            <a:ext cx="1746360" cy="218772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4"/>
          <a:stretch/>
        </p:blipFill>
        <p:spPr>
          <a:xfrm>
            <a:off x="5580000" y="3124080"/>
            <a:ext cx="1982880" cy="218772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5"/>
          <a:stretch/>
        </p:blipFill>
        <p:spPr>
          <a:xfrm>
            <a:off x="3348000" y="2454120"/>
            <a:ext cx="2057400" cy="285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Intelligent” Controller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Voice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Gesture Recognition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2004-11-19T19:36:44Z</dcterms:modified>
  <cp:revision>21</cp:revision>
  <dc:subject/>
  <dc:title>PowerPoint Presentation</dc:title>
</cp:coreProperties>
</file>