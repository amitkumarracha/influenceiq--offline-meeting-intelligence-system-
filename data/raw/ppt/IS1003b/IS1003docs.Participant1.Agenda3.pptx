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244E9-FAC7-4309-A814-43BD287AF7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D31505-0AD5-42A3-BA8C-15F0B6B162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4A1204-FF30-4D99-9CDF-29F2A838CF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8CF36E-365C-4D94-AC1A-233EBE3C93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ABAA4B-3924-457A-BB4D-786B3A2B71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03A0CF-7684-4931-BE42-7EDE2A715B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87E2D9-D068-4DFC-9FB5-E1BCDF7184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6C4D70-F1EC-4D9C-8D37-FFBE62A96D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54318-3784-4A91-8A68-1A250F47E1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D12078-0007-44DE-8386-C67DE5189C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AC2193-B7D1-4BFD-8E40-26BAF5085E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4A4847-C036-496F-A32D-7DD3D73F11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C35686-4BA1-460E-8FEE-A40BA64D69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0DD2CA-F7AC-451E-9C33-32B9B120F0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C659C8-A5DA-4EDB-B306-3B6A54DA1E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0623B6-54B0-4671-BD80-11AB0E4A26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019F72-B732-41B0-ADCF-2FC6EE6C5E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520AA8-9B3D-4C3F-A013-F082E43C03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168B3D-B741-4DD3-895D-6D003208A5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8F38C6-A579-4F66-B29C-096A838E47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51C5BD-0A38-4D90-9B95-73731F2931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CF7782-4640-4A06-AB65-B31D9DCD13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77D049-40F3-4E13-B950-4ED5CC9014E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C6CD74-05C1-4293-BC36-25A3EFB84FE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D6091E-70AB-472E-8E46-9291A8EA627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72FD80-C29B-470E-94D6-290E9322D30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2004-11-19T20:24:30Z</dcterms:modified>
  <cp:revision>19</cp:revision>
  <dc:subject/>
  <dc:title>PowerPoint Presentation</dc:title>
</cp:coreProperties>
</file>