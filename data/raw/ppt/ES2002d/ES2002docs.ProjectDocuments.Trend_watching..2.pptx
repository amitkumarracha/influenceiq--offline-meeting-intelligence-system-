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73B573-24A3-43A6-9A05-2D79460BD3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9AE4FD-425B-4442-9BD6-EBC13389B5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4D68A2-857F-412D-9A38-561B4F55FA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0A35E7-7E16-4043-A4BD-9741D2FFC79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184C88-258D-40FF-945E-3B12A587FBB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AAB3E0-370E-4937-815A-4BEE6C873F9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EB6E57-C31D-479D-9A22-3A0DAF0C42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0F1AB1-8234-4082-BD8B-29A79EF57C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1D4CC6-B8BE-4025-BCB2-16093CA593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ED179C-F3ED-4890-A97A-6AEAB0A8CD3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C9E7A7-30AA-46F8-84F7-48E8B14DE9D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FFDE9C-4202-4D76-8C2B-8F0D137DE57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785369-1652-48B9-AFA1-5C0EA85A8B2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FB3122-5452-4EB5-9BB2-87AD4CB59C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EBB37F-D659-4082-9102-2E45BE0CA3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BE4A7F-3C1A-4F45-9E4C-C4D36B3CB0F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2EAC2D-8C61-4D89-9E23-668F7F34180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678CD9-5CF8-4D78-8C7E-9982BD19C81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7D00B2-F191-433B-8C97-753B205552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283E6D-B11A-4B5B-89AD-138E1C8F1D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3E40A4-4A84-426A-A68F-501492EB5CB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0AFC35-2C46-4E8F-8FE9-DF3ED670945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5B7EE5-40FF-4F45-9378-E8B2651D582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09C008-27D8-4487-89D9-58E2A711741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48D18EA-A71E-4740-A4A8-50C35590076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550C49A-E88B-40ED-9C45-CC1463856CD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240" y="3886200"/>
            <a:ext cx="701676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Andrew Stokes-Rees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197000"/>
            <a:ext cx="8229600" cy="492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1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1-Develop a broad understanding of market trends based on research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2 - Identify trends that will inform the design concept of the 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3 - Discuss design options with aim of narrowing down on the design that best suits the market and the project vision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Market Research 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#1 consumer desire is that the control have a “fancy look and feel” not a functional look.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#2 priority of consumers is that the device be technologically innovative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3</a:t>
            </a:r>
            <a:r>
              <a:rPr b="0" lang="en-GB" sz="3200" spc="-1" strike="noStrike" baseline="30000">
                <a:solidFill>
                  <a:srgbClr val="ffffff"/>
                </a:solidFill>
                <a:latin typeface="Tahoma"/>
              </a:rPr>
              <a:t>rd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priority was for ease of use.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Top Style Trends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Top European fashion trend is for styles that reflect a fruit and vegetable theme especially in clothes and furniture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Material trends are quickly shifting from hard materials to soft, spongy textures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Style Trend Overview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324000" y="1600200"/>
            <a:ext cx="88200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Style is paramount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Innovative design and technology also a must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Ease of use must be ensured throughout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Vibrant natural colour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Softness in materials, shape and function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GB" sz="3200" spc="-1" strike="noStrike">
                <a:solidFill>
                  <a:srgbClr val="ffffff"/>
                </a:solidFill>
                <a:latin typeface="Tahoma"/>
              </a:rPr>
              <a:t>Think  mac iPod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Design 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Shape: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Material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Colour themes / series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Function placement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Marketing identity theme: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Harvest, plantation, seed, lemon, lime, sprout, bean, green, pea, 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2004-12-13T19:42:37Z</dcterms:modified>
  <cp:revision>8</cp:revision>
  <dc:subject/>
  <dc:title>PowerPoint Presentation</dc:title>
</cp:coreProperties>
</file>