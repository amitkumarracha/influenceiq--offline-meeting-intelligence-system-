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AB29F0-A83D-4A05-9C0A-37683D0AB1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E58D97-3AAB-4E08-ABF5-15C1018EE4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79C75-4DA0-4D64-8364-685703693B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7FB80-023E-4B5B-8BEC-1BA44E19D1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E644BC-E6AE-4579-9C58-E74A9DFCA9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029F4-6C36-4873-900E-47AFCC6131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0C829-77DF-41CB-9328-5044CAFFB1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F3778D-5341-4D01-BB5A-0A4A7D24D2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933B6-E5CA-45EE-AC66-042388808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28E5BE-80E7-476E-8BCE-941A2BC3B9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D14404-8707-4C6B-9BDA-1639429F7D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88E18-829A-4CBC-8A74-119E55471D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C0FDEB-243D-44A5-9AB5-D393E9C51A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B9A0DF-F34C-4C8E-969F-9B8E6385CE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3176FC-55DE-464F-99EF-B90A1FF7E0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A99F0A-7F41-4FA0-9727-B0ADF6A0EC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FE2BB8-1FC1-4C9A-A68B-F3EB2D9101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54D23-FCFE-47F1-A26B-015B7AB841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17F5F-42A0-4644-A476-B4CEC7F360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B920EC-5039-452B-BA66-734F822080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1682E-9A6A-44B3-A62B-B590BD6BA4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F1ADE4-959F-41C2-B076-359409FEC3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A9135D-3CCE-46CD-B3F4-CCC290E44B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03107-956D-4571-89AB-12ADDA5698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93962A-F20D-40AD-86C1-0A7A66C8F1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8C752D-9A2E-479E-90F1-BB230B172F1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