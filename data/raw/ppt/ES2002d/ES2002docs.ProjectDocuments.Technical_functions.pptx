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48B3D59-B62B-410F-A39D-0F8639DEC37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0B36017-A540-46A7-853B-C6759474425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4B9A1EF-3D37-4AC1-8037-20603446735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BCDC7CC-C8B1-4EB7-8FFC-17386533200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7B3C667-2A24-43C4-AD8C-D76FABE26AC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803142B-F251-46B4-96FF-DD4A5F62497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390EBEB-E66D-4789-A9D4-C5904338948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E4BB6DC-C46B-4056-A31C-FE75E85CF3A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2E9AE72-17A1-4B4C-9D2B-2D01449B520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222C2E6-10E3-4B3E-B2B5-7BB1B2E3653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1069D09-2F68-40CC-B823-B800B4AE126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1E387CD-2A1B-484D-B330-FDE32C80303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D0D7745-1514-47D8-AE32-6B367D69BF9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FA7C224-D504-47AB-9CFE-B7FA5927C7D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08F1A20-6F31-4065-BA51-796A13009A1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3662282-8A26-422D-824A-8A7D2701373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2B368EA-779B-4B23-9483-61D27E38DAE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2FC562B-95F6-4F25-AC17-498D56F4EF5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74C8CFB-C23F-439C-8F75-F54AF3318DE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58B06A1-544C-4C32-A0D9-671106C9C37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D6FDFF4-E2EC-4940-AD9C-D2793F50927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5E16E9D-F148-4863-B6B0-95BE2FB3D50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BFC215B-18EE-4846-9A95-30FEE0DBEC2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C630A33-5A51-44D7-A747-902633F0690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AC1D5F5-46C3-486F-815B-DE5B0C949639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296F9DA-2F49-4859-AA01-7530370CB0F7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Technical Functions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Craig,  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Research online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Look at existing products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Would ask other users for opinions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Will do so at end of meeting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Many controls too complicated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Too many buttons can confuse user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Confusing labelling is bad eg PROG/PRG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Simplicity good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but can lead to “clunky”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Hard to access advanced funcitons eg slow motion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Prefer simplicity and attractive look to lots of advanced functions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Advanced functions should be available but not directly accessible to reduce confusion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Your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Look at example remotes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Favourite features?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Dislikes?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Required functions?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2004-12-13T17:23:34Z</dcterms:modified>
  <cp:revision>10</cp:revision>
  <dc:subject/>
  <dc:title>PowerPoint Presentation</dc:title>
</cp:coreProperties>
</file>