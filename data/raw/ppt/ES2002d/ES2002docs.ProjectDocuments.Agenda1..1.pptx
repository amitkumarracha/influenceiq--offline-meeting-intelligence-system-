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10AE14-9543-489B-948A-6BD98A1CB0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D597E0-53BD-4842-A2DE-EAA6C70ACD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9A08B0-F853-4BC4-823E-35E7CBB573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C29705-B421-4FD5-9C4B-A8078AADAE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472008-A286-4085-8084-7A30A56109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E541FB-ED13-4CE6-AA29-625E51AD7D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A3796F-C9F3-45FA-AF40-14D4C8C462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D58A96-6E02-4833-BEA0-B3AD4BF443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3C252D-47BE-405C-8803-49BB91DED8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725C5F-1092-429C-9F66-30FC0F1317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172F5E-2532-458B-A838-2D69E3521C8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2A3473-A8EF-4CF6-8199-37C078E368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DC901B-5E8C-4041-B157-CA408E343A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F891D7-CCBB-4BF2-AEC2-624BFD04FE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F422B0-3743-41B1-AF0F-8A5251663E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C17777-BE0B-4F83-B0AA-A8766F3718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D84BEB-1A33-411E-9930-A3E8AA3694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D70D8F-B104-4FCC-850D-31763F573E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4C4CC2-E526-4F51-95C9-AD18A72D99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BB39E6-682F-4A78-8657-98A7081C97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8428A5-907A-4047-AAE1-A411FAD9B8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B15BFF-48D1-4910-AE8A-BF1632CC3B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B729F1-8D6A-4507-8060-ADE1E63A73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35D8F6-4940-46D6-ABAC-516A3C1ABC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524574-184C-4632-8146-295FC072A6D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EFF6872-A933-49F4-93F7-D36FE166E7C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Laura,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2004-12-13T17:56:49Z</dcterms:modified>
  <cp:revision>20</cp:revision>
  <dc:subject/>
  <dc:title>PowerPoint Presentation</dc:title>
</cp:coreProperties>
</file>