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577C4D-51D6-4F4B-80D2-0BB9D82486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F36AC0-85E6-4242-9819-D933F16FED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DFEBEB-449E-4126-84E1-07E40B83F8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DB73C3-37C6-45D3-8FB6-9613680188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401A1B-3764-4191-97DA-E38156F8C3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F36C23-5173-4DFD-B5ED-76F5CD35F5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033912-17F7-40C1-A943-7FF4B3EEB0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37C219-4CD5-4382-B436-048D8490AD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2A2300-D815-4582-8F7F-7DDD42FEEC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8D19BE-A624-4E1C-B9C7-6BA5DA9FD5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E0B9CE-806C-4423-8CB0-9497DEA5F3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255603-1158-4268-A48B-3A0385E3823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550FA5-54D8-4CE7-B99A-8683AEB295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384A0F-4C1A-4C5D-8B8F-206D44E8F7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99302A-BB21-4625-8AF9-386A47D67B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8C953B-05EE-494B-8118-8C72421ECA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1C97E4-5D4C-4DA0-8019-81C66656BC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998214-39BA-4743-BA7F-87C46821A1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E44F6E-EF05-493D-A509-6122006DD0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7324CE-3F57-40E5-B6ED-5A390940DE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58E557-E5DA-4522-A462-2CFDD2448B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E76715-0D21-4EAA-8F2E-A2883874E6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65C965-9F1A-41B4-A1C5-1A707AE213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6AEF8E-8895-4F0E-B2AD-5852CAD67C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D7929D-24AE-41CF-A9DC-E94F501E7BD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22E68F-E181-409A-853C-CCD837BF62B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899640" y="3860280"/>
            <a:ext cx="7304040" cy="175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research on customer needs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Brainstorm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Connect with company vision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Putting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Prioritise design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Begin planning marketing identity and marketing strategy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773000"/>
            <a:ext cx="8229600" cy="435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Users dislike the look-and-feel of current remote controls: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majority of adults would pay more for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Users find it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features get used very little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Controllers get lost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Locator beep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UI Design Reviewing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Craig: some controls could be hidden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2004-12-13T17:45:30Z</dcterms:modified>
  <cp:revision>15</cp:revision>
  <dc:subject/>
  <dc:title>PowerPoint Presentation</dc:title>
</cp:coreProperties>
</file>