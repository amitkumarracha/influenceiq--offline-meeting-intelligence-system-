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6593CE-C783-41A4-B16B-5A0C229286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5E8FC8-9E57-4423-966F-4BA077B2FD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66958B-F321-4623-9E56-16D6DDADB0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1189FD-E425-4091-8583-87454A93FF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70DC0D-9372-4BA6-B935-F390975928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65A211-FB86-4945-A721-F8310F3CB4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23AF7F-7022-4BFA-A462-D31FFF4EEC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44A642-EF6F-40F5-B725-591F485E4D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6E7424-532E-40E0-9160-DB6D8D6556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DFB736-61F6-4014-B325-53CAFC1288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3E8A12-14F3-47F7-9ECA-0DA0C7C844A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780863-4732-4F5B-906C-FD1D84C6D7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493E89-3F77-4E46-A84F-523EF0BCE7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CDE8A7-15FD-47FA-9C1F-0FAF5E0F0D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D887D0-2151-4EA2-95DD-B317DB2AB3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8096F9-B43E-42A3-BD4A-E4C2D2DE5D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93861F-67CE-4C25-92DF-FA69BBA3C7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4F384F-986B-4DC8-855E-745ECBB1B1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ABBBEC-F1B3-4CE7-8521-FE7D059F06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576D8E-82E6-4B78-97FF-D78B7880AE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914764-09A4-4C86-BCE1-36D8D524A7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EDD6B9-E427-4376-9435-C77301982C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77BDE4-1DEE-423D-B830-873268C0AB3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D0CB16-779D-4A92-9E82-91F2400F87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C3CDAC-2BD6-4A83-A0EF-EDD9785EE78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8B9090-5819-41B2-9C18-794A178D314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Online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Review existing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Read user reviews of these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Suggestions 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Size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Button location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of “Large Square Brick” type design – not attractive nor comfortable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dark colours – easily lost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Inconsistent colour scheme / icons which can confuse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 coding eg red button for standby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Large, easy to use and identify buttons – but not huge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Intuitive markings on buttons eg volume up shouldn’t be “V”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Easily visible colour (if possible with corporate colour scheme)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features will be hidden by hinged opening mechanism – something like a tin pencil 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activated options should always have a button based alternative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 &amp; attractive shape overall – “Big Square Block” is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control confirms action by talking back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Issue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should corporate slogan go?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flexible is colour scheme?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2004-12-13T19:37:49Z</dcterms:modified>
  <cp:revision>11</cp:revision>
  <dc:subject/>
  <dc:title>PowerPoint Presentation</dc:title>
</cp:coreProperties>
</file>