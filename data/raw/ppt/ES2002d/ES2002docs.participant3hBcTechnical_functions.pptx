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4CC221-2538-4C5A-83EA-99288EC75B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2A00D6-4DA6-4A9E-A7C0-D23E117C86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5CA813-496E-4325-A272-5C2B2B3307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278FF7-6E97-4609-AD73-F3647F79AF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48CDF9-082A-4B07-9D22-41D608A59D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A8C805-3E0C-4EBF-9FFD-AE6BF2F038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BD12A0-355A-4E8B-8DD9-BCAC2B919A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A49D06-AB40-48D9-9E7B-4CBB941108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0E63B0-1284-40AE-8C54-AB66ABF80F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EAD775-EF89-4ADA-BE5B-3FC0ECD2A5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D0E3F5-DFDB-4C37-9BAE-2EEBC97FB66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E88C22-B0DD-47AB-BB0C-6EA3B7C7054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5E0054-71B8-428D-B213-EA1B190C29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26EDD3-698F-4112-A353-C3CC00537C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CC3162-5480-4F07-8D5B-E82BCB39C3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4BDC27-15E0-4C6E-967D-44725FCE7E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05E05D-6276-45C8-AC91-96DE6B9465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EB662D-01B5-4614-AC00-87008EACD1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AD812C-A078-49C2-8CE1-0709751051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677887-362A-4717-AF38-6BDE1020B1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363642-4E28-48F8-9D78-41F58919E0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C8B036-4FA4-4500-BF0A-F8C9F4C2F2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3FFC8F-42E8-4B76-A5D1-EB4FF0C030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1E440E-7246-41A2-9CFE-5D93539C1E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6B42C2-9B48-43BB-A455-0689BDCDEF7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8B14E0-FD5E-4993-888A-38395860180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Research online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Would ask other users for opinions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Will do so at end of meeting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Many controls too complicated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Too many buttons can confuse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Confusing labelling is bad eg PROG/PRG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 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 can lead to “clunky”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Hard to access advanced funcitons eg slow motion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Prefer simplicity and attractive look to lots of advanced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Advanced functions should be available but not directly accessible to reduce confusion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Your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example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Dislikes?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Required functions?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2004-12-13T17:23:34Z</dcterms:modified>
  <cp:revision>10</cp:revision>
  <dc:subject/>
  <dc:title>PowerPoint Presentation</dc:title>
</cp:coreProperties>
</file>