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36A8B0E-8E05-491A-9513-435591E82B7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0AD0D36-072A-452F-A8A3-A90187D7B03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F3B8999-55DF-45F1-AB32-9D115B77069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3F46DED-90F3-485E-A52E-CC658910DA3F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090D110-77EE-4ACA-8209-C1F34CC9D53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26E8E1E-4EE8-40D1-87EC-1AD24463664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EF92F47-FDD4-42A7-9718-A416D375065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A8A4A73-E546-4510-B480-04194A13FD1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1205B5D-014B-48C1-A362-9CF2BA4F4AB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D3CCAF0-ACC8-4037-85A2-16883D5FAA8F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4C9DFD9-B1E4-4A9B-AE42-2861DBADE66B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B43D1E1-B1F7-4421-80B4-EC60FEDF1B5D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4400323-9AFD-493D-819E-C99502E1407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28F7B15-DF10-4086-BE2B-E86CB90824F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7E024AE-019E-4EAC-940E-E6116F8279F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36E3902-C338-4EAA-B406-F713DA25F9A8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DE05BC8-E35F-41F5-BA0C-502CA504D1A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7E3A0ED-A1D0-490E-83F0-73344B6B3AE5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67ACDE5-A5C2-433D-8D92-0D90C224C48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184ABC3-5D8F-47EB-B821-1172013CA99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F7B2988-6FAF-4EF5-A444-0428F6B3C53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FB4E5B6-515A-4751-AF29-705F7A6FAFF9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89B0198-418F-469D-A03F-7C3C0B89745B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844486B-D72A-4692-AA8C-A5EC80DBD04F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1E410B4B-E993-44AF-95C4-F1F1D033A0C0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7F8C385F-5808-4E90-BC2F-000AB61FB7BE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Evaluation criteria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737712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Andrew Stokes-Rees, Marketing Expert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0" y="274320"/>
            <a:ext cx="91440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 of Evaluation 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Product evaluation based on original market research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Based on design goals (i.e. company logo)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Together lets rate (1 high 7 low)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4400" spc="-1" strike="noStrike">
                <a:solidFill>
                  <a:srgbClr val="ffffff"/>
                </a:solidFill>
                <a:latin typeface="Tahoma"/>
              </a:rPr>
              <a:t>Rating – 1 is most true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Remote control conforms to stylish look and feel?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Remote control conforms to high-tech innovation?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Style reflects a fruit inspired colour?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Design is simple to use, simple in features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Construction is soft and spongy?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Company logo is included?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Within budget? 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4400" spc="-1" strike="noStrike">
                <a:solidFill>
                  <a:srgbClr val="ffffff"/>
                </a:solidFill>
                <a:latin typeface="Tahoma"/>
              </a:rPr>
              <a:t>Refining Design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Should we be thinking more 3 dimensional?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Could our design involve a series of colours available?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Should we go with vibrant colour or earthy tones?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122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2004-12-13T22:47:26Z</dcterms:modified>
  <cp:revision>14</cp:revision>
  <dc:subject/>
  <dc:title>PowerPoint Presentation</dc:title>
</cp:coreProperties>
</file>