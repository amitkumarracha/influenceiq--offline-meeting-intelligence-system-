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716D89-E882-431D-BEFB-E188E1C6C4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0D1CC1-2B2F-454A-B8E4-215B95A167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981BAC-E6C9-425B-A635-63839C7C4F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A1EF99-3B5C-4EAB-BA99-747DE6638E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64278E-5C69-4BC3-AAD7-D68BAAF634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1843D7-9A7F-410A-B996-D872584F25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55C016-1400-4D95-9FDB-AF0E6E6FA0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1736B6-47D7-4A6B-90AB-4BD4C243F7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5359CA-F35C-4D51-B702-833B73566D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4DDBA6-0C8E-4D76-AE88-5E7407A20D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FCD46F-4A1D-4A4B-A0ED-FAAF3A6FA46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6EE11C-CCB1-4CE4-9341-5C416641DE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6D4A1A-D321-47A6-9E38-8CC5FD0C61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3AF5A6-3FCC-485D-BA44-3144D60A43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FAF8FC-23FF-4AAF-90AA-00D77CBC47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706B95-7829-4965-B37D-5DEE4A60AE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B3EEF4-8E7E-4E50-9979-D081DC7481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99BAC8-C710-48A1-B5E6-09BB7AFF32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2D49C7-F1E3-4664-9D65-6ADCE3DED9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736476-F6BC-4495-B979-161F12DA31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6E4CB3-1707-4B50-9FF0-59D8122917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AA639C-6C57-46AD-B80E-2FCB6D2BF5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1542DA-788D-4333-9E8C-ED360A1F2DC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B78648-53BE-4160-9D82-B7A1214A559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A05E8C-6DBD-4F20-B9E8-79E95EECDA4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C636EE-7433-4458-BAE1-5A9CBA16055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5092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476360" y="1773360"/>
            <a:ext cx="2048040" cy="37702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749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771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738036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2004-11-23T20:00:21Z</dcterms:modified>
  <cp:revision>19</cp:revision>
  <dc:subject/>
  <dc:title>PowerPoint Presentation</dc:title>
</cp:coreProperties>
</file>