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8EE239-16B7-4DF0-9DA2-96BB1E7A83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388366-ECA3-42A7-9010-CE0CB36589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637380-6FA3-4F65-871D-D6635AEAE6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CEFEDD-2325-4183-BBA5-3C93882832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C60678-B48E-4A8E-9DA1-0C12503DB4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DFBAAA-5A2E-498A-BA19-8EAE061D95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7934BE-AD4F-4D0F-895B-BFD2D47397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914459-4680-459E-8A7F-8201826053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D7F14D-60D0-445C-8A8A-8F1D044100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85FDF-0A28-4053-BB5C-C60EC6A236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7BC5F-0822-4BA0-994A-4CD4277814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00A648-6725-4B18-B894-A06D4DC979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A4A042-C392-4494-8849-A0FB9AE348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48ED51-2288-4DCC-99F1-80C2170604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398D94-B12B-4985-9A24-01C94B4594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013A0B-4554-458E-9E56-CED924CD50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7D10F7-7177-4910-9FD8-37EA934152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11CF56-3537-4631-83B7-1B63E6F507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165432-935D-4E5C-A376-84F2DCE525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75B324-7A6C-427E-B33C-B6AA5FCE4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199F8C-EF8C-4238-A0B9-7984316C46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8B1398-AD1E-4CD6-B28C-CDC5E9CC81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0B0B61-5A7F-4789-A1EB-3E271510ED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68A18D-F0D4-47DB-BD2D-67B112DD1A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EE170F-46BA-4F64-AB74-5F0F8571A4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93F03F-4832-4CFE-9A69-9D58B820E19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