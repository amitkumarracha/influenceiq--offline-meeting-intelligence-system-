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A811E7-D86E-42EE-9F85-1B2748A8A8C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BDF3A2-7B18-4F1F-AB1B-F691ADC7D3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5A40A2-9999-4C1F-BE33-A2F94A679D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75067B-4F5B-4B86-9089-DE550FC7BC0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A6BAC4-5705-456E-A235-CC9ED9F1D85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04BFCD-6B90-4AA1-950D-DC6D8BA1A5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8C0510-9010-4F43-A48C-220E7EE82C3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CE7203-2440-4A0B-A554-538DF0BF195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7EB310-54CD-4589-87CE-F30F4D58D8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8296DA-5C3D-4C5A-A57A-5628EB4701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85B054-C18E-4DDF-874A-03C49512302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229490-9B3F-41E8-AE68-A37A91AE6F7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7850DC-8F59-4944-A61A-AB9EE751F6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FFA823-F6D2-4A1A-B986-C68C5F7899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E35A5C-EE5F-41A4-BAE8-3046A9751C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868F7F-C755-4573-A398-35053FB1A69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408DE1-7B58-4770-AA6E-2543D4C5A37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24F1E7-1BF4-455B-B6DF-E0654998692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E624D5-C188-458D-87E7-ABBB55E3F03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E5CA67-EC56-44C6-96A8-0D65348C73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B28B22-A708-4A0D-8BB2-684D68861F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227BBF-E294-4A04-A436-06EBEAFD6B8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7B248F-BD82-418A-92F6-2389029E409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10D6AB-997D-41E3-82AD-1D6704711E7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76D0F26-B3E9-40F4-90F0-A93270ECB03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B303FB5-B961-401D-99D0-DEADE8E0A4B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://www.remotecentral.com/take/takebig.htm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Michael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Searched for features that I came up with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Looked at top remote controls on epinions.com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range from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cheap to the extravagant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Many universal remotes now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have LCD screens but are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expensive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Clear Take Control. Click for a large (140kb) version.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6659640" y="836640"/>
            <a:ext cx="1904760" cy="402912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7020000" y="5084640"/>
            <a:ext cx="136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349USD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4259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Highest rated on</a:t>
            </a:r>
            <a:br>
              <a:rPr sz="2800"/>
            </a:b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epinions.com: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Harmony SST748</a:t>
            </a:r>
            <a:br>
              <a:rPr sz="2800"/>
            </a:br>
            <a:br>
              <a:rPr sz="2800"/>
            </a:b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Simple: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Buttons can have multiple functions depending on the task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"/>
          <p:cNvSpPr/>
          <p:nvPr/>
        </p:nvSpPr>
        <p:spPr>
          <a:xfrm>
            <a:off x="7020000" y="5084640"/>
            <a:ext cx="136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112USD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5" name="" descr="Harmony SST-748 Remote Control"/>
          <p:cNvPicPr/>
          <p:nvPr/>
        </p:nvPicPr>
        <p:blipFill>
          <a:blip r:embed="rId1"/>
          <a:stretch/>
        </p:blipFill>
        <p:spPr>
          <a:xfrm>
            <a:off x="4788000" y="1125360"/>
            <a:ext cx="3705120" cy="370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Program-driven rather than channel # driven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LCD screen displaying program names, scroll to them (probably too expensive for us)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We put the fashion in electronics”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Extensible to perform as many “cool” tasks as possible.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2004-11-23T16:34:48Z</dcterms:modified>
  <cp:revision>8</cp:revision>
  <dc:subject/>
  <dc:title>PowerPoint Presentation</dc:title>
</cp:coreProperties>
</file>