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A40894-F75C-4118-9EC9-5928D4E9EC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F47559-D60D-43EF-BD22-AD7F9B215F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A07F6C-A3F5-4AFF-9804-7200BEC3E0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983B4D-BEFD-4232-A2AC-082EB7F899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EE5DBA-2C37-472E-8B6A-73814152FA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1257C3-1060-431F-BA39-901034B9DF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9C85D0-C24A-4AAC-AB10-AAD73F9B9F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E5402A-D768-4A28-8F65-7144F30D72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1721EF-17BD-42AC-A34B-8470D961FA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69CC0D-D13C-475E-A6FC-0C5E133DB3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926CC4-7531-43FE-A39E-038659B398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EE924A-B51A-4E12-AB8E-5AA16CC79D0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879780-9BC7-4A47-9AD1-88875A13B0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898A9E-74E4-4547-9564-7427E04EF3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F6339E-F26F-4260-B7B5-56531686C1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905E7-A108-4180-8BD9-22345A99BC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95547-3C93-4DBD-85F2-10F87DC309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FDEB0B-D43E-4412-B543-F6A4D3E665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1773C0-779B-4D09-A4F6-7AE3EAEC55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23055C-4A89-4C1B-891A-779F1CC5BA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32464F-9E95-4FB5-8CCE-A41B83CD79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BB8BD7-E340-4265-BA92-BDD5DAA065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9C216A-EAF8-488A-A993-DD1E577B8A5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BB087-8BF7-4CD2-B34C-DE0BED04EC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44842E-8366-4051-8557-D795D3177AF4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A65034-D1EB-4225-8FA9-A35DB0B9AD5B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the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Participants can draw their favorite animal and list its favorite characteristics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Profit aim: 50 MEuro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send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2004-11-23T15:27:24Z</dcterms:modified>
  <cp:revision>33</cp:revision>
  <dc:subject/>
  <dc:title>PowerPoint Presentation</dc:title>
</cp:coreProperties>
</file>