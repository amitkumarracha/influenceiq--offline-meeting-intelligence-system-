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69FA9F-F60C-46E6-A8F0-0BF7BA6DE8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01C529-5D9A-4A79-A9F4-1B7D03DEDB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228A0-306E-43BE-B0D8-2A8737563E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1F899-E500-40C4-A75F-9AE532B40E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DEA78F-FFCC-434B-A98D-902467CBE4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DE8F08-2D15-4FF3-A00A-8BAEE2BA59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22295-E3E3-40A6-A5D9-1D66E94B55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DECCCE-1B42-4F56-9952-1B8FA13035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365F0A-EB9F-4AB9-B9CB-697D47C2E5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67B05-8447-4E10-8C2F-1FC5A7FC90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96E431-D069-460E-84D1-31323645B39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21E6F-C80C-4062-88BA-3179E140CB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3C117E-B0AA-4B75-B10D-EC50DCA403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567EC1-5A90-4A3D-B226-D16FC7357B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31C4CC-97FB-40D0-985F-15F83DB767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E5C55-2768-4366-AA66-DF775840B8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F2FA6-1E38-4511-97E1-0143E3A2B8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43ED9D-5976-4CF6-91D8-DFBAD1D98C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8847CB-DF67-46C4-AA8E-4C9FF052DB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C0BCC-1144-4CDE-9DCD-AAD763C026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F99E1C-BDF3-46A3-AF8D-D7480F7F62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5AAAC9-38DE-490C-9AD2-516639974D8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B29B22-2624-48B4-A3BE-B928E87A44C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1AAB2E-A6FA-4A55-B6BC-49743BFBC3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E3B829-9125-4DC3-8B00-CAEAE6E650C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AF0E30-B8A3-4A4E-B6B4-1E21B708CEA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brilliant minds at our technology division have developed an “integrated, programmable, sample sensor/sample speaker unit “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Allows lonely people to have a conversation with their coffee machine and/or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Since the speech recognition technology has already been developed, we may wish to reconsider speech recognition in our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However components may still make this too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3708360" y="2637000"/>
            <a:ext cx="2735280" cy="309708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419640" y="3716280"/>
            <a:ext cx="288720" cy="72072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403280" y="364500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Turbo button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987640" y="3933720"/>
            <a:ext cx="432000" cy="71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4140360" y="4149720"/>
            <a:ext cx="79200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5219640" y="4149720"/>
            <a:ext cx="792360" cy="360360"/>
          </a:xfrm>
          <a:prstGeom prst="rect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4067280" y="3141720"/>
            <a:ext cx="1584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Volume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27640" y="3500280"/>
            <a:ext cx="0" cy="576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5013360"/>
            <a:ext cx="1871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Channel scroll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 flipV="1">
            <a:off x="5508720" y="4508640"/>
            <a:ext cx="287280" cy="5047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2004-11-23T18:43:46Z</dcterms:modified>
  <cp:revision>8</cp:revision>
  <dc:subject/>
  <dc:title>PowerPoint Presentation</dc:title>
</cp:coreProperties>
</file>