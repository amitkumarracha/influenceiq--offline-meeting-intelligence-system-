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F7F2AA-747F-40D5-B0B3-E2EDC6EA59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E265B-30E9-44A7-993B-C8EE54B730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40541-2561-4F6F-9D37-6DAED96759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F5D034-DA03-4FB6-A31A-B22F7CD8FC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4B70B6-FF47-41B9-8A14-78F999F15C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8A7656-2B98-42B1-9497-FD3B05441D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08E35E-B696-4BF8-89BC-41DB779607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270522-4CE3-4097-ACC2-F297A0F4D0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CF6D0-F145-442B-870C-1A7857FD59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8B5721-1B29-44B0-854D-6A03C07486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F11479-3379-4402-8D4F-1F404C4D44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275C4F-B361-4164-ABFF-5235534A84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C4EF4C-1830-4C21-BD9D-CE21618E07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7C42E0-0DBE-412A-A762-ADD370503D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75EEA0-5CCA-410E-AE35-1940E48692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4B8B1A-BD94-4E0C-9D94-F4D0509430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8FB27D-961E-438B-AE90-507CE170FF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141142-D37B-4A98-A134-1A2A3FDFBD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CC246A-60AF-498E-84F6-92BE74999A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C9D42E-C115-4A0D-9E18-71CA668433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207968-4ABF-427D-8B25-D74807119D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119EC5-2566-459C-82E8-C65FA08E00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2C5DB7-E03B-460F-9AC4-1817F24186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F665A5-FBE9-4A29-979B-2543ECFA96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02A570-A0AC-4AAC-AE21-4032F2601A3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990830-C301-4835-A1BB-6C61420C6E7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