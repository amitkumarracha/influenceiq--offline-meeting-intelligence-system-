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C39015-850D-448C-9A0E-927DFF81C83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24B9B1-6365-429D-B01B-E10F99367BF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AA5854-45E3-4994-BF88-11EAE33ECB0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5D4D84-82F4-4644-B983-91898C0DC01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9F1272-429B-4036-86F0-DFA7899B9B7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277CE1-5E97-4616-8517-FD404982316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F780DC-E33E-42BB-829E-080BBD19537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DE2C59-4D44-4B16-939F-7121DD94099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1002FE-D08B-4793-90F6-B85471C1C63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956F8B-7AC0-43A5-8B41-0DA5A5E0C10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31E4FE-D528-45DC-ADAC-F55F8C842EA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87EC4E-13B4-45FC-A0EE-7FB65418724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5251B5B-E91C-4424-82AA-DAE6D5FDFF0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F0CE78-3442-4BE3-879B-8F9C9CB0739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F2098C-DE4A-4A94-8638-1871BEA6277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64714F-8767-43F4-B0EB-6B0EEA3C77D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1DA3D2-8391-47C8-8BEE-4E1C664D66C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77AB0C-DCA8-4B46-91D8-D7272D80171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B17490-38FD-42F6-8BE2-907D1D6231C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31FA5BD-650F-4509-9AE8-6B0F1256746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2A3A60-E24B-4BFB-8F18-543C6C91FB9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A7BA4D-2CD0-40FE-955F-6EDFDC1B20E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9FAF214-C3D6-4062-9322-9205548A075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33694EC-A8D1-4357-9E27-570AC6D570F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AE10598-0A74-46DA-BE6B-F1F9666183D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30E4164-35D7-47EF-8D7E-D8553B587CC8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G. Aradilla,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Marketing Report.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Weaknesses in the current remote controls.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Incorporation of new technologies.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Ugly. More money for a fancier remote control.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Better design. Specially thought for zapping and preventing RSI.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They are often lost.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Young people are interested in new technologies.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Not very small. More likely to get lost.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Bigger size for buttons which are more used.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Design should fit hand shape (right/left handed).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Remote control with LCD and speech recognition systems (enough budget?)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2004-11-23T16:41:19Z</dcterms:modified>
  <cp:revision>15</cp:revision>
  <dc:subject/>
  <dc:title>PowerPoint Presentation</dc:title>
</cp:coreProperties>
</file>