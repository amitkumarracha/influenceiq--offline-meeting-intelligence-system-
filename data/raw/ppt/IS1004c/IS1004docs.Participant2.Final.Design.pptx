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78D92F-ED79-4C45-845E-3D742126081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8CBD27-B976-48A1-A2FD-8F8D7F647B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721307-52CC-4359-87CA-6FD9210C99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1BF448-E769-4E2E-BAEA-49ED680BE92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CC644E-14BE-4D68-8050-D2BF30364D6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0340A4-9A16-4211-9D10-D2A2E89D004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4FD314-2629-4081-9EC7-1F28214C1B7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DC1EFD-C23D-4E2D-BC30-AE8CD2C7DF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B4ECF5-1941-4E46-8042-22BF5BE1B8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7AF3E6-EF60-48FB-A2A1-074D5E94132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558328-1716-47B4-9D4C-EE8DB8C22B5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067EA0-6E01-4757-9CF2-E3E6D429FC5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862843-CF78-4074-AFFA-F7AABABB94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F1BB8C-FB4A-4052-834B-CCCF6CFC650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04430F-200A-45B6-9D13-417C2D8AB5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163550-47E0-44A9-9741-4BB4ABECFF7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646E05-3349-4DED-932B-9D873982C7B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8EB35F-E3C2-47A4-8697-8E534A15283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515635-7F54-4791-A4F3-9EB3900488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F03A00-A376-423A-8FB1-A98C4A9A235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5CD9DF-F937-421E-B4EE-9637BB2B87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4C1BCD-8ED2-4DFF-9F4F-A52C7A0BA89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17121F-F279-4289-B462-77FCC19E7C4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82D88D-136C-469E-AD3A-5F3AD23B8F8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555B5AE-9430-4BAB-8217-46BD3163DA85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AF4130C-6FED-4F30-B151-10BD8A2BE61A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Final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Presented by: &lt;Michele, Hemant&gt;,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Functional Designer,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Industrial Designer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533520" indent="-53352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Case: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Banana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Elastic Plastic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Yellow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533520" indent="-53352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Control: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Scroll button with push technology for channel selection, volume control and tele-text borwising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533520" indent="-53352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Base station for charging batters and remote locator (RF element located).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533520" indent="-53352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For the Power Source: Solar Cells and Batteries (for low light conditions)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14400" indent="-45720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Regular chip for control (pricing is a factor) with speaker support (to trace the lost remote)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Scroll puch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Locator Device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2004-11-23T20:06:34Z</dcterms:modified>
  <cp:revision>15</cp:revision>
  <dc:subject/>
  <dc:title>PowerPoint Presentation</dc:title>
</cp:coreProperties>
</file>