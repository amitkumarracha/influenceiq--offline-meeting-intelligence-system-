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EE9D2-869C-4BD9-8333-6414B02E12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D1289-DAA6-42CE-B3E7-83BD8DFBE5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190EA-85B0-4F4C-BADA-F15B902FA8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4098E-E094-470D-8716-7FA22173F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00C9C-C321-4D17-BEF4-9DDC287138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09618F-3CC0-4FD3-8D09-011DB4DD1B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8D85D-A8BE-42C2-9F21-196E8A8A1D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3CA45-0119-4A61-9C11-0ECB7CC63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6C4C8-4AF2-4392-9C51-76F30F568E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95CA54-317B-4F59-9D0B-5D78A5BCBB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76A080-98DC-498E-822A-0D0CAC6BC2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5BA3B-3E26-42B3-B010-E05DA5D7B3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57B1D2-A0C8-42DC-89DF-C9654AC8B9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768CCB-CA26-4190-A088-94A7FB31A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13C6D2-0833-4E2F-9B3D-87F8E9BA1F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ED715A-54B6-4030-9A71-FC3827F651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FF98E9-3853-48F1-8983-02CD401E32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B82D68-9546-46DD-9B1A-F4A7154EC3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52829-977D-4438-B5E1-49EF8D321A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1A6CA4-FE49-4903-9D0A-F7FBC6EC5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B8E7A1-4B11-4E24-B909-7803DA7B81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EA82D6-3CC0-4837-AD8A-7A0F073FEA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013BA1-03E8-403A-9A6E-F671ACA917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FA5CB0-3424-468C-BD4F-0995D6374F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05F967-0CD8-45F8-A5D4-BD7D3DEDBBC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D2A80D-8045-4E7A-8F77-A79C17C03B8D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