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6C79E3-B481-4370-A469-2960C72E026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4DBA87-559B-436E-B7B7-95C964C129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034C09-B831-4789-BEE6-6270D31A44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83FA43-7F4D-4DC7-BF97-BF01343CBB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DE9FBA-7311-4B51-AC22-19C00530B96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05A18D-AC5C-45F7-90BF-C4FD53E8F4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57F425-4D50-4B82-AAB4-08E76F8871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55BCEA-B695-4B72-8E23-B239F87614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41EDA7-C69F-4A17-9939-2871747063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10E8A0-3CB4-4400-BCEE-CEF6D95B89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76D595-425B-4F6C-B82F-83D220FAA1D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892F22-2216-4AF0-9802-7D5BCB38B0F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36FC0B-3FC9-454A-AB6E-8754EDDD4F2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0EB8DD-9E44-4B6D-AF7F-491A518FCA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47E7D5-6155-40A4-ABAF-D2B5EF39D8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5C8673-E4D5-48E9-8E19-2170E0590C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9E192D-148B-4812-AA6F-E65737C194C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E693C4-20A4-49F2-9552-9ABAE9AFA0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FFFEF9-3817-4C89-BEC6-716342EC7D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311F17-60E1-40EF-8BB7-77EC6C06A0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F1E93E-0D03-4674-B6D0-E5BEE47689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8923BA-1FC4-4541-8B6A-610223CD037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CF9A82-12B3-4296-9AF7-A006726DC66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E8B5C8-C22F-4CAF-AFF2-F2D93754A8D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62B5E8C-5787-46D2-AF15-565AEE1E9AC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AFE648A-7774-4209-80A8-F94AE4E7CB1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Michael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Searched for features that I came up with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Looked at top remote controls on epinions.com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range from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cheap to the extravagant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Many universal remotes now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have LCD screens but are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expensive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6659640" y="836640"/>
            <a:ext cx="1904760" cy="402912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349USD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4259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Highest rated on</a:t>
            </a:r>
            <a:br>
              <a:rPr sz="2800"/>
            </a:b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epinions.com: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Harmony SST748</a:t>
            </a:r>
            <a:br>
              <a:rPr sz="2800"/>
            </a:br>
            <a:br>
              <a:rPr sz="2800"/>
            </a:b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Simple: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Buttons can have multiple functions depending on the task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112USD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5" name="" descr="Harmony SST-748 Remote Control"/>
          <p:cNvPicPr/>
          <p:nvPr/>
        </p:nvPicPr>
        <p:blipFill>
          <a:blip r:embed="rId1"/>
          <a:stretch/>
        </p:blipFill>
        <p:spPr>
          <a:xfrm>
            <a:off x="4788000" y="1125360"/>
            <a:ext cx="3705120" cy="370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Program-driven rather than channel # driven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LCD screen displaying program names, scroll to them (probably too expensive for us)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 put the fashion in electronics”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Extensible to perform as many “cool” tasks as possible.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2004-11-23T16:34:14Z</dcterms:modified>
  <cp:revision>8</cp:revision>
  <dc:subject/>
  <dc:title>PowerPoint Presentation</dc:title>
</cp:coreProperties>
</file>