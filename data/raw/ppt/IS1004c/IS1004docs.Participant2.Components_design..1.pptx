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50DE86-2D8D-42DA-9FC4-77324C2762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414009-8432-4CF4-BE36-845A68AD2F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1F31FA-644F-46C6-B35F-079B39B726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65FAF2-8828-4C22-8169-7231EC1F0A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9CE831-3BDD-41DE-B845-77C3E527E1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D24555-FA77-4135-915F-17AC8B620B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9EA51B-251F-413F-ADC6-F5E0C7323C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28E953-E0F0-498A-990F-9E0C071063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18F81C-8229-4492-885C-C75DE58DA1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DC68A7-539F-4D13-834B-44B3FD0C52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75CD89-87C2-417E-BFC1-AF500138AA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E158C8-ACDB-432F-8882-C7073B17A9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DB25D6-F33A-484E-911C-37B5D529A1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FF0DD6-FDF4-4325-9712-0BCA1C63A9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BCD11D-AA7F-44BA-97CF-2AC218F3CB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FB7583-BC3E-4C66-8C97-278E4E38EA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5E7AF3-C184-4613-8305-25FC37F2B6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ED0093-2C86-4F8E-A4B1-74FA520FD2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741988-30D6-450D-9312-AE3A5EB6F8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BA4548-425A-4CDC-B97B-58882FE259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16BB56-8AF6-4B9A-BB00-7A125A8861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3CE87D-480D-4AB0-A0AC-75F2988B72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1376F9-8A56-4728-9511-C3151068DB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B1AD46-B774-4DC6-AB84-EF99AAFA9A2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3F9A22-3AF6-4DB6-8DB7-C86CC8A6C1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09ABD8-11F7-449F-836E-1B92F208BCB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the Power Source: Solar Cells and Batteries (for low light conditions)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Plastic with some elasticity, double curve for ease of handling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Control: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Push buttons for the traditional users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Scroll button with push technology for channel selection, volume control and tele-text borwising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 for control (pricing is a factor) with speaker support (to trace the lost remote)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user wants to control more than one device from the same remote control. So our TV remote can have little extra things to support adidtional devices like VCR/DVD players which are usually attached with the TV.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button could be a very useful interface to promote the remote.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Users will be interested in a locator device to find their misplaced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Scroll puch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Locator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2004-11-23T18:44:02Z</dcterms:modified>
  <cp:revision>13</cp:revision>
  <dc:subject/>
  <dc:title>PowerPoint Presentation</dc:title>
</cp:coreProperties>
</file>