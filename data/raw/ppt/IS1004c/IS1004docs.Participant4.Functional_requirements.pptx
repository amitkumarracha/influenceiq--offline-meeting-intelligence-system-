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7529DD-71FB-4D78-AC17-A5D9BCAF11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04E00-37AD-4861-872F-1CD022CD2A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F03BF5-26CA-4E4C-AC69-2B23E46C40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74AB5E-F8E1-4B96-ACC8-92A9C54773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F4127D-DF78-40A0-9F22-D9EA21BD7A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008B6D-EFC6-4258-9663-6916F31C62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E64F1C-E85D-4A2F-946D-70BB0954C0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55CAFA-5E23-4CF6-B736-FE4972CBAC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0889B-B9F5-4B88-AF3C-FB21FF8B14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8013E-8C43-4098-8953-B45F7A1522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44AB48-2FB6-4829-946F-F7D9B48C69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0BF76-C7E6-48C1-9F57-25E3D2E331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0AC451-351E-4EC4-AFFC-A4D0AC4AC4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24C254-086F-4931-BEE1-32C763977C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8D5D0A-6B6E-4237-9CBA-61CB31FE0B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636B40-CC8A-4395-A3B8-53643A279B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179D8D-AE19-4088-B137-86F1D349DC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E2192-5E80-4952-A6B0-E7A42B4114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C489BC-A701-437B-AA92-3CEACC11CD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7F757-7F01-4821-A320-5A2E35567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77BD2A-ACCC-4C24-9F8C-620AD85B59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4B3A36-8ABC-4A76-AF9B-F13A2117C1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F347D2-3442-46A8-A0CB-6E2CA7425F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070B9B-6EB9-4EEB-91E1-AE20F391F4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C44E5A-870A-4E57-ABB1-FBEF8101184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4D1D83-2E84-4DAB-9AB1-C52316B61F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