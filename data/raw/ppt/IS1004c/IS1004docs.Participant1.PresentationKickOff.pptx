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64586C-E22B-438B-97B2-9CE061A83B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7947DC-AEBA-45BA-B47B-BC32068D41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A81EDB-B34D-4446-980D-5841A1FFBF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B94726-8D4D-44EC-B6B4-A7D46D0582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912C21-5431-4C6E-B337-6E70AEDED4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BE7E36-937C-4F7D-89C3-330A68DB85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41122E-3B47-4009-B2C3-8F473C38D0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40011B-1A16-43A3-8BC6-AFB1853275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457D48-41DF-4D88-8667-2029E05861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5E69DB-D229-421C-9A4A-018DC53061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F41B1B-1525-4741-A5AF-128B5B8E80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4A915E-96A6-49C1-9E02-8923BD0860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C47AC6-285B-4CBA-A8B8-3054CAD391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01D340-4A37-409A-9345-304CBA2162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E4F580-3829-4686-ADC9-697C8644F1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44E726-80A9-4CB3-A64E-5C967E2AE2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D3097C-87AF-4BF5-A8FA-463B5FDDC8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80D453-8BDD-4EA1-A711-431633C518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14790C-404B-44C8-A4E0-B5BAEA0CA0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59CDEC-FCCA-43E7-911B-F4DCFE0C22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08DB91-5477-44C1-9CCB-0BC54447BD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D0DC96-6B06-4BED-AA71-64A64F29EF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593FC2-730B-4C2B-BBDA-9F93C6ED3C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EB8C60-9A92-4ECD-876C-9A5F22F8F1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D8E08DE-10E5-43EC-9D0B-579961871AA7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7D1ED1-96DD-49BE-A485-4D3AFBF75709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2004-11-23T15:27:24Z</dcterms:modified>
  <cp:revision>33</cp:revision>
  <dc:subject/>
  <dc:title>PowerPoint Presentation</dc:title>
</cp:coreProperties>
</file>