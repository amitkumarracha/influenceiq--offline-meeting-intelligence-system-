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E5099C-E2FE-405F-8F58-A7E0C06302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CCEE7D-1879-42B1-AF1A-FF151D8548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FF6716-A11E-4E62-B732-161F453C9E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201F9B-C52E-4F8A-A0CB-EF34984E29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98EFB-C15D-42A5-8707-B51FD76B74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BAD32-1A05-4238-BA19-EC2FBC2319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188A9-4585-43F2-B6A0-EDE84D899B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A86227-84E7-44FD-8FEC-30A3FBD740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E2644-92B0-47C3-9DC7-FC4EAC64E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CFD39F-3E25-4C57-B4D2-A81FBAE38E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1A468C-73F9-411A-9AB7-3AE629F3A3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27CC51-1AEE-41B6-8F18-2FF65C1D05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974A29-D14F-47A2-83C0-E62914C105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611C81-BDC9-42DE-9025-B9EA6C679F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94C34-501E-4072-A2C1-2A65C0E3B2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3057F3-0C7A-4930-AC93-E603538B9E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21E1A2-0190-4A02-BAD8-92EC62B4E9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A24039-03CE-4B8E-A0B3-B4895FA18D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F59EF1-A88A-41A1-AF57-4F028CA9BC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FEB335-6CCB-4DC1-B989-EA4B600ADB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0D65E0-4F42-4B6D-B890-3F483B3466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AAB4CE-C33E-4451-AE7B-782CAD4E55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B62C6C-E680-4ABE-A7EE-7BB93FD85F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281764-0413-454B-83CC-860A05210B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D63115-7A8C-4D37-89E5-7A50B442356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A7D616-BCC4-4EB0-8823-0324ED8777D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