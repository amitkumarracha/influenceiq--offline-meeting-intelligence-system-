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CD4495-2306-4DC9-B4C7-D2658FCECE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EF2E2C-4481-4E1F-9F5C-783F2F70FA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49D59D-980E-4B41-B4E9-F5AA1EE239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E248CD-62AE-4FB8-B3D5-233C3E7A3B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1984A-15E7-4010-A9F6-BEB41F910D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917FF-2513-4F22-B1D6-BF24AC3030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7D4AAF-CEA7-4823-8629-4380193449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073839-32A1-4A50-B43E-6E15CC497D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604674-74E1-4EE9-AD6D-7F8188930F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AFF15-6479-48CB-8577-2F132B4139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64C24-FF48-4EB7-9382-E97BD66959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F41C28-2A82-4D0B-BE20-08385F9AAD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09F3ED-71B1-4B1B-A779-3DB69D8CCE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6886F-95D5-4C43-8E73-6F52D63FE5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D02A7B-6AD1-4083-B8D3-5FF74CCE7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8DADD8-7FC4-4107-BA65-B85B60D7B1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66F66-C6D2-4BEC-9E20-886C7E3F28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695518-3A96-4727-B3F2-3E39D9AEB4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036A9-7237-4A8B-9959-71EA67136B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1D4D63-41E9-476B-B6FB-9DDB4DA5D7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79526F-4335-42BF-8278-22A51565F8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CBD63-274B-4BE9-8C83-6E20458387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076DF2-D685-496F-B46C-F5084AEF88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0E4174-2C38-427E-A95D-C3356B8032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968775-DD2A-4A21-945A-C942D0BC79F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F6E8A3-DEF2-47A4-8367-91639EA39DD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