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E99C7A-373E-49A0-A17C-5AF22632BE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ECEE97-99D1-463B-9BB8-EBEF1832D2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F346A5-80F0-46A5-93BC-2963C51490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DF3F3A-C728-41F5-9A72-DFFAA6D8E9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735B0B-A36E-42B2-A873-C3B16C469C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1D14E1-76BB-4447-B605-63741ED8E5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73E488-151B-4E20-84F3-DEAED197C6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E1A0E5-693E-4639-AE1E-B96FB5A9C5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F11B93-232E-4615-867E-E60EE91AED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3BE07B-306A-4A0E-A8F9-DAE07F0CB8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FD5AE4-E82A-40EA-BED5-DFD4DDEB00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ABA301-C309-4324-B520-D4D277F8A00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90F429-78A8-4282-A694-2D5237341B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A9C015-9CFC-4A59-87E5-5CDA9D3ED6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3B20E8-D6D4-4A2E-BAC3-AE25831965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6BBBD0-A1FF-40F1-BE28-5057DD7B13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D87420-6A95-4D70-815D-CC3CD76EEC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CE332F-1D84-4740-B99A-00E5E180AE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B42AD3-801D-4A93-9A35-7695A34CE0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4FA2D3-BA25-4A26-8BF6-A75EEEEF39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F8C7CF-4568-483E-8BB8-433E119590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E67427-3DE8-4D78-974E-45AA7ACDFA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2B94BD-77D7-4B64-A9F3-496C72A044E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60C2C6-241B-44F6-B65D-C23730EE82E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ECCA5B7-AF3B-42C3-8353-49887AEBD65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9571B3-A19B-4621-8102-C0C8C10B45B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2.png"/><Relationship Id="rId3" Type="http://schemas.openxmlformats.org/officeDocument/2006/relationships/hyperlink" Target="http://www.remotecentral.com/take/takebig.htm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1042920" y="1052640"/>
            <a:ext cx="2279880" cy="4819680"/>
          </a:xfrm>
          <a:prstGeom prst="rect">
            <a:avLst/>
          </a:prstGeom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456840" y="1600200"/>
            <a:ext cx="6923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5867280" y="3141720"/>
            <a:ext cx="1035000" cy="218736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Clear Take Control. Click for a large (140kb) version.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692360" y="1773360"/>
            <a:ext cx="1531800" cy="3240000"/>
          </a:xfrm>
          <a:prstGeom prst="rect">
            <a:avLst/>
          </a:prstGeom>
          <a:ln w="0">
            <a:noFill/>
          </a:ln>
        </p:spPr>
      </p:pic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570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2004-11-23T18:32:34Z</dcterms:modified>
  <cp:revision>20</cp:revision>
  <dc:subject/>
  <dc:title>PowerPoint Presentation</dc:title>
</cp:coreProperties>
</file>