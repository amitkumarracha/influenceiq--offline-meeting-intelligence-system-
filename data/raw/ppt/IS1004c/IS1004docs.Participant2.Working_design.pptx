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70F5A5A-E837-4019-9F65-B2EF17D2CAF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DDFBE5A-8A4D-4C91-A98E-AF5301DD004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5A3700-1211-49A0-BAA7-5A8F2E49929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772D078-49D0-4483-9BD5-F9F873EB57A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0F14BE-42B2-458B-AE40-65637361A62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385772-3327-4D90-A270-3CF3608ADF4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E21A74-CC86-4184-B4B6-8542287E458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6F37B19-9B65-404B-8E68-3B259C375A5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E96EAA-FF1F-4CDF-82C2-93E99D62533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92AC5F-4344-4560-8285-17B0532E5CC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D5D3E09-42E9-4EBF-8BD4-90CDB59F8A3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1042EC4-BC83-4039-8D3C-183E4CDAB98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7091ADB-BAAB-46C8-8086-FB24DA0DCEE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CCEABFF-80E3-49C5-B88C-37A112B4F2D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F7CEA4A-FBB5-497C-AAD3-684EEB8E93F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A6A0523-F59E-4DB0-B7E3-2C1B5F04839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6AFFF65-C15A-4287-8464-28F5655800E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12BDDF1-3C03-4F30-A5F3-5414094E6BC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F76B269-2254-49C8-8834-080C2BBEB7D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D1D329A-B788-4C75-B266-47972587FEA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0208B9E-C316-4FCE-AB81-45039541CC2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02033AC-40FE-4155-8F54-A9B8D382BB5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0D4A9AA-2C70-4949-A36C-8E028361301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B3B28C5-68AA-49A5-ADC8-7292B236A6B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5EE0311-0623-4347-B643-9E048E2678BA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5DC9E69-1633-43D9-B97E-8331872045E0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Working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&lt;Hemant&gt;,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User Interface of two types: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Press Buttons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Speech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For Buttons: Normal requirements like bit coding etc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For Voice: Limited Vocabulary Automatic Speech Recogntion system, microphone.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168120" y="46080"/>
            <a:ext cx="5486400" cy="1162080"/>
          </a:xfrm>
          <a:prstGeom prst="rect">
            <a:avLst/>
          </a:prstGeom>
          <a:ln w="0">
            <a:noFill/>
          </a:ln>
        </p:spPr>
      </p:pic>
      <p:pic>
        <p:nvPicPr>
          <p:cNvPr id="101" name="" descr=""/>
          <p:cNvPicPr/>
          <p:nvPr/>
        </p:nvPicPr>
        <p:blipFill>
          <a:blip r:embed="rId2"/>
          <a:stretch/>
        </p:blipFill>
        <p:spPr>
          <a:xfrm>
            <a:off x="1763640" y="2276640"/>
            <a:ext cx="5486400" cy="1161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 the elements on the next slide (copy paste) to form the right schema of the working of the remote control.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Be inspired by the illustration on the web page Working_design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"/>
          <p:cNvSpPr/>
          <p:nvPr/>
        </p:nvSpPr>
        <p:spPr>
          <a:xfrm>
            <a:off x="468360" y="2205000"/>
            <a:ext cx="8280360" cy="3672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"/>
          <p:cNvSpPr/>
          <p:nvPr/>
        </p:nvSpPr>
        <p:spPr>
          <a:xfrm>
            <a:off x="539640" y="260280"/>
            <a:ext cx="8248680" cy="1801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  <a:effectLst>
            <a:outerShdw dist="107932" dir="2700000" blurRad="0" rotWithShape="0">
              <a:srgbClr val="80808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6" name=""/>
          <p:cNvSpPr/>
          <p:nvPr/>
        </p:nvSpPr>
        <p:spPr>
          <a:xfrm>
            <a:off x="3924360" y="3500280"/>
            <a:ext cx="609480" cy="609840"/>
          </a:xfrm>
          <a:prstGeom prst="flowChartSummingJunction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"/>
          <p:cNvSpPr/>
          <p:nvPr/>
        </p:nvSpPr>
        <p:spPr>
          <a:xfrm>
            <a:off x="6804000" y="3500280"/>
            <a:ext cx="609480" cy="60984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"/>
          <p:cNvSpPr/>
          <p:nvPr/>
        </p:nvSpPr>
        <p:spPr>
          <a:xfrm flipH="1">
            <a:off x="3058920" y="3789360"/>
            <a:ext cx="78876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"/>
          <p:cNvSpPr/>
          <p:nvPr/>
        </p:nvSpPr>
        <p:spPr>
          <a:xfrm>
            <a:off x="5364000" y="3500280"/>
            <a:ext cx="67968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"/>
          <p:cNvSpPr/>
          <p:nvPr/>
        </p:nvSpPr>
        <p:spPr>
          <a:xfrm>
            <a:off x="3924360" y="4365720"/>
            <a:ext cx="846000" cy="60948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1800" spc="-1" strike="noStrike">
                <a:solidFill>
                  <a:srgbClr val="000000"/>
                </a:solidFill>
                <a:latin typeface="Arial"/>
              </a:rPr>
              <a:t>ASR Decoder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4798440" y="1528920"/>
            <a:ext cx="133272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Infrared bulb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4016880" y="1527120"/>
            <a:ext cx="6912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Bulb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1609200" y="1514520"/>
            <a:ext cx="883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Switch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2510640" y="1498680"/>
            <a:ext cx="15156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Energy source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779040" y="1511280"/>
            <a:ext cx="59076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Wire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6289920" y="1539720"/>
            <a:ext cx="694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Chip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7121880" y="1533600"/>
            <a:ext cx="164088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Subcomponent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118" name=""/>
          <p:cNvGrpSpPr/>
          <p:nvPr/>
        </p:nvGrpSpPr>
        <p:grpSpPr>
          <a:xfrm>
            <a:off x="2900520" y="757080"/>
            <a:ext cx="672480" cy="665280"/>
            <a:chOff x="2900520" y="757080"/>
            <a:chExt cx="672480" cy="665280"/>
          </a:xfrm>
        </p:grpSpPr>
        <p:sp>
          <p:nvSpPr>
            <p:cNvPr id="119" name=""/>
            <p:cNvSpPr/>
            <p:nvPr/>
          </p:nvSpPr>
          <p:spPr>
            <a:xfrm>
              <a:off x="3151080" y="757080"/>
              <a:ext cx="12240" cy="665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0" name=""/>
            <p:cNvSpPr/>
            <p:nvPr/>
          </p:nvSpPr>
          <p:spPr>
            <a:xfrm>
              <a:off x="3340080" y="907920"/>
              <a:ext cx="12240" cy="3747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1" name=""/>
            <p:cNvSpPr/>
            <p:nvPr/>
          </p:nvSpPr>
          <p:spPr>
            <a:xfrm>
              <a:off x="2900520" y="110160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2" name=""/>
            <p:cNvSpPr/>
            <p:nvPr/>
          </p:nvSpPr>
          <p:spPr>
            <a:xfrm>
              <a:off x="3338640" y="1087200"/>
              <a:ext cx="23436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23" name=""/>
          <p:cNvGrpSpPr/>
          <p:nvPr/>
        </p:nvGrpSpPr>
        <p:grpSpPr>
          <a:xfrm>
            <a:off x="1403280" y="3500280"/>
            <a:ext cx="673200" cy="665280"/>
            <a:chOff x="1403280" y="3500280"/>
            <a:chExt cx="673200" cy="665280"/>
          </a:xfrm>
        </p:grpSpPr>
        <p:sp>
          <p:nvSpPr>
            <p:cNvPr id="124" name=""/>
            <p:cNvSpPr/>
            <p:nvPr/>
          </p:nvSpPr>
          <p:spPr>
            <a:xfrm>
              <a:off x="1654200" y="3500280"/>
              <a:ext cx="12600" cy="665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5" name=""/>
            <p:cNvSpPr/>
            <p:nvPr/>
          </p:nvSpPr>
          <p:spPr>
            <a:xfrm>
              <a:off x="1843200" y="3651120"/>
              <a:ext cx="12600" cy="3747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6" name=""/>
            <p:cNvSpPr/>
            <p:nvPr/>
          </p:nvSpPr>
          <p:spPr>
            <a:xfrm>
              <a:off x="1403280" y="3844800"/>
              <a:ext cx="2350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7" name=""/>
            <p:cNvSpPr/>
            <p:nvPr/>
          </p:nvSpPr>
          <p:spPr>
            <a:xfrm>
              <a:off x="1841760" y="383040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28" name=""/>
          <p:cNvGrpSpPr/>
          <p:nvPr/>
        </p:nvGrpSpPr>
        <p:grpSpPr>
          <a:xfrm>
            <a:off x="2124000" y="3645000"/>
            <a:ext cx="954000" cy="174600"/>
            <a:chOff x="2124000" y="3645000"/>
            <a:chExt cx="954000" cy="174600"/>
          </a:xfrm>
        </p:grpSpPr>
        <p:sp>
          <p:nvSpPr>
            <p:cNvPr id="129" name=""/>
            <p:cNvSpPr/>
            <p:nvPr/>
          </p:nvSpPr>
          <p:spPr>
            <a:xfrm>
              <a:off x="2124000" y="3817800"/>
              <a:ext cx="317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0" name=""/>
            <p:cNvSpPr/>
            <p:nvPr/>
          </p:nvSpPr>
          <p:spPr>
            <a:xfrm>
              <a:off x="2501640" y="3645000"/>
              <a:ext cx="233640" cy="16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1" name=""/>
            <p:cNvSpPr/>
            <p:nvPr/>
          </p:nvSpPr>
          <p:spPr>
            <a:xfrm>
              <a:off x="2747880" y="3819600"/>
              <a:ext cx="3301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32" name=""/>
          <p:cNvSpPr/>
          <p:nvPr/>
        </p:nvSpPr>
        <p:spPr>
          <a:xfrm flipH="1">
            <a:off x="4500360" y="3789360"/>
            <a:ext cx="78876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"/>
          <p:cNvSpPr/>
          <p:nvPr/>
        </p:nvSpPr>
        <p:spPr>
          <a:xfrm flipH="1">
            <a:off x="6011640" y="3789360"/>
            <a:ext cx="78876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"/>
          <p:cNvSpPr/>
          <p:nvPr/>
        </p:nvSpPr>
        <p:spPr>
          <a:xfrm>
            <a:off x="3132000" y="3789360"/>
            <a:ext cx="3240" cy="79200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"/>
          <p:cNvSpPr/>
          <p:nvPr/>
        </p:nvSpPr>
        <p:spPr>
          <a:xfrm flipH="1">
            <a:off x="3132000" y="4581360"/>
            <a:ext cx="78912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"/>
          <p:cNvSpPr/>
          <p:nvPr/>
        </p:nvSpPr>
        <p:spPr>
          <a:xfrm>
            <a:off x="4788000" y="3789360"/>
            <a:ext cx="0" cy="72072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I will be interested in one ASR based Remote control.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2004-11-23T16:34:35Z</dcterms:modified>
  <cp:revision>13</cp:revision>
  <dc:subject/>
  <dc:title>PowerPoint Presentation</dc:title>
</cp:coreProperties>
</file>