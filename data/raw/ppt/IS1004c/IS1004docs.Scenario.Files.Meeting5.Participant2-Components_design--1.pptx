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EFB66A-2F4F-4B42-AD08-99ED6D22FE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41D06-45FA-45E7-AB0D-7B7C7A0B2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2C8570-2822-4788-86B7-BC2CBC7C3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3D998-9FFE-45E0-BF75-C1587A5EB8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3A543B-3BE7-4DE4-87D9-7BB08DF03B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09EC9-9776-4A87-AB80-0450FC5F8F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47C064-C7E1-4B08-88EE-3521A09D94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1BF32-8228-458D-9256-CA011C99B4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19A038-317E-4770-8095-6AFC7EE146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3CE98C-FB27-486D-98C8-472FD9EE74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FEE4C1-ED46-433B-BB41-9FE0562E2A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9D0127-18AB-4D1E-8FD8-4CDEB3D01A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2AA88C-1C9A-44EA-95DD-243DA92A2D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07890E-5A83-441D-B263-29881806BC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C71A7-02C7-4A44-A37C-78A712E526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B28A9A-C615-4B71-8EBB-38F6BB7C9A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B8C63C-93F5-4704-80F8-01BDD7E085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29CC3F-59A2-4186-BB0F-94AF9C7FB1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5B7094-0F9F-4F3B-BFED-2193217A96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E4DD87-47CF-4FD6-9642-232FE72F42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E4EC43-4815-435C-B359-5F206ACD6D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7BC2ED-4087-4B55-82B1-38DFC64950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DDBD0E-6174-4029-A526-ACC5B341BE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08F6BC-6244-4C8A-91A9-F5BC8F335A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82A527-3A92-4004-88F6-B884B9A0A25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8F5F31-F715-4BE5-8B32-229C97F85FE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