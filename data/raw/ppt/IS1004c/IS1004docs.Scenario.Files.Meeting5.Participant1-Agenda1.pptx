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71B1B1-95D1-4C6C-A3B9-3932ECD67F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5D049D-EFE1-48CC-8DBF-A098277B72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02813-1ABD-4BFC-932F-CEA8BDC6A1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4EF0A-424F-4CD8-BFFB-19A33B324D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20A1FA-7D0A-4766-9870-379D9A2CA7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5B8E42-3A21-40D6-8420-FEF9B8E0B4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F5BECC-3EF1-46E1-BA2E-171DC28BA7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D55198-9D44-4392-A135-A656FE1189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A67254-0C29-4670-BCA8-9FBF2B48B1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8C413-D6B7-43A9-BE72-AD6287C7E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D14939-25F1-48E6-8FE8-FA316B66A8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20F29A-249E-4D0B-8686-F1F985E732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9328B9-065B-479F-B5F0-7CDBFA801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224808-D763-4091-B2DB-4D45791CD9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161310-85AC-406F-AD61-BA240D4D13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3705A8-85B2-49E0-9228-D125CAEF80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C650EE-E2B7-4EA4-90F3-F227B6FFB6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055242-CD41-42B1-8902-6BCD27E252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D868D7-F7E1-4944-A886-7955C91960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8566A-10CC-463D-870C-2BB506A690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495072-9258-43D3-A424-FDD36120F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213ECC-070A-47B6-800C-AAC8FDD66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A0CA4E-87E9-4EC6-9B75-5CD2B75E96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4E0ADE-D7F5-4ADF-8FE6-4F83EA8C51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9734AD-3DA4-481A-AC0E-32EF606C51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CB0C73-A8DA-4585-B360-165E71F4D5F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