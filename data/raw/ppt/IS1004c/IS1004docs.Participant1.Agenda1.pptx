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F603D3-67E2-4C52-B114-8E33FDBDC4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513B3A-38F5-4629-9A4E-79598CB25F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4022E1-C4E9-4A47-B148-045D77DF06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12575E-0A42-4CC2-887F-F27DFF7A1C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6AA80D-5894-4C91-B0F5-16E22107E3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A3A2B4-FA3C-4854-B238-262FDB2A1C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2788E1-C659-44CD-B96E-EC03C88996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EEE22E-8D4B-49D2-B95A-4E890DF41E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9A5818-58E5-42A9-9C0F-9F40F46E8B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A60DE5-CEA3-48D8-9F38-47985DFCD2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85E85B-E6D4-4C01-B7BD-EDA03E14236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EA971D-26F7-4D8E-9D72-8F576C7BF5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1B737F-5DB0-4191-8177-AF15602E17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8F44B4-1E3B-4475-902F-2B0B87B315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5AFBAF-4D60-4C60-9C5D-1BA31271BB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9CC089-5335-47AE-85C4-2AB8B88D47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6FA9A9-46C6-4819-ADE5-A1959E7336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8124CB-73C4-4926-BB40-9925D1420D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1C5213-F666-4184-8731-C5A2723053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7DFCBD-DE80-48BC-86B8-F050475899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77F29C-DCB0-4E62-9144-7C3CFF5F8F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FCC450-6E1F-45DF-BD88-540AE67BF6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8D5531-087C-474B-BD5D-86FCC7AC3C9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E097F8-DB37-4CBC-9DCE-8050AD1DB97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5457CCE-7990-4EE4-92D0-31D5ADD5562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8900CA1-199C-4DE0-950B-3F1163533B0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Project Name: ReMo, PowerStick?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2004-11-23T16:40:48Z</dcterms:modified>
  <cp:revision>21</cp:revision>
  <dc:subject/>
  <dc:title>PowerPoint Presentation</dc:title>
</cp:coreProperties>
</file>