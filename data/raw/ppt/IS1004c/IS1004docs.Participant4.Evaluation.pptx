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7D349F-F607-47B8-BEB6-36530D75F9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9187A0-F76F-45F1-9622-CE47347467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745046-65F0-4162-802E-65B7039A56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F11817-C56C-4F01-9A21-200B1B8450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928ED3-15F9-42C2-B93F-4DC9FD00B5E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03CDFF-9CA9-4567-9450-9797B25EC89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E9D8E9-E5BB-4B71-AD27-3B43454848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0B69F6-8D99-4BC9-895A-4A0226EBB2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C268B9-BC52-42CE-AE36-A11503D42B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D5D4D9-36A3-4D1F-90E9-0CABD839B75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8E6035-1C0E-4F8F-ABFF-431D47FA74A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27DE39-3711-4084-A594-A4369BF7770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EF6CEA-6665-44C4-A47F-A1057D2622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71B2A2-CB2B-4879-876A-6DB54F5C3F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80B8E8-1460-4AE6-B396-E5F868E7C6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D23BC5-4BFB-46BA-96C3-DFD0088AFA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8CFE05-658D-4701-A602-6C5FFE1861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5C9006-8B79-413E-B23A-58FCE6FEEF1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1F234A-2BB3-43DC-AB67-D42B98D00F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1290DE-10EC-4300-9437-1103D5FF3E8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89D26A-A2D8-4700-94EC-36BA13D774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2D78B4-8BC2-4438-A86F-9E2054EEB4B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2E7C62-1A3D-47DD-8842-C422F7C61C0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F05FEA-2F75-4337-8953-723C3213E6D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1380CC7-C8C6-41CA-B964-781D18A8E67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4B347CA-87E9-465C-B791-F921BA1882F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G. Aradilla,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List of criteria based on the user requirements.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Each criteria will be evaluated using a scale ranged from 0 (true) to 7 (false).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Criteria: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find this device really fancy.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find this device really handy.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find this device completely functional.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like the cool features of this device.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Yes, this MANDO banana is easy to use.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Of course, I would buy the MANDO banana for 25 euros if I needed a remote control.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would change my remote control for a MANDO banana.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2004-11-23T20:24:53Z</dcterms:modified>
  <cp:revision>15</cp:revision>
  <dc:subject/>
  <dc:title>PowerPoint Presentation</dc:title>
</cp:coreProperties>
</file>