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175C06-FDC9-4CD7-BE6E-1824A4E8F3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DAC59E-3379-4DF0-835C-9465C00782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E49FA9-FA83-4F95-AA2B-6BB34A4602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047586-A3B9-4678-9312-2457EE8B26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010781-1409-44B7-9464-3D27FD283B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C9BB1A-20A1-4EE5-9925-B4BDF160C1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F9845C-D446-4B23-A05C-BDA9856F6E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AE8635-5DD3-413E-AA59-A4814C9611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8723E6-9183-446A-BF82-AAE259CCA2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CB1063-80CD-43EB-B12F-7331410DD6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9A1655-C07B-43A6-8299-BCD16F7BFF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DD0FE-BC77-40D1-96D1-7F1C2E5C11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4F0A34-BDBD-4F8A-A3B1-AA1DB42320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44F180-8436-4396-ACA6-EA83AF55DB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68235B-EB76-40C3-8B90-95EE23F7FE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71AF97-0D91-4B27-AE06-608DEB7292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14FA1D-80D8-4D5D-8374-8EEACC43EF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08D558-1A24-4630-BB55-F612967240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910E54-80D3-4CFF-9883-1CAF7D90D1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C80E16-BF66-4E14-9BAF-0AD421EF4C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8CA6A3-0DDE-4FAA-B856-34159EC1CE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6856F0-B4E8-4CE6-8281-A01614B633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1F6091-83C8-4B85-8519-A2D3D7ECD6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049E10-DBEE-4524-9A05-BA49414BB9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F26F47-98B8-49A7-8E96-5B1F40B8016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1183A9-E346-4743-8BEB-B24CC51E408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