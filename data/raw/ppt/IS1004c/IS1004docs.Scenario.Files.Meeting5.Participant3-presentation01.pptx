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EE656B-6803-417C-8BF6-1CD6D55A4E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234672-E5DE-456B-A024-085DBCF2B3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43AA78-5E58-405B-AA3B-1ACFD4618E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6B0208-0ADE-4497-BD44-59226C7D56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57AE61-8C72-401C-85B9-414739BE45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F674AA-090E-4570-BF4C-F37AEA2F8A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D78A10-A56D-4804-BE64-039633932A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A25D05-2CB9-4DDF-8744-A0368148BC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00217C-E8A2-4582-9674-FBDB6DF3A8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833D08-9086-42E5-9D24-EF8964F60F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35C620-2371-415F-B810-C5CA75581D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E599C9-9345-4267-868D-A67C76D46E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EEF5F2-EB9D-4120-9FB6-E2AB7D6395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CAA12A-A39A-4FBA-9BA3-4208DEDD89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0809AE-6858-42C0-8A25-E689B172CF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65C65E-B408-4D88-A448-89C96D3459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1187C5-09F7-4BB5-B8C5-64E5566D64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D8EFCB-B1DF-42A6-968C-5B180C89D4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51E8D0-2348-4BCD-B1F3-A67E1A5169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996286-420D-4A3C-A964-4258FEA91A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EB8420-9C8A-474B-8C3C-CE43A28BAA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439AA7-5117-40F6-91BC-79A2BB81F1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52EE0B-EC62-47A4-9BE2-A8350E277D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7008B2-7686-458D-957D-20720679859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9DDF1F3-82E3-4B22-A59E-D668538AED9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DDD52B-48D4-4E05-9F5C-0F16DB87FAB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2004-11-23T16:34:48Z</dcterms:modified>
  <cp:revision>8</cp:revision>
  <dc:subject/>
  <dc:title>PowerPoint Presentation</dc:title>
</cp:coreProperties>
</file>