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DC23A3-68C7-4B4D-BC4D-0D55EDEE99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1988F9-4634-4FF8-BCE5-2664D82B3F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6C3CF0-0161-46DC-B32A-F102381062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FA4A40-29D5-40E6-AA63-1155325D2E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59D24D-19EC-481E-ABF2-F3E037B745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7F9204-AAD8-496B-9374-2EF7D0DA5B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CB159-27BD-48A0-91D7-554BFC4932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E94E47-8EEF-4395-94CB-B78890F7C1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A6078E-7FB0-4D88-8448-2ED593E022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8C8669-C0A0-4224-B00C-E545C98C13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1AECFB-29BC-437C-ADF3-90249AA767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9E4B52-A18C-4882-95EC-3D0FA6B146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413446-A02B-4A6A-BF37-85B960F515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8B9A28-3832-437D-8D42-DC92658520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858F26-C84F-478E-BA7D-BEC84F876E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B44E3F-9D50-420E-B17B-E92A2F11C3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326081-8E1F-41E7-81DB-854B555FC1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129CCA-5047-422F-A09E-67404C0F80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1A01A6-BC55-4727-A804-3DBFC163AF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E13736-D13F-491F-B47A-E32CAE7219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F1EBE3-CC4F-4E91-ABE5-04A391028F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70A508-4D91-4D0C-A74C-9F7383B458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50469D-C358-4533-BBF0-B02A08ABBE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CA9A7D-BA44-4EF5-89AA-DBDAFD58B2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C0B666-57AB-4B16-A750-A38F2B533D08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1A4EE6-07C9-4C86-A60E-C7B8A1F65109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