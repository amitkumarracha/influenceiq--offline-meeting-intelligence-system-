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B812B-D60B-4B26-98EB-60F69CD672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14752-00F5-4AFC-8758-D8454793C0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84429F-E1E7-40AA-A3B6-5A3D570529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70EF3-3708-40A7-B17C-A957266F3A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252823-A6B5-4466-99CC-6FCF3EB981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CAB26-0DD0-464E-B58A-E37EF86DD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EB68B-0375-49B6-81F1-2903AFBDAE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8C4059-1DFD-4FCF-8C7A-0EF7BC43B6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4FDA1-D27C-4975-A6C1-48BD612591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E6A72-1874-4095-BF3B-CFBDDD67F3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7E9313-61A6-4306-907F-28BEEDEA0D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38A4F5-89DC-45EA-B79F-52252DB12E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A8C84-F911-43E8-96EA-8D9E5AD8FB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0D7A09-2C6D-452F-A8C8-A546135374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305199-00D4-405E-B9BC-F4365AC608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B206C-5921-4EDF-A920-38A491088F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41E670-BAA1-471A-A2BB-1E2E9CE05F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DE1680-4954-4CE3-B527-016A41FAA4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97DD98-1329-452F-84C1-08FC0CCDAC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857D6-C019-4092-90D5-4A00F2ADBE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824A72-99D8-43EC-960D-AEA28235B4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66DD81-E9C3-4801-9B91-5784132968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F01587-7541-480E-A01A-3D15C58959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46F1A-0552-48BF-95CE-B71660BDD2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AC19B0-4AFA-475C-9D51-44354036408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05BE34-F791-4877-91C7-DD04A92EDEB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