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C5B15C-39B9-46E9-A00F-61CC1C2414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651802-5079-48AD-B210-99B5D25AA4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3CD42A-189E-4542-87E5-04E34DC127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872A88-9FF3-4864-A799-882590A2FD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437002-AF91-4E72-A018-A5A8844E75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56F8EA-2E23-4229-8578-D8D40DC455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84786B-71D2-4D3A-8A76-DA69BE6452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B2B628-1FCE-4B4F-8D47-63C0DA9C0F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55EFE1-7789-4532-8CC7-DD721CA9EC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C7E120-4CCB-4016-9F9F-F74F86B9E5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660626-0330-47B5-BDF4-2983076DB8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CF76DD-C057-422C-8A23-B924079D04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516A54-EE6E-48A7-B0E4-7BC9B26051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9EE716-318C-4F9F-9C39-E0E2D8AEA2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306F8A-A604-4B25-AB5F-36DDD4B427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3ECD16-7F2E-45D8-AF31-C5A5B0F56B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CB1ECD-BABC-4659-82E6-12BDEFE1A3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2D2628-93AA-443A-8678-2FE82A46EC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59AE28-7E88-4950-9D40-16D1DBF793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CBF530-6594-439E-9DE0-FF7CD2A509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835AFD-E525-4DC7-8A47-A31172E9F3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66D23A-D3C4-401F-80BA-B2FE786AC3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AE0D07-37AB-4170-8E8E-A3E3E7C1F82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0B12B6-AD68-418D-BFB4-1F3D69E0F6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104432-D138-4A85-B79A-E33D2048CE3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8BD200-4244-49CF-82A5-34AB8A307F9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brilliant minds at our technology division have developed an “integrated, programmable, sample sensor/sample speaker unit 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Allows lonely people to have a conversation with their coffee machine and/or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Since the speech recognition technology has already been developed, we may wish to reconsider speech recognition in our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However components may still make this too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3708360" y="2637000"/>
            <a:ext cx="2735280" cy="309708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419640" y="3716280"/>
            <a:ext cx="288720" cy="7207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403280" y="364500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Turbo button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987640" y="3933720"/>
            <a:ext cx="432000" cy="71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4140360" y="4149720"/>
            <a:ext cx="79200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5219640" y="4149720"/>
            <a:ext cx="79236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4067280" y="314172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Volume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427640" y="3500280"/>
            <a:ext cx="0" cy="57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5013360"/>
            <a:ext cx="1871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Channel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5508720" y="4508640"/>
            <a:ext cx="287280" cy="5047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2004-11-23T18:43:46Z</dcterms:modified>
  <cp:revision>8</cp:revision>
  <dc:subject/>
  <dc:title>PowerPoint Presentation</dc:title>
</cp:coreProperties>
</file>