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71F19C-9084-4F03-AC20-7EAD5A698E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621B7-A5A3-4160-810A-49B5F98949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F2AC30-CC12-449C-9FC1-B6E521948B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20E15-1AFE-4390-AAC1-8D96F87EFB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3024F9-9BA2-485B-B3CF-37D2E0AC8D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109DF4-F6F9-4956-8B3A-A5D1382FDE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FA5FD3-2607-4186-9A18-297050811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B5E8C7-4F30-4B30-82D5-B365744AF8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46A3A4-D4D4-43A5-8F2B-AC51F9F05F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647B7A-D2C1-4F4A-BF3E-BA28E82311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A59354-A0A9-4EB0-8398-E1F80185B7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C4E989-2572-4C4C-ADAD-05357C6806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7A0A68-CA06-4601-8D6A-5947E386AB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646AF6-A831-426C-A463-A1E75EC74E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77D013-B9C9-43B4-AB6F-7780DCF475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5ED917-17BF-4583-B971-6F9ACA997D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211A3A-6637-4396-916B-ECCE86F78D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11A9B3-12EF-4146-B5AE-E5E6D3C088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C2CE7F-F0DD-4C9D-8E02-73A79BE62D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9C78E-27BE-461B-80B5-4D54E3F728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382DE5-F968-467B-B76C-CFE002CA78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AE1E5-A4F4-49D9-8A1F-1F5234234B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06A651-2A35-4D6F-AE57-9F841860FA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D1EEFC-FB11-40AF-8277-F5B587CAF2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6AFDB5-6A19-4B6A-93BF-4D7843977D0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0C8CA7-9612-4976-BECB-E31B201744A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Hamed Ketabdar,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Design a user interface for remote control, easy to use, no need for learning speecial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is better to put most frequently buttons in the middle of the remote control, they should be also bigger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shape of the remote control should be in a way which is comfortable in hand. Rounded shape corners 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Not very eneregy consuming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less frequently used buttons should be hided by a cover.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Some buttons, like volume change can be placed in side of the remote.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Usage of an speech recognizer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2004-11-29T19:07:05Z</dcterms:modified>
  <cp:revision>9</cp:revision>
  <dc:subject/>
  <dc:title>PowerPoint Presentation</dc:title>
</cp:coreProperties>
</file>