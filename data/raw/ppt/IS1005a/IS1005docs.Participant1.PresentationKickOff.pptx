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E5B70B-6A54-4100-9FB9-A000F545835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8CFE83-139C-463A-B376-459CF82B944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47C146-CB66-4115-AD5D-9BB8BD2695B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C340E0-A0B1-4830-B9B3-39D3E17987E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46ACA0-F45D-4EA3-AABC-CBCA879A890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7803C0-7B24-4234-ABB0-36BF6C36805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7B3F4C-8ECB-4CF6-AF51-A057C59C487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89C8BC-CEB4-432E-8A0A-0F01D655F0E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0CA8FA-4E13-492C-A17E-492A46877D7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86D515-E445-4B08-B210-E4A55853612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F9B0D8-7810-4644-A4AC-278A3E3E39B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0597EF-1F3D-4B64-AB31-D46EFF8D120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9F60BE6-F12B-45F2-A510-6281BDB86CF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5F4842-21AB-4E1C-9307-1A4EE7302B3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9E6EFBD-EF1A-4ADA-998B-E9711823F82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FB1B13-C5F0-4C72-AD86-9884F1F350F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7BB671-DA9E-4B8A-A26E-2399D0CBC97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40AA2E9-9254-4BCE-9995-3B7EA97D4BC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575E8C-110C-4D34-99BD-1EF59C86430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2C34DFF-9411-4C48-8AE7-C5C9B18BA86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B4F8D2-5A21-4C80-B051-77E7063DEFE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1C44DB-C406-44BD-9A47-9200B62F30E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8B1C8A-2634-4A39-960F-1CA2873EC1F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C502F1D-B9BE-4247-8AC7-CFA94A4385B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47ADA80-B2BC-4F32-BA8B-2C6016AEE5D4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131DB8D-F19A-43CB-A59E-956BE376E1C0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Try out the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Participants can draw their favorite animal and list its favorite characteristics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Profit aim: 50 MEuro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send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cosmetix</cp:lastModifiedBy>
  <dcterms:modified xsi:type="dcterms:W3CDTF">2004-11-08T18:06:46Z</dcterms:modified>
  <cp:revision>32</cp:revision>
  <dc:subject/>
  <dc:title>PowerPoint Presentation</dc:title>
</cp:coreProperties>
</file>