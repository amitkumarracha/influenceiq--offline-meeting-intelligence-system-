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5BBD58-D5CC-4767-8731-6286D48E3C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714297-F1E5-4F40-ABF9-5070D199CC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FBA0AE-81F2-47A2-B899-4189565AF3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67E4BD-F875-42AB-B2F5-CD07D10D33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339B11-8B5B-40F6-A224-B574DF658D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896FBC-6BB1-49A2-953E-42D966E53F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17CF5E-873A-415D-B46F-89BB4DB41E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4CB5E8-35A1-49C0-89FA-4012EBD1CF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876EC3-514C-4DF6-82A0-EF0DEFA2A4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FA137F-264E-4280-8F14-12E306B6E0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A70FBA-29CD-4390-91B1-25FC7B061B1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E1E766-6018-441F-9424-7CF53198A91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F1BB4D-CC52-41AB-B946-D98D33AC9F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F46C7A-CC63-4E97-BBEE-C32D422DC3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6B37DE-3CED-459C-9D25-5FD558D977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AF026E-1550-4E11-83DA-6A5EAF9208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B1DBDA-DAB4-4048-932B-C0941BB7AE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82F350-2751-4657-9842-8D945EC2DD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E4281C-B1C6-469C-8CC0-C53BD0FDEB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73ECF1-F9FC-489D-9BEF-8E372A10D9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3249A6-C771-4038-A741-27D9ACBC5D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952389-4884-480E-A468-5D8944A295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E1631F-C248-4A0B-968E-15962B3F2F3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959DFD-DA6A-45D4-999B-8BBF3C2F104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F7E2E85-DE87-402A-B973-BDF0C2374CE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62D634-88C1-494A-8203-74AF8D301D6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Bob Morris,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List the various design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Rate how well the proposed design matches each of the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1 to 7 point scale, 1=v.true, 7=v.false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70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250560" y="1268280"/>
            <a:ext cx="8713800" cy="485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not ugly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looks fancy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easy to find when it gets lost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easy to learn how to use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does not cause RSI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technologically innovative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easy to use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follows a fruit and vegetables theme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has a spongy feel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uses company colours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Final result = average of scores for each of the criteria.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2004-11-29T20:19:02Z</dcterms:modified>
  <cp:revision>15</cp:revision>
  <dc:subject/>
  <dc:title>PowerPoint Presentation</dc:title>
</cp:coreProperties>
</file>