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7182AB-CE59-45AD-B751-C5DA026327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B142BA-71D7-48E1-8330-8C69FEF4B7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45A19D-8790-401F-8EDB-22435F11D0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DC5444-96CD-4317-B42B-E74AF96A5A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404369-D323-46EF-B265-09DDA65C3F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9117B7-2B52-4158-9C40-1952A546796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8F7B3C-F7BB-4CB9-8AFE-A01EF4FFCD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4D5FCE-BE1E-4605-BC6F-56795D7ACA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6BC217-2C10-44A9-AE7F-26B0E8FAE5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9D8059-6C70-47E9-B614-21546C7199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0C3446-1290-4318-A057-0B897EF417B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FEB179-025C-4FE1-B922-7E5B2B8CEE2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113159-B667-4FEF-92AE-266F428593B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D361F4-B442-4299-9193-2ED886C615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2BCDEB-7833-474F-B08A-CF747E9620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EAD1B3-7BBD-4F74-B4BB-F576A01C90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D1F32A-D6EF-4A01-907F-8AF7825784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140CCD-9BFE-47E6-9CD1-9A223DC36C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FBFF18-C322-4C55-AF91-60CD443C53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3B9129-A17A-4D15-9BB9-17107DA218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301CB5-FDFD-44A5-89F8-87EBBDFC45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A6219C-1859-4654-8B10-42B63980FB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85405D-8FE9-4505-9C23-90056DD23AB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E6EA4C-4D63-4596-95F9-68F4A43C676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CD411DD-DB7A-4650-A88F-CFFB535C85D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682FE70-B129-453F-A9C6-548912F4003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Hamed Ketabdar,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0000"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 remote control is an electronic device sending commands by waves (Infrared, radio) to another device.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It consists of different blocks: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interface with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electronic circuit making commands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transmitter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Usually there are two different methods for designing a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- Remote control based on Infrared waves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- Remote control based on Radio waves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People prefer to have remote controls with bigger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 remote control with based on radio waves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Using bigger buttons and less number of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2004-11-29T16:56:41Z</dcterms:modified>
  <cp:revision>8</cp:revision>
  <dc:subject/>
  <dc:title>PowerPoint Presentation</dc:title>
</cp:coreProperties>
</file>