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B34EFA-9E56-46B4-936F-E33F3984C7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E8E96F-4141-4E73-88D7-839ECD843C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BD9327-FE2D-414F-97E2-7E2E502466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C8D6C-ACF4-4723-BEC1-600919C1A2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DEC55A-0433-42B8-B85F-918B5AB662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7C1050-ABDD-43A8-8C80-598416BB80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B47CDE-4882-4C02-83FC-0CD0AABD19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A3FED1-9D9D-4822-A22A-02303E6FDE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6AC291-1CE2-406F-8FC6-CAF7AB42C3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97D31B-332A-433E-8BEA-C0E10074E8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4962E-6BA5-4AEC-8134-D10AB923FD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3800D-8F38-4149-A830-1D1B94C34E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FA15A4-7817-4484-B9AF-F2E85D268B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413765-AAA4-4CCE-B8AD-BA9A0F68C0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B49F4D-4F5F-4422-A02F-97A6E39202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0DFE9A-009B-47BD-8A2A-81ECF5CA92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6602FA-074F-434E-A4D8-EA5750B335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B1EA56-2086-4420-8ECA-D940D0BEBE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52E28C-519F-48BE-9C17-2D40F40ED8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9F05D8-4A7B-4234-8409-280C2040D5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B6CCEA-9168-49B7-9551-5AAEDD3366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26A40A-3336-4029-8C94-46EA7748C0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BF0B53-046F-4397-9331-B0883C41A3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45E9D7-9496-4545-8B2E-9EED20ABD2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C1EDEC-B71E-4F65-991C-B712F619BBB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05B9C3-0669-44CF-8DFF-1794F5B91D1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Petr,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PARIS, August 31, 2004 -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Real Reaction © Electronics Europe introduced a 7" TFT screen that meets the needs of educational and corporate customers who want a transportable, lightweight design, along with the flexibility to make presentations in rooms with challenging lighting conditions and limited space.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2004-11-29T19:07:07Z</dcterms:modified>
  <cp:revision>11</cp:revision>
  <dc:subject/>
  <dc:title>PowerPoint Presentation</dc:title>
</cp:coreProperties>
</file>