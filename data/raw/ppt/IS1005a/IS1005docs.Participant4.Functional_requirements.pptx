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EA3540-F0AF-4FCD-941F-76764CC1A6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59157D-BAF6-43BD-8CBC-46E463BEFB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8FEE2B-CCB4-41B2-B8C8-BD6A81DE04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8E4E5A-CC6D-4C4E-96C4-E11E21A859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07357E-B7DA-4ABF-AF89-048A75A33C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5E96E8-11A5-434C-AC48-2F912E9B16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1FF802-921D-4E91-AC94-FD6E17303A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32B78F-9BE8-49AE-9B2C-E0E57C756E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D322BF-878A-48EF-883A-835AF4BC1A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BC645F-1FA7-4829-8DFC-6C0CF9BF1C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80E4E9-F012-4BF9-A2DD-890FDAC38BF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1AF165-2445-44AC-BA1D-B3D80208E9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258484-7076-4437-99E1-077C43ADBB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D9A3E3-BDB7-4367-B53E-A5BE85E1CF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2544F2-1CD4-4230-B024-A5930C9A57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888280-E6EE-4B8E-871C-58D787BB8B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32213F-CBDD-4313-9F66-1B7D7EA0A0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DA8C9A-E9CB-4834-B323-035019008D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C81DC0-83BA-48A3-B291-05BC356335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820DCC-052B-476C-B6BE-C443FEA9E2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4E8203-A011-4186-9C19-43E8796145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25CAE1-5DE7-4A53-9F1F-D8E329D7A5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AD0B27-0309-4975-9471-91F4ED15A5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B269E3-9EEC-4647-95DF-60B13A8145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9ACC44-02D0-4DDC-AE9C-F27A7A4F785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F761AD-2DFE-489D-B4AB-93B3D66461B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Bob Morris,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Useability study in laboratory with 100 test subjects.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Each participant also completed a questionaire.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Users are do not like look-and-feel of most remotes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Usage statistics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Channel button used on average 168 times/hour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Teletext 14 times / hour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Volume 4 times/hour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Channel, volume, power had highest relevance to users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000" spc="-1" strike="noStrike">
                <a:solidFill>
                  <a:srgbClr val="ffffff"/>
                </a:solidFill>
                <a:latin typeface="Tahoma"/>
              </a:rPr>
              <a:t>Audio and picture settings had least relevance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84000" y="1699920"/>
            <a:ext cx="8064360" cy="416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Results -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display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recognition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Younger age groups yes (91% yes 15-25)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Older users no (60% 55-65)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2004-11-29T16:58:22Z</dcterms:modified>
  <cp:revision>16</cp:revision>
  <dc:subject/>
  <dc:title>PowerPoint Presentation</dc:title>
</cp:coreProperties>
</file>