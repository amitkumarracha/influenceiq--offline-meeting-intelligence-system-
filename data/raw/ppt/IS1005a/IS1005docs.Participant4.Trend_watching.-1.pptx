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3A3EFE3-5FEA-4207-AAD4-A7435B55535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6A476F6-8332-4DF1-AC6E-C0D0B41F307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5CB2CD0-C41A-40A7-96EF-E84297D7F90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E5033AD-471E-4041-B912-8EE32D66958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5C0FBB3-BF7F-4720-951B-82BBDD85DF5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2041525-BD03-4A59-A0FA-F729A49EF20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1079B33-1E2F-4E9B-85B0-087BE0B2A7B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FB4156D-E1BF-40E1-A2C8-8F255505377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ADE5115-74B2-4E9F-8EF4-9C4CBA36AC3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7D15CBC-3C18-438F-9FB5-0EF3B171557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A8BCDA4-2221-408D-8349-E01158B5173E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3A2D060-88CD-4738-AA88-C2A0073E3BD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77084F5-6730-42C8-B8F2-6D64D3B012A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5D12124-43C3-4256-8F32-40760A438DF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73EB0B2-C8EB-494C-B581-3352B8E7567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B069376-4A11-4912-B838-47B15FDAA68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DA2CC14-763C-42D2-9EEC-FB909B03B2F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BCA1157-60B4-4D27-A403-A3E46FFF26A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91C76C7-2EEA-4E45-A363-C0497DDFC65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AA1BCD3-8C82-4D70-AA72-1394A083852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C4E2CCB-EFF9-45F9-AE5D-77C8413EF42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81AF83B-6D48-4B8C-BC06-6611E016598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2E3BDF9-0A1A-4E77-8258-06A61232B2E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638BEB0-449D-4E8A-9EF1-40C538E50D1C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BF29C24-4CA3-4CAE-A2DA-AF0BB0AF639D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0EC660F-681C-4522-BFD5-344B045861DD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Trend Watching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Bob ‘the marketing expert’ Morris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Remote control market research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Interviews with Paris/Milan based fashion watchers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 – Market Research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686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‘</a:t>
            </a:r>
            <a:r>
              <a:rPr b="0" lang="fr-CH" sz="3200" spc="-1" strike="noStrike">
                <a:solidFill>
                  <a:srgbClr val="ffff00"/>
                </a:solidFill>
                <a:latin typeface="Tahoma"/>
              </a:rPr>
              <a:t>fancy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’ look-and-feel is </a:t>
            </a:r>
            <a:r>
              <a:rPr b="0" lang="fr-CH" sz="3200" spc="-1" strike="noStrike">
                <a:solidFill>
                  <a:srgbClr val="ffff00"/>
                </a:solidFill>
                <a:latin typeface="Tahoma"/>
              </a:rPr>
              <a:t>HIGHEST PRIORITY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400" spc="-1" strike="noStrike">
                <a:solidFill>
                  <a:srgbClr val="ffffff"/>
                </a:solidFill>
                <a:latin typeface="Tahoma"/>
              </a:rPr>
              <a:t>‘</a:t>
            </a:r>
            <a:r>
              <a:rPr b="0" lang="fr-CH" sz="2400" spc="-1" strike="noStrike">
                <a:solidFill>
                  <a:srgbClr val="ffffff"/>
                </a:solidFill>
                <a:latin typeface="Tahoma"/>
              </a:rPr>
              <a:t>functional’ no longer important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Technological innovation is 2nd Priority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400" spc="-1" strike="noStrike">
                <a:solidFill>
                  <a:srgbClr val="ffffff"/>
                </a:solidFill>
                <a:latin typeface="Tahoma"/>
              </a:rPr>
              <a:t>2x less important as fanciness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Easy-to-use is 3rd priority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400" spc="-1" strike="noStrike">
                <a:solidFill>
                  <a:srgbClr val="ffffff"/>
                </a:solidFill>
                <a:latin typeface="Tahoma"/>
              </a:rPr>
              <a:t>2x less important as technological innovation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4400" spc="-1" strike="noStrike">
                <a:solidFill>
                  <a:srgbClr val="ffffff"/>
                </a:solidFill>
                <a:latin typeface="Tahoma"/>
              </a:rPr>
              <a:t>Findings – Fasion Watchers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This year, </a:t>
            </a:r>
            <a:r>
              <a:rPr b="0" i="1" lang="fr-CH" sz="3200" spc="-1" strike="noStrike">
                <a:solidFill>
                  <a:srgbClr val="ffffff"/>
                </a:solidFill>
                <a:latin typeface="Tahoma"/>
              </a:rPr>
              <a:t>fruit &amp; vegetables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 will be the most important theme for cloths, shoes, and furniture.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Also in contrast to last year, the feel of material is expected to be </a:t>
            </a:r>
            <a:r>
              <a:rPr b="0" i="1" lang="fr-CH" sz="3200" spc="-1" strike="noStrike">
                <a:solidFill>
                  <a:srgbClr val="ffffff"/>
                </a:solidFill>
                <a:latin typeface="Tahoma"/>
              </a:rPr>
              <a:t>spongy.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Conclusion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Remote control that is ....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Fancy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Technologically innovative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Related to fruit/vegetables with a spongy feel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Easy to use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From last meeting ... Use company colours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2004-11-29T19:05:28Z</dcterms:modified>
  <cp:revision>10</cp:revision>
  <dc:subject/>
  <dc:title>PowerPoint Presentation</dc:title>
</cp:coreProperties>
</file>