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974A02-6206-4800-8A01-D5F3A9E691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AFA212-CFB6-4B4E-A531-6CB6DC0205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E1AF28-F2D2-4B7E-B5DB-4AD74E15BC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F010FC-2363-4A0E-A14D-0939080BF4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97BCAB-C27F-400D-8E00-B920C12213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C02096-F605-47B4-B4AE-DCB854DEBF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46B269-16F4-40C8-8AA8-01EDF78B4F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60CE1F-8A67-4620-987F-0E52AABA09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2AE903-7B0F-481E-9600-4D21B6AA21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BA91CE-2455-45FC-84B4-1705C006F6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7169E5-8770-435F-BD52-1DCAE792B68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6160BF-DE0D-4913-930D-709A0EEA8A3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B14BDE-C1BF-488E-99A9-064C9688F6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837472-B423-404E-AD77-84DFF0ADF9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057BB8-5777-4429-9C4D-3477BA890A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73EDDD-7D3B-4AB2-B0AA-FFB4FCFF88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FB499E-79F5-4EEB-975F-E24CB2C48A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02961A-6398-4708-8C4B-0E0C4E1A18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364DF3-36DC-4BA4-8B39-BEF26415AE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A37379-9EE0-4E21-8A0C-D2A6DA2A6D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8F9B5A-17FB-4AEB-9C96-4DA5EC2B8B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E8D709-8F1D-4778-88AC-79E632319B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9F241E-5F6D-49ED-8495-F997BF92882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88E1E4-D4B2-4DC7-9676-31BCBF5C150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A86CD32-DE13-4E98-859E-CD5158955BA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03571B2-7E8C-41F7-AACC-C2F44173D53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Fabien,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2004-11-29T20:15:40Z</dcterms:modified>
  <cp:revision>19</cp:revision>
  <dc:subject/>
  <dc:title>PowerPoint Presentation</dc:title>
</cp:coreProperties>
</file>