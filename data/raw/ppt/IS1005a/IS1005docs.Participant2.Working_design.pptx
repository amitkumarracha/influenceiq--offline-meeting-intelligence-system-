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A2032E-602A-427B-8CD7-1E151016F6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84F51E-7A88-4C99-B896-D2EC43CB16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39EC66-B4AD-4B9B-8708-A21B8D8551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5298A9-ED8C-4C68-BEFD-26D7B32B82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D17131-12C4-4FE9-AB9F-E29F8EF402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05E915-7874-48DF-A86B-9310385343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E802D8-F69C-4F4B-A8A0-ADAD90D1E9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087412-E747-483A-AA53-852FD2F16D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1F937-5B7B-4EED-BD25-55E4AB69B8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4ECBBF-F558-4C72-AB9D-1B313DC566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9BE84B-BE4A-4568-9BC3-C6E2773ACF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D0E419-4FA3-4CBF-BEC3-5F173CD81C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8E0982-858E-413D-AE2E-59AC1EA562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833D65-04B4-4A5E-86E9-04C4FC0C82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75FD9A-660E-4DCF-A686-83B935C342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86ED3E-CC3A-4714-8AF8-0175A44849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50F5E1-FE4C-432F-AF96-9D4E81215D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8845F0-F55C-4918-9ECF-8A59A87A8B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361C45-DBEB-4C41-9734-61286C886B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03BA4E-F969-48C0-8AFB-DECA4105D6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76F54D-70E2-4717-9FC0-88C9A3D932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235B61-80E7-46FE-99E3-0AFE1C8401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063A59-F0D9-46DD-9C2F-B4E4DD19BE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1C06F8-A31E-4B9C-8C67-626D7BEACD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63A488-5951-4D84-8591-09FE63F8BF6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A3D989-D0F2-41AC-960E-0D32A178EA7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Petr,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Look at what the other companies use (any contacts?)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Search the internet for the possible solutions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progress… </a:t>
            </a:r>
            <a:br>
              <a:rPr sz="3200"/>
            </a:b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(RW circuit price, volume slider)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RadioWave send/receive circuit</a:t>
            </a:r>
            <a:br>
              <a:rPr sz="3200"/>
            </a:b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(look for available devices..)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Mentioned in discussion (summarize)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IR/RW circuit!!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2004-11-29T16:54:59Z</dcterms:modified>
  <cp:revision>15</cp:revision>
  <dc:subject/>
  <dc:title>PowerPoint Presentation</dc:title>
</cp:coreProperties>
</file>