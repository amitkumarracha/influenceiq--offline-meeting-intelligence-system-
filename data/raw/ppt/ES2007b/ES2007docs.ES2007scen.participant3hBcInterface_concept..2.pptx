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A86AF2-59FD-400B-951C-289F211933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C4232F-9470-43AB-94A9-26AC960CA3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413A67-52FE-4F37-8D72-644273F399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193038-9503-477C-821F-C263D38B65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474582-4AE9-4DA5-9965-6DA217F376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609D62-7D1B-4118-BE8F-4E5C24EB1B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80D566-D4DA-4519-9270-21F1E8CFEB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BCF538-B4A8-48F5-BAC5-4233A4C281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00B713-744E-4F6F-B675-29CCAED626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535A68-E492-40E4-9226-1BBBE89517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78202C-5463-4702-A69E-134A4CBA90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EFC869-77A1-499C-93DB-141A1E9C2E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2C20F0-F2A4-45D5-9BF3-8616AD5DE1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D6E17A-FA69-4D48-83B6-13138C56A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A65AC7-89D2-48A3-993B-78C64A4ACB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3A4269-3736-40FA-93F0-0D305B1C6C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39F825-38DF-4B33-BD63-ACB687FBA8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F28D7C-AB1F-4296-8069-0966EC4F83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3046B6-EE21-4173-8463-3547B8F50B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989023-A975-4358-9A69-4B3E05BFC9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D9DF07-0513-48BB-B7A8-2F8712817F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CD39C6-CF8D-477F-84B6-400DAD8EE8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6FB9C9-CF6A-435D-8022-2DBC7CA0A1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7B39A8-377B-4714-A895-2839CDEC77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384492-9AE9-469D-B524-FD2C1B4F51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216641-656B-455C-A99F-8FC0A2364E7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Consulted our manufacturing division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Took Reissa’s marketing findings into consideration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has pioneered some new interface components that might be applicable to our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 of these new interfaces have been used in other products, e.g.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interface currently used with new RR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Sample sensor/sample output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use spinning wheel w/ LC display as in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consider a niche remote, geared either towards kids (e.g. bright colors, playful keys) or towards the elderly (e.g. giant and impossible to lose)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Findings, Continued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Key layout and design are crucial so that users aren’t always pressing the wrong key, e.g. up volume instead of down volume.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neglected to mention that we need a power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is quite limited, e.g. it only provides a verbal answer to a question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Rather than niche market, I think we should continue our plan of making a good “general”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spinning wheel, LC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2005-02-02T19:46:57Z</dcterms:modified>
  <cp:revision>8</cp:revision>
  <dc:subject/>
  <dc:title>PowerPoint Presentation</dc:title>
</cp:coreProperties>
</file>