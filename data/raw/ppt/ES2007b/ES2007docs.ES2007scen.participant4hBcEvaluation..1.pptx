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D2D9A-B26D-4054-8777-2074403020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696402-4B75-42B2-8DE9-BE8E7DD6E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2A2125-1931-48BF-9DC4-53CE77761E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6E269B-7E72-4CED-AFFB-3A7575AA67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66E7B-9673-464E-9FB2-55CEEE7516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E7AF4E-2AEC-43C3-8065-2CC99DE717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DC1684-DC43-4873-BC7B-B38B37EF62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2A52CA-EFCB-490C-8378-CD2F8018D2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2A6B9-7F88-452D-8E13-79E504F2BA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013776-8DF1-48AC-B8AA-3D03371F4A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47AE5-FDA3-4DCE-94B2-CA797967D2C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2CF3F5-C9F5-4D02-BB25-97CA28ABB0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218703-FD43-459A-A7FC-00136EC21A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BFA296-B6A5-4433-97DB-13F4CB295E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087F36-9988-4B2C-A57D-D802B7A332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563330-E8D7-47A3-93B5-4E4CC52CB5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5576CF-7A82-41B1-8902-661650C803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76916B-3EA2-4BB6-A625-13D7BA8FBA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36060A-F6E9-4588-9A2D-B57F63182D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C12F55-7212-402D-851D-76DCB22FC8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5654D0-B410-4DD3-8692-119622F20D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25BD70-6381-4F54-8480-4E1B10DF7F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DDD769-979B-4596-860D-57D7565A4F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4637D3-5E7E-48D3-B8E1-8EC163F00A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D64127-F2F1-41CD-B7E0-BAD84D891D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19CA48-ADFD-4040-B2D4-A235BC24377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Evaluate each criteria on a scale of 1-7.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1-true, 7-false.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Criteria's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 and feel: Does the remote look cool and fashionable? Does it feel “spongy”?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New 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Amount of buttons: Contain only the necessary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white board.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2005-02-02T21:26:22Z</dcterms:modified>
  <cp:revision>13</cp:revision>
  <dc:subject/>
  <dc:title>PowerPoint Presentation</dc:title>
</cp:coreProperties>
</file>