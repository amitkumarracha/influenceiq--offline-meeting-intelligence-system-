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142033-F8F1-4AA6-B096-9105C7ABBB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D7D246-2974-4289-9C4E-205EC80D66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5D9835-904F-4762-9D8F-84D638320B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B60535-1950-42B3-96AC-88548B1734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D273D2-A2B6-4801-84BE-84BD05F840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5A47F0-3BE1-4568-88D2-E37D55CB06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2EEC53-617D-4D6B-B31D-FB7B388B58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C3D99E-BBD1-42C0-BDF7-BBE4F2BCAC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7A8A45-2F5A-4693-AD35-15DFD5CE6E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9066C0-EEF8-4017-9F4D-4F8CE2784F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A58437-9C96-47FB-9228-0D1AE34052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EBABE1-787E-4A99-B016-467362BFB0F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848EAF-10A7-4CE7-AAF2-1D68EA5C89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59D2A4-4F33-40AC-B478-27B0227EC5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28047E-D3CF-413E-BEDF-F18FCD79EE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28861C-638E-485F-BDC8-B08DD9CED8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D50DDB-B28C-4882-914E-2FCADDB41F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9D6884-F1D0-4EE6-AD49-70F4DD3DCE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D7B475-DA7B-44C7-91C6-017A47C764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F898E9-C65B-415A-944E-D834711026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1D3B3F-A1D1-4B18-918C-BCC023FA28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FF6043-9E36-4D22-BE55-76AAC502F3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BBCA65-66AB-4637-81A2-74E3CA1C0E4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253996-323D-4181-BBC2-890F81D9EA4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A6F733E-83DE-4317-A83D-E20D7A30038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8D4AD03-B997-4385-9937-CC4B4F5F5E0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Catherine Canevet,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RR Energy source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 basic battery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 hand dynamo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 kinetic provision of energy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 of 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Cases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general case: uncurved (flat)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more original case: single curved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or even double curved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Case material supplements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Plastic,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Latex (won't allow the use of solar cells as energy source),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rubber (used in anti-RSI stress balls),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wood,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and titanium (can't use the titanium for the double curved cases)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Push buttons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scroll wheels with optional integrated push button (such as in the modern computer mouse),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liquid crystal displays (LCD)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multiple scroll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Note: if you use a rubber double curved case, you must use rubber push buttons.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Electronics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Simple (push buttons),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Regular (scroll wheel – higher price range),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advanced chip on print. The chip on print includes an infrared sender. (display, again more expensive)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RR have just developed a sample sensor/ sample speaker.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2005-02-02T19:54:36Z</dcterms:modified>
  <cp:revision>13</cp:revision>
  <dc:subject/>
  <dc:title>PowerPoint Presentation</dc:title>
</cp:coreProperties>
</file>