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4F44C9-2BBB-49F0-A3AB-7A01FECF36D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F83CED-CF96-4B14-9A8D-DBAB972A98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FF4D94-E812-4484-9C17-3E35949A6D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FAAE38-5D18-4226-B303-AD9CEACEE6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C3F15A-E3F9-410A-803A-5ABB6DBABD2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3508CF-FC96-42C9-AD1E-1E5DE0F006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D1CD8E-CB27-43C0-AFE4-8F91A4A6316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CA3E07-E5D3-4119-AC09-8ECAA37184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5A8FAE-38A6-419A-AE6E-D8BD7DB424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F29733-6E60-46F6-8EEB-2763297FF7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781134-75E4-463B-8E4C-AE91DE4B596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080159-EE33-4284-85A3-5E7A57CF26F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2D7DC9-F3B1-479E-B1CD-6992753F38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4E9092-50AD-4986-AE92-2E6EA4E60C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4F61D4-63C7-45ED-B6EE-704700CC0E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6FE0DD-66B9-40B3-8BC4-75676B649A5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99EA7F-7ACF-40A0-85C1-2579EC9666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566D1C-F6B9-4548-B536-7ED5F8E03EB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CB5123-9AF2-4B9F-8BA2-666EE34E95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D619A5-2AAB-4C3A-9ECF-B07930F296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2D85FE-D1C1-4133-B75F-31548179BA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104133-86A9-4B5A-A19B-5D70AB8421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83DAAE-60B6-40D3-864D-C255312413D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083C9D-B917-42EF-A2C5-51DD5E294E4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B767032-175F-421C-865A-1BFD2BEF840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C52B0EC-9645-4E80-9281-17AE30A0EFE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From looking at this years trends and fashions.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And, from the recent investigation of the remote control market.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000" spc="-1" strike="noStrike">
                <a:solidFill>
                  <a:srgbClr val="ffffff"/>
                </a:solidFill>
                <a:latin typeface="Tahoma"/>
              </a:rPr>
              <a:t>Findings from remote control market.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important aspect: Looks and feels fancier that the existing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Second important aspect: the Remote control should be Technologically innovative.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third most important aspect: the remote control is easy to use.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 in the fashion industry.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Next years fashion: Fruit and vegetables are the most important theme for cloths shoes and furniture.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feel of material  which is IN this year is “SPONGY”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Move away from the current remote controls look and feel.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Change the look and the feel while still keeping to the companies image.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2005-02-02T20:29:18Z</dcterms:modified>
  <cp:revision>9</cp:revision>
  <dc:subject/>
  <dc:title>PowerPoint Presentation</dc:title>
</cp:coreProperties>
</file>