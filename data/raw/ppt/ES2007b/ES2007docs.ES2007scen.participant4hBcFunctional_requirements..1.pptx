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983425-2257-481D-AF34-B365678D26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DCBB20-B84B-4A8F-B30D-CAB2430344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9D0AB9-5962-47AA-8A43-658F41D388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672851-8B2D-43B9-9778-939C0FF7BA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3197B1-BE42-4510-AA7D-8A5FA3961C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CC0013-BA64-4760-87D7-E2E0B895E0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E8A05F-8F66-4EB0-825E-D2E89C5591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F10654-A629-425C-81E8-0AA5FA540C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E31761-36A8-4A6D-AD45-1AE49A25D0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2E208F-0284-4F6D-AA05-4133A3C4E1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2B391D-A45A-42E9-ABE1-F8C9D0E736A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AE23E4-96EA-4546-AF22-905F9EF54F4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787966-D938-4C9E-908E-0B091A9B21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94CCCA-39B9-4638-AB0D-0D72295483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16C71B-D248-48AD-B040-6B21003B37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1EF6F4-F055-4D81-9E7C-FB03973709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D80D88-B1A5-4512-B344-9C30E7E060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7CCCC8-33EF-43AF-992F-CCC2D2B453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607AFC-7A11-469D-BCD9-7F8768DFC7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855CC5-41DB-4F09-A205-6481A24F45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994282-8DA2-4073-A634-545AA6E956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6B6EE2-46C8-4C0B-B668-6DE47C8F2B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7B5FB3-47BE-423C-82DF-18BDA4D962B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C87AE4-7CF6-4624-8760-CBBEA79F05D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B192E1E-DF76-45CE-974C-D153237E4B7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35DF1E6-6475-4518-B934-5B115823D69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Reissa Hainsworth,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Observed remote control users in a usability lab.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participants were also asked to fill out questionnaires.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Total number of people tested was 100.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75% of users find the remote control ugly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80% of users would spend more money if the remote look fancy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behaviour of the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50% of users say that they only use 10% of the buttons on the remote.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75% users say they Zap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It takes to much time to learn how to use a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Remotes often get lost in the room.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use especially for older people who find it difficult to learn new things.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Looks really cool/flash and groovy!!!!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find.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2005-02-02T18:10:35Z</dcterms:modified>
  <cp:revision>14</cp:revision>
  <dc:subject/>
  <dc:title>PowerPoint Presentation</dc:title>
</cp:coreProperties>
</file>