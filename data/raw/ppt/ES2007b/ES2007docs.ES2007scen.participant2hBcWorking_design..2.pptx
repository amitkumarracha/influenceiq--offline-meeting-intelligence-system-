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ED3E91-92FA-44EC-8026-7899BE0C02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9E8CAC-A01E-46DE-9485-B560B6EF46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40137B-BB18-40FC-874B-6A7616E758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E9D195-905A-439A-A99C-C66119A63B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1CA66E-5960-48DD-837D-8982472E67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EB566C-5896-403A-B9C2-C9A5F6F1FF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229543-B736-40E6-AEDB-DEFE1F6817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09D3DC-B60B-4AA5-BEFE-406DC704A1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8078C9-C3B8-4B81-A21A-FE9FB7A05B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441A97-495A-4590-ACBC-3496E3A989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B8011D-2C1E-4137-8478-9972454264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6DA0BB-0DF5-4196-A2FE-E6F9D0957D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3AE503-1D2A-425F-B4B5-F51D42950B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B7F031-55DC-4A58-AE87-B5F179D65D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9C9709-01F1-4F5A-B918-3C75EF49D0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C161D0-900C-45B2-B9B8-E1C4FF74D6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51857A-F8A2-47CE-99A2-DC9FE0F5E9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1B935D-0257-460B-9A7D-15730A3EA8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E53578-E441-4B25-A35B-B427B1B652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1036B2-259C-4242-88A6-D785F413B4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911A3B-4C8A-48E2-9E3B-34308BEBE6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0BF88C-E76A-45EA-AC21-79B155658D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C93F3C-E4B0-46C6-B284-23B4B4CCD44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63347E-3971-404A-8117-9C71A9A734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24FDF8-544E-4BC2-B3B4-84D6E8964CE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ABACCD-7893-41E7-BD64-5763A04ACC1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Catherine Canevet,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idea: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250920" y="2565360"/>
            <a:ext cx="8686800" cy="183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39528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2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6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7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0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95800" y="3016080"/>
            <a:ext cx="346608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Energy source: 2 RL6 batteries.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Infrared bulb.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2005-02-02T17:38:25Z</dcterms:modified>
  <cp:revision>14</cp:revision>
  <dc:subject/>
  <dc:title>PowerPoint Presentation</dc:title>
</cp:coreProperties>
</file>