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DC9C45-9820-48B5-8486-52A9DFE5B1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EBA14B-18AB-47F8-8AC8-7F5AA9AA31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034319-161D-4BED-A15D-7117B20F28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166C84-4BFB-4345-85AF-1C21656EEB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777AC2-7A56-4B68-B545-F1EC0C2836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2255A3-36D1-4079-BA18-F2F768B44B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991D82-1EA8-4249-9543-C6602107C9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978A7F-4007-453F-8632-37872AD16B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7E901E-B789-4FB1-9DC5-A0F54F5236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A7E5C8-7D02-41AA-AF41-C0BFFD39B2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2896D9-EBA0-4303-AA3F-0352B21AB6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535329-CC66-4DFC-8E2C-22E00F7F9D7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371953-9A6B-40B4-B901-A37774DE9E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E07B7A-0453-4A59-8DB2-CA88999BA9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486A70-E612-4695-96D5-AEFB74DC78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ECE75E-D232-4A20-A885-D977BCD3A0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C3DCF7-638E-4096-B108-D721B3C3A7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B61187-1957-4A9B-AEA3-9BC5A70699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912BF3-A935-487F-899A-6DCB4AE068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B6D3A1-7E63-4F95-AC33-F41C2BA055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9B08B0-6498-42B5-B039-B69927A394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7C9C45-0A11-4FB6-9E25-A3EBD1A443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ECD26E-196A-4D3B-BF60-A161536C85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E21E6E-297D-4DD0-8544-921AC1F32A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D952B9-F994-45D0-AD7B-5C736628325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CCE0C0B-ADE9-4031-8404-B7D7ECA513E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2005-02-02T16:29:16Z</dcterms:modified>
  <cp:revision>33</cp:revision>
  <dc:subject/>
  <dc:title>PowerPoint Presentation</dc:title>
</cp:coreProperties>
</file>