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4C814F9-CAC2-454D-B2B1-0CF4575A7909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9DD11E-5142-4BCE-84F4-570E4044C9C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5E9F784-2996-4863-9603-9CA9273125E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3A257F-E4FF-4933-B26A-BEEB749E52E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074C41E-1505-42F1-8E7F-916D067F83A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3ED3C08-D4C7-4C9B-B821-145510BAA5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9E3C5A6-60F8-4477-85D6-5B71E823713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4D2E5A7-3221-43D8-A081-78838DAEC40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435AD079-C405-496A-9181-ECECB6AE978B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E4DEA56-94B8-4A22-9F17-645960307A6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A59BC02-FD19-4915-AAA3-FC2AB6482A4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8C98CC-A385-4E24-AEEF-1BBAF937F8D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E73B08-0581-4183-8FE8-8BEE2962398C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F582FAE-64F6-41B8-80F8-CFD4A8D0A41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52F9589C-1178-469A-A3FF-BB792A0C71EF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8D3A7921-9930-49C9-95A3-E479E6048E95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693EAD8-4E9E-494B-8CCE-0E32C49BB0E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ECF268E-AFAD-4F20-A337-CEBB4AF01DC3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10A310-3607-438B-8227-955698FD015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D3E4697-BC70-4854-ADEB-1CCDF0B0EB9C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ED6F3B7-0FF6-48C5-9403-3235A7D2BCD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8CC9967-6601-4257-A65B-C6281FC2A5DD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2CCCEEF-85E6-47D0-BE1A-DA5352EA46BD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1AB3A10-6433-4609-84B7-76830825B0A6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B4897B39-761A-4474-810D-257979024101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8C0FD0F9-4D44-47B1-B6E8-109BFE67B72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Technical Functions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 Gabriel,  User Interface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Clr>
                <a:srgbClr val="000000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 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Looked for inspiration from existing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People will want something that is familiar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So we can take what is familiar and perfect that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Improve existing designs; maintain basic functionality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are some basic functions that must be included: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Volume control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Numerical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Channel keys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Mute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000"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There is a dichotomy of engineering-centered and user-centered remotes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The former provides a lot of functionality but the latter emphasizes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My preference is for the latter, i.e. centered on ease of use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Question for marketing guru: how much will this cost us in profits, or will it?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2005-02-02T17:33:05Z</dcterms:modified>
  <cp:revision>11</cp:revision>
  <dc:subject/>
  <dc:title>PowerPoint Presentation</dc:title>
</cp:coreProperties>
</file>