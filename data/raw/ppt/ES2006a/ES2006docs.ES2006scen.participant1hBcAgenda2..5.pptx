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40959E-2880-4657-9A6C-4287064C1A8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D2EF1A-D042-4C48-8F5F-EA31958E4F9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E2EF17-4838-4758-8F27-DECC7215E13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0436A5-A65C-4AE1-B526-2459AC6B0B0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140E93-84E1-4C94-A1D1-140BBE4BA72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6D1758-F73A-4CBD-B2AD-3010CDCFD33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BC31FF-27D6-4E13-A254-DB6E0F12E0B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3D4B2A-34F9-43BF-9FC1-84ECB556983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463E2F-DADB-49BF-A550-6975AD3D2EF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F54B58-5348-4877-A2DD-906F58CBEF2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4C3A41-04E0-4671-AA67-E88CD3EA8C6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FA6F17-CD0E-425C-B826-EB1B1EB1E80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7218D1-15B9-4827-A3C0-0A047B01359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A0C50E-E64A-4F35-BC15-EFB8CFE2E2E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944C3C-1DF6-4379-8942-FA1727C97DD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F506E8-52D8-4643-88EE-8BAD9B61563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FEFCE1-969D-4812-9571-E2ACD823804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A19A6A-B76F-4F9A-B37D-684AE76FB07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5A4F1B-C370-4FFC-8F8A-66E45E6FB92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C99A23-1DDD-4D57-B04C-148FB9CF016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ADD64C-F60A-484E-BBD9-5DDAE73C11F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DBD0FA-EA67-4DD4-8FD6-E3B410B9B27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42F22D-9641-4192-A501-35DE684D209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C34488-D904-4BEC-A347-2B84208AE4C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785BB0D-FBB3-4662-9233-80F088DD0F1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56C0F76-E9BE-4B94-9F93-6D95CC49F04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2004-11-11T20:39:26Z</dcterms:modified>
  <cp:revision>19</cp:revision>
  <dc:subject/>
  <dc:title>PowerPoint Presentation</dc:title>
</cp:coreProperties>
</file>