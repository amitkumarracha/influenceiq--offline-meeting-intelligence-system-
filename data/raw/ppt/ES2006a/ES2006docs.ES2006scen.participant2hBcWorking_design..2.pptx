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109490-4F5E-4D21-9D65-6A5CB327A6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DBB87-69E2-400E-A1EA-2200B1A828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8F807-2D01-43B8-948F-9C52339D7F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0E8E9C-F3A1-47C5-9C8C-521A7B6BD1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310FF-804E-46E6-B0FB-6EA304E384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620FA7-29C0-472C-B0A8-59AF153674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A9D796-BCD1-4124-8CC0-2F634CD403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9315C2-E13D-4A13-8BB3-D47503BB61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F60136-B999-42C4-A81F-574D9589EE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065FEA-A1CA-46AA-9FF2-413F32AC05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7B23F-5940-425B-8C4B-D30DEC6C5D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4120A-5091-4B0C-960F-364868B588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067E5D-B288-4452-8FD5-C1DF5F093D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70F4AC-1CE6-4EA6-BC0F-9DE6577D28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92163D-21C7-4704-9770-857AB1C361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20F29B-3497-4EE3-A096-563BFE618A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8DCBEE-5FD8-458E-8096-10545DC3A6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BDD8E6-B24E-43E3-86BD-2B3D4B04DF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5E0066-A22C-4B84-BBC9-6BE0F01C9E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3BFE3B-DD42-4D9C-82E5-112B641C2F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FEB557-0E6E-4AE4-BD31-FACC5FF111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4968ED-0BF3-4E2B-B0FE-01A9DC7F32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9B2D92-8AFE-4A69-8470-D3C1B5BB7E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503B66-A16B-48F5-AFB1-C74F7E690B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B0355E-DD81-4EE2-91E3-4E0FDA4534A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D05117-1F82-497C-BDAF-84B39C4E6B8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