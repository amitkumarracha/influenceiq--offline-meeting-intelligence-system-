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41A174-A700-4315-9056-192C0DA2B3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A59D19-67FC-46BD-A867-49B0A787F5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8486A1-E00B-4141-8534-B3A9853836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045C71-6B03-4C54-BFB9-938F5C2DBE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84C84E-05B2-43E3-99C5-7D52D01CDA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4C1B3D-0A55-448E-93A0-55C512FCAA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B91CEA-66BC-4263-B300-802B4BEF20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506E37-32FB-4179-91E3-0A4C415AD8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45AA0A-634F-46D4-8C7F-5E3BF5FCB0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0687E4-1FAC-4ABA-9983-6DB0934023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EE0CD7-7727-41F7-A7D9-C9A30093DCF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AE989C-2B6A-4892-8887-121397947E6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2FBE3A-8140-484B-A22B-30350953E4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AE64DA-AD23-4B35-97E3-DC87DDEFB0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A9C420-8537-489B-8C14-B4093B4F09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5E17E0-7B3E-4BBF-BF91-8F70C528BE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0C7637-FD84-4F65-B4AD-0821B32DA1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C653BA-AD53-4E5A-AF4B-76B7AC28B5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2921E7-D069-4829-9F58-E6F0A25453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E7E932-2020-4208-B725-2EC76CC969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BB548F-719E-4653-B0E2-13AD38C48B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238298-F866-445E-A9C7-193FFD97D4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CEBFF5-9630-4087-B702-99B20947447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1A22F4-5812-4F35-B27C-262833E66CC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B3FED5D-1733-4BD9-BDF7-EEDF3CD77BA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EE69BB4-AE3F-4DBB-8F25-264DF386394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Jen,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2005-01-28T17:05:41Z</dcterms:modified>
  <cp:revision>33</cp:revision>
  <dc:subject/>
  <dc:title>PowerPoint Presentation</dc:title>
</cp:coreProperties>
</file>