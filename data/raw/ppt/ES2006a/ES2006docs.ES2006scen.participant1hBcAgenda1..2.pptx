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137562-AD72-4748-9C3E-147279E2514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ACAB50-488D-4B83-AB2E-5FAFDF094C9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35C068-71AC-4ACF-B8ED-EEA51C9A023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83976C-58CD-4D47-85B8-AABA1CE383F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5D81D0-8216-4742-9504-172B80AAEEF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86B9E4-F951-4185-9094-ACED01CC0AF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87FA4D-1C03-4000-8F82-9BE63BB8F04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E56F16-8A3F-4DFF-A5DE-10027DB5B84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7CACF2-A4F2-4ECA-952C-F41CA280741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87A8E6-FED3-49D2-8DE4-AF5DD2444CD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8F0EE1-6595-4213-A984-A1A8F510496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4F1A94-AB23-4E6A-9A5E-45B046BBB8D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86CBAE8-AAE5-4AE5-BECC-EFCF16BE7F0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E29342C-E727-497B-B675-F1389BD2EB8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EEB23FE-3D9A-44DF-A4B7-489A16273F0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0289ABE-87EC-44ED-802C-F6F4ECEC994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DFF10E8-AD31-4C1F-919C-1D588D531B9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B34C5CC-BFE2-4EAB-92A4-F75F435587D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6375DB5-6BAC-474C-9221-3FC0496CEF7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E9464A0-1261-4864-A792-30DEE50283D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93F8EA4-6E87-4AF6-B473-EFD62D1A820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A92A532-56E9-429A-A43E-63DFF8B7584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E602B3E-E5C1-4C13-ADEC-F40C2BBB229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AE46DD8-B3F5-4137-A8DE-E76BFF9140C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AF44669-C3D4-40A8-8419-52614ECEC350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6D916F7-D530-45EC-902C-2FD355D7050F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After meeting: complete questionnaire and summarization (to be sent by email), then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2004-12-14T17:32:27Z</dcterms:modified>
  <cp:revision>19</cp:revision>
  <dc:subject/>
  <dc:title>PowerPoint Presentation</dc:title>
</cp:coreProperties>
</file>