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0BDCFE-821F-4116-9405-A3812C6572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82EB4F-FA3B-44D5-9B75-1EF69D6643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37BEF8-EC42-4121-AB6E-BE2C9878C1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B151CA-3DF2-4811-83F8-6518302DAB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4C3A7C-149A-4499-A331-96AAF26E9C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B71D81-1F59-4BCA-8AE0-35D8B8E000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D68B99-5ED3-4CCD-9982-186D4B8D4A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685A02-7BE5-41CD-9131-4E976536D6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AC93C7-8D10-4E71-9FCC-F9CB55E1D2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998D85-5B67-4BB0-A026-C787150CA2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B81469-7D9E-4D06-B423-6BBE1C9E2D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CB36A1-B668-4501-9DF9-8FED6F4147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0E7A12-72D3-48C2-AC9D-E9D5B29A5F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C3E29A-3232-4E88-A849-127ABFE179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84C9AF-DDFF-4D2A-A310-8D19B25579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54FEF8-751E-4172-B868-56744D38B1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AD3C4A-3E33-4B62-86ED-3EDF569E27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D5A2B4-F9A2-4D94-95E9-FFA1E7A0D4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CFA242-F93C-4E47-9E6B-C0DCE17440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F3A9BF-4E8B-4B67-8A50-4880F4B000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4670A2-A77B-4B44-8B89-6D95B34951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EF948D-18AD-4296-A255-75FD61E3B7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5801DF-1D7C-489B-B6C6-5E3C86A2B2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7B88CC-3E42-4721-8E4B-80866FED17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B631B2-C334-4053-937D-6015AEBB7E0F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63FFC92-6565-4A6A-B2C4-45C17B72536D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Maarika Traat,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 the web for inspiration from similar devices.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user needs and desires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the main function of the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to send messages to the television set.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off“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present standard seems to be that besides TV functions the remotes also have functions to operate a VSR.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They do not seem to be able to handle the requirements of DVD players.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Keep it small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“must have”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Channel numbers, next/previous channel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Menu for more complicated functions (e.g. brightness)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we want to incorporate Video and DVD related functions?  - (No: last minute update on the project spec.)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2005-01-28T20:03:29Z</dcterms:modified>
  <cp:revision>11</cp:revision>
  <dc:subject/>
  <dc:title>PowerPoint Presentation</dc:title>
</cp:coreProperties>
</file>