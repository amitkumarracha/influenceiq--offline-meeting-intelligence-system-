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0D2396-C8B3-40D5-BB14-A26A5A5F95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AFF4E-8226-418B-B89A-8E7619BF8D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434A69-1AE2-431F-B8DC-F4D8DC1385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E50266-42A5-4479-BA87-1C4AC604DC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2BCB3D-BB01-4CD8-AEFE-3AEC6E622E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751620-FABF-44D1-9596-5EF12162C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4559E-A3D2-44AA-BD2F-2AC6F3974D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2EFB2C-7245-4DDF-A2C6-67AD6563A3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0AA2D-576B-4F27-857E-035D118836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5EC726-F35F-44F2-B933-19AB51A7FB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939670-3250-4C6E-AFC2-D0C7FCB537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6DAA78-1C56-4711-B725-4B44950F27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F55859-0309-402B-8CE9-8F2B0422B7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5E4B18-22F6-407A-837B-EF2391CBB2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4E6F0F-F8BE-4A64-8A2F-BCED33C461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EFEBF7-1719-4868-ADF4-E9BD9C9FAB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105F82-847E-4EE5-BABD-8E5BEDE9FB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86B949-BB4D-4B69-975F-62C36B0F76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66E0F-6B98-4F66-864D-F4D478C504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93CCD5-66EB-4383-A46D-D3C876AA13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64C226-D3C5-408D-9BB2-993C2EDD4E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FA5EFB-6CBA-421C-804F-567A94C725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77AF34-CFCF-4F18-9D65-561CD2F441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68EA18-6926-415F-BD7D-F41DE4FEDE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E949E0-7F50-4DED-B87A-971CE7EEFB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06D981-9EC6-423A-90A9-F54D04C15E2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