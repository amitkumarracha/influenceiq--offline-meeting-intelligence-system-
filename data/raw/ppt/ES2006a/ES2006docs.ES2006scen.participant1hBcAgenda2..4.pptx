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279A4-5677-4E69-915D-02C9346EC9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9AF9C0-9D6B-42AC-B6CA-7DF5DCFDCC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F3063-1562-43D8-ACB0-D96BEF4605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B8E27-0153-4D40-A75C-CF29E5447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351D23-1E7E-4047-9BFC-8BA29785D7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51924-EB1D-482F-810E-0F16BF3C21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413BE9-FCD8-4C72-8010-6E8ED0B12F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1DB51-D571-401C-8FA2-0273752B19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D02814-ED58-4A4E-8B83-A11E35A027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A6E79C-CAA2-403C-9A83-C48FEF2193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5E4676-46CE-43A6-A1D1-891BC3F84A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BCF7E-2904-4000-9ED0-4B7E5EB00A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916F53-FFC0-47BB-9518-50D782DDAD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029980-686C-4308-99DA-E36A85724D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911DF9-6ED5-43CA-9BF0-6B2EE75B1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03AA13-E835-4CDF-A5FF-1082F4B146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B740DF-FFC6-45EC-B17E-122D3D2836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B3ADF6-2E76-496F-B95E-B0C60549F7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25D4B7-5020-49C5-ADB3-4ADDF9FCE0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630855-F30F-4A15-AF68-98D2065BF5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E3CC5-2F95-4AE7-B2D4-C077A5F224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6A0DDB-2167-46E2-B4AF-0E34B29903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16F96C-FA36-4AA6-8868-1F97157AD8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4F18D0-A173-46FE-9CEA-66A8662633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564421-856E-42D2-871F-7DBCB83C5FA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56E619-3261-4123-854B-9475C5A9C3C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