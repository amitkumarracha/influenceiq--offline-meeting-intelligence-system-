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00FA66-8017-46A4-8883-28C22DB8AD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9BC182-5731-4616-877D-80E0A2BD42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C94CA4-BD6F-4C7A-BA13-184CE23046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50D4FF-E6E4-47C9-B5ED-7D5A67E1BD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1F1A13-C2D0-4C2D-B823-FAB61B3AE5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A372A7-CE98-4C10-ACA9-014AEA8971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E46B12-ECA5-4DFC-AFCF-657D88E09D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C389E7-643A-4FDE-BA63-EE41DFCF75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542F44-205F-457D-A8C5-3D6417E522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913D6C-D2C1-49D4-ADC6-30949D8A3C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D43C7A-9E71-480A-B19E-582DA94F33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40DAE-1430-48F7-96BF-6A830CBBA5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BC031B-431B-4B0D-B731-A46101C425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038FD0-E96B-4D7B-A544-FD0732C441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27C578-CC20-4CD5-8AFD-B757424A28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C9562E-D6ED-4975-B7F1-9A078F5395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536BB4-DF1C-4B46-93D1-EE8D62AC47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F43F09-4770-4337-9871-C0B81F2854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C23570-10F2-4575-B586-4DFB9B2D5C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9BE046-682E-46AE-876A-FFE19D7D3E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A0C1D5-4A27-4670-92C4-0D784C79EA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8B7442-F5E4-41F9-863C-C48CB2E7D9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1A59A0-9A41-45BD-AF5E-2F32F0340F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9B271E-0B03-4950-92FE-6DE17F6E0E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FAD437-9CFF-43EB-BC9E-8994A6BA456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B7D531-D9EB-4B93-B496-267AB509815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Maarika Traat,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 the web for inspiration from similar devices.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user needs and desires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the main function of the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to send messages to the television set.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off“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present standard seems to be that besides TV functions the remotes also have functions to operate a VSR.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They do not seem to be able to handle the requirements of DVD players.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Keep it small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“must have”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Channel numbers, next/previous channel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Menu for more complicated functions (e.g. brightness)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we want to incorporate Video and DVD related functions?  - (No: last minute update on the project spec.)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2005-01-28T18:14:15Z</dcterms:modified>
  <cp:revision>11</cp:revision>
  <dc:subject/>
  <dc:title>PowerPoint Presentation</dc:title>
</cp:coreProperties>
</file>