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embeddings/oleObject1.xlsx" ContentType="application/vnd.openxmlformats-officedocument.spreadsheetml.sheet"/>
  <Override PartName="/ppt/media/image1.wmf" ContentType="image/x-wmf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&lt;header&gt;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&lt;footer&gt;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3F88565-C156-4E68-B66C-498E49571CD1}" type="slidenum">
              <a:rPr b="0" lang="en-US" sz="1200" spc="-1" strike="noStrike">
                <a:latin typeface="Times New Roman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D56145-3873-4979-B341-E387411109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2F4B6A-7BE1-4108-9035-CAD59727DA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14385A-E9F5-4142-981E-0F7D7852F6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178223-E59A-4650-ABE2-E32CE49BC6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F60D6B-B440-4F4A-851D-125FEF6C8F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10CE19-AFD8-4E8A-BB0B-33C0E2603C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9AD1CB-827C-48AB-9C73-4C56B849BF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AEB73D-A269-4757-B630-8EFCC69AED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37A312-3C60-4BFF-9403-E6994A7FBD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65F7C0-1658-494C-865B-B67B1FB918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F7C8F6-A600-4140-8996-E4A791CDB88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502EAE-D8FC-42D1-BE8F-383247AF522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BBDDEC-C053-4C4F-A4C3-1D58F8F0E1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C1BE78-7DCD-426A-BCE6-310258D42E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D33F3C-A216-4B62-A701-AF6E5BE179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47B9DA-83B8-4C58-AC48-57467F91C5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A4AF4D-C110-495E-99D2-51395832BC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B5E807-E254-4E2A-AC88-A456F5C4E9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CB0E1F-ACBB-43ED-8009-E75927B2B8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9B567B-FC2D-4CDD-9788-2D42FB8ECC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39C59B-0EFA-4181-BAC1-7B1D98322E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3A68C4-1957-4105-9A06-546089E804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C084C7-1870-4DBE-AE35-20AA42B426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F7455C-D9AD-4FC9-BDB1-F8AE4B75BF6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A4ED5A-FF70-4C5B-8F1C-C21E63B1522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7AC386-8487-47BD-8B79-5F86BA4DF01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Cat,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Usability lab observed remote control use amongst 100 subjects, who then filled in a questionnaire. They investigated: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What the users think about the look and feel of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biggest frustrations of using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and LCD screens in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Users dislike the look and feel of current remote controls.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434520" y="4359240"/>
            <a:ext cx="796068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The graph shows that the most predominant uses of the remote is for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Chanel Selection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Teletext (including flipping pages)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Volume Control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96920" y="21272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7080" y="213372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765080" y="148428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844360" y="213372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14180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077800" y="2060640"/>
            <a:ext cx="5342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1.5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2908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6" name=""/>
          <p:cNvGraphicFramePr/>
          <p:nvPr/>
        </p:nvGraphicFramePr>
        <p:xfrm>
          <a:off x="214200" y="-747720"/>
          <a:ext cx="8929800" cy="6703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17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14200" y="-747720"/>
                    <a:ext cx="8929800" cy="6703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Frustrations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Tahoma"/>
              </a:rPr>
              <a:t>Voice Recognition?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68360" y="1581120"/>
            <a:ext cx="8207280" cy="449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Sophisticated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Minimalist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Locator (clap and then it beeps?)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2005-01-28T18:04:00Z</dcterms:modified>
  <cp:revision>13</cp:revision>
  <dc:subject/>
  <dc:title>PowerPoint Presentation</dc:title>
</cp:coreProperties>
</file>