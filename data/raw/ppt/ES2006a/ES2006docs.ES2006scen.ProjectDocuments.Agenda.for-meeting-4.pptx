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99218A-0349-47D1-9369-D582CD6436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8EAA56-B7C9-41EB-972E-B1616B012F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DC96ED-B040-4C0C-B541-2DEE2F87AE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005407-E0BF-473B-A09C-D32A7030E3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EBA404-4C40-431A-8C67-225FA1B33C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D81319-6ECD-4971-87FB-D6A4F97ED4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F109C0-AB07-4B25-BCA0-1A0B2B3899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B497D8-6186-4B1B-AAEE-E5D0F8AA13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C8F8E0-F467-4C88-B2DF-180CAC7D70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6E286C-E7B6-4227-BA6A-E08C921AE4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75F310-ABC9-4971-9496-14CACBC13AC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6B90B1-8C43-4999-95D3-E05F0533B10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ACA996-CE40-4DD3-ABAF-9629740523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8EA26E-C166-4AD6-87A4-6FDDCECD2B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050AAA-7660-45AE-A7C4-BED2CF73E2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FA6EDB-27B3-47D6-975D-E62A97D98BA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9B1EA2-4A35-45FF-8042-DEA4BC3AD41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086B70-5B10-4261-82F0-B201E21637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33AA89-8EF7-437C-9BC2-16A94D09BF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D4BF44-4981-482B-AC7A-24649824DC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EB1550-24C2-4893-9111-5FE436FBFD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706867-601F-4A63-B44B-8D21B19391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2D0D58-FD2F-4D23-AE52-41DD248E944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436345-981D-420E-8527-E5E2BD33560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D6C22A6-D4B1-4CAC-A91D-554A030B00A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8C83965-63F9-4EA4-BAE6-1CB08207C2F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Jen, Cat, Maarika, Gaurav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2005-01-28T20:47:42Z</dcterms:modified>
  <cp:revision>21</cp:revision>
  <dc:subject/>
  <dc:title>PowerPoint Presentation</dc:title>
</cp:coreProperties>
</file>