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wmf" ContentType="image/x-wmf"/>
  <Override PartName="/ppt/media/image2.png" ContentType="image/png"/>
  <Override PartName="/ppt/media/image3.wmf" ContentType="image/x-wmf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B9E1CF-1234-4E53-8A41-24C857191B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293744-5C55-4895-AECD-3F387D469C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809E73-D496-4B34-9DB7-43FD5F48D6B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DCB118-34DB-4410-A356-18D80D591CF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758433-952A-43A6-A6F3-F3E4D3301A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07D317-8610-4F76-90D3-DDE66A679B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D3460E-50DC-48B1-A1DD-19A1A7B601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B4D92A-1D89-4E21-B88B-0E127DBCE2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B47DB4-93F1-4760-A3A7-69AD716356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84CDE6-4900-456B-8168-7B524342C1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AE562E-BC55-475D-AF69-EDBBC85E4AD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D13536-D982-4AB2-B476-0EE346773C0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A75FD8-A64A-4B8A-94DA-6481DE0512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919891-DB35-465F-BF1C-7B2C547B2A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107F78-8185-4047-B4BC-E4DEE160C6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958C6D-3FD4-4BA2-967E-A19CC8D3EA7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138F43-52AC-4DBB-A7B0-E432E82FDAD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015091-B4F0-4B16-967E-F0877EF610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12339E-4477-4F94-B862-B561ACC503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1C259A-1EF3-4BC2-A670-23DAB8564F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35E9D3-010A-4057-A636-049B964032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E75A95-CB7A-4BC2-B280-87CA10E9D7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2F79B7-EA2D-47EA-B5AE-A1DE10A3960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D94D74-73EE-43FB-B2D8-00AAA8FC539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635297C-FD7A-4E83-9417-BC011AE9778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4850190-7DE6-48C7-85BD-93C66D62DEA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image" Target="../media/image4.wmf"/><Relationship Id="rId3" Type="http://schemas.openxmlformats.org/officeDocument/2006/relationships/image" Target="../media/image5.wmf"/><Relationship Id="rId4" Type="http://schemas.openxmlformats.org/officeDocument/2006/relationships/image" Target="../media/image6.wmf"/><Relationship Id="rId5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Searching the internet to come up with MARKET TRENDS – what users preferences will be in the near future.</a:t>
            </a: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5568840" y="1341360"/>
            <a:ext cx="2691000" cy="3311640"/>
          </a:xfrm>
          <a:prstGeom prst="rect">
            <a:avLst/>
          </a:prstGeom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468360" y="4943520"/>
            <a:ext cx="8218440" cy="36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Remote Control Market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most important aspect for remote controls is a fancy look-and-feel.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second most important aspect is that a remote control should be technologically innovative.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third most important aspect is that the remote control should be easy-to-use.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Fashion 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362800" cy="204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just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Fruit and Vegetables will provide inspiration and be an important feature for clothes, shoes and furniture.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Material will be spongy.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755640" y="3645000"/>
            <a:ext cx="2146320" cy="2185920"/>
          </a:xfrm>
          <a:prstGeom prst="rect">
            <a:avLst/>
          </a:prstGeom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2"/>
          <a:stretch/>
        </p:blipFill>
        <p:spPr>
          <a:xfrm>
            <a:off x="6732720" y="2637000"/>
            <a:ext cx="1782720" cy="181116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3"/>
          <a:stretch/>
        </p:blipFill>
        <p:spPr>
          <a:xfrm>
            <a:off x="3635280" y="3645000"/>
            <a:ext cx="2592360" cy="2128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4"/>
          <a:stretch/>
        </p:blipFill>
        <p:spPr>
          <a:xfrm>
            <a:off x="7020000" y="4724280"/>
            <a:ext cx="1303200" cy="113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91520" cy="197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Combine style with a level of functionality.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Beauty with practicality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 thing of beauty AND function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3492360" y="3789360"/>
            <a:ext cx="2159280" cy="204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2005-01-28T20:22:36Z</dcterms:modified>
  <cp:revision>8</cp:revision>
  <dc:subject/>
  <dc:title>PowerPoint Presentation</dc:title>
</cp:coreProperties>
</file>