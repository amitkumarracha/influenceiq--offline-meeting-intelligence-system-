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E53B69-3717-4BAD-97F5-8519165E28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6790B-923A-4836-9C89-51036BA2E6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B1457-E7BD-4790-8294-16BBFF7A91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36ED5-1438-4D3F-8BFE-D7E51AF273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1A12E9-508E-45E0-8C70-4822CB9363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B45E4-1095-4184-9045-7CE8B07369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8D34B1-9380-4A1C-B6D1-B9074228B0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3279B0-BA26-4C35-BAF2-D2ECF45C73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3C412-02AD-4D72-ACA7-16DA1D1E2B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9DDB00-EF97-49CD-954B-0FF324C6E2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AE3795-FB88-4924-82B5-A5E1C51CCF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05243C-2B3E-491C-833F-148FB5F3CD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0B4302-86A2-414A-BF50-4C8142963E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0A23C1-5BB1-4C1D-8A16-744443FE2A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C1C52E-61B3-446A-AE16-4958D8D5A4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B1D16-9CA5-4F40-8FE5-5C7D348824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6C3BE1-994F-4D65-A7AB-28715D985A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A495A-526B-4CF1-9434-02053D7979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310B08-D37D-470F-8696-9F47D5FDED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3C218F-53A7-433A-970A-E134827031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4039E6-36E1-48A0-A0A8-8118FAD005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3CDCAF-36F2-4C88-8383-886734154D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DD727D-93A3-450A-83CB-0435BA3DB9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EEE6B0-307C-4A31-8271-FC59E245DA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2308A8-BCD1-49DE-A94F-67A5D5E24FC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216557-18FD-40AD-90BD-CB16ABF215A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5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2005-01-28T21:26:17Z</dcterms:modified>
  <cp:revision>14</cp:revision>
  <dc:subject/>
  <dc:title>PowerPoint Presentation</dc:title>
</cp:coreProperties>
</file>