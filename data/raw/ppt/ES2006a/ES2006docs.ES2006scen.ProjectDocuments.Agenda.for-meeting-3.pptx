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724CD-68B3-44E0-A8D0-C96D7E170F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541228-3163-4816-A4D7-DE9AD17189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CFEC3F-8B20-49A2-9278-887E5188AB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275491-16AB-4845-AE71-D275FECE4E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93CD6-8395-4E3D-9CB0-F34D2FF21A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2F7ACE-A7DF-4A15-B9C7-8C250CF762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EEE91A-8070-4D90-AB1B-D0DE42D19B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193AD-0F86-4A29-8AF6-70B2AF6699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248CC-4C01-408B-82B0-73A180C3DB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BE6EF5-56BA-4B97-8BC4-239C98AF6B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55A26B-06F8-41AC-B29B-85D4890C2C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CCC0A-A136-442C-BFF1-065FE90A92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FAF8C3-9FF9-4517-9922-EB44DC7F77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F3812-7472-42BF-8194-66EDD220B7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6471F7-6E69-4FCF-8867-8BD330777E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324E45-956C-417C-9C43-C42144E95A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1207CC-B72D-4A9F-8AFD-19FD21A1D6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F4AFA8-340C-4A73-B8A4-6174A764C8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945161-B87D-4F0F-BC84-F38CA9D748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2B1EBE-9FD8-4589-932A-E0E24FA8F1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83C427-BBF8-4F8D-977B-25F27F6158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7637B8-BDD1-4A6E-BEC4-C0162623C2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F51835-FDA2-42B1-A9BB-2C3414E425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9EA1BD-CFAE-4CA9-BA15-43D28A8DFE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E5FC7A-DD9C-4CDC-89A9-68A77F0AC2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6DFB37-2930-4A1B-AAAF-E2AE8B1DB0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2005-01-28T19:26:51Z</dcterms:modified>
  <cp:revision>20</cp:revision>
  <dc:subject/>
  <dc:title>PowerPoint Presentation</dc:title>
</cp:coreProperties>
</file>