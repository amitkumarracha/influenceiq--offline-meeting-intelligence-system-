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media/image1.wmf" ContentType="image/x-wmf"/>
  <Override PartName="/ppt/media/image2.png" ContentType="image/png"/>
  <Override PartName="/ppt/media/image3.wmf" ContentType="image/x-wmf"/>
  <Override PartName="/ppt/media/image4.wmf" ContentType="image/x-wmf"/>
  <Override PartName="/ppt/media/image5.wmf" ContentType="image/x-wmf"/>
  <Override PartName="/ppt/media/image6.wmf" ContentType="image/x-wmf"/>
  <Override PartName="/ppt/media/image7.wmf" ContentType="image/x-wmf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D6AF359-376B-4126-B594-63A23EBEF37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00C562A-15C3-48F7-8171-25F456827DD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C87CC24-73D0-4099-9226-089A2337B763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BED693A-9460-4B92-8BEE-D72B40C5B89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DB8F25D-34DF-48CA-9165-5E21607CEF6F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69380D2-DAAF-47B2-9035-8721DA604399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932EBDB-3A4B-408F-A9C2-59C7463D7FA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067CB51-2D42-4101-82D8-3360CBA2D17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509C298-060F-4017-BBA2-86FC14F7CCC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A786A1-67D4-409C-B7A7-9DE293371188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E413645-9830-4128-906E-5B6F33409985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93DB65-B423-4567-80C0-764829542C3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586DBC-2B21-4098-8D9B-BAC1D63D3CC3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A56A7FD-F46D-4C4C-922A-CF30EEB4DAA7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AC310E-338B-461D-87AB-9EEF05D6971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F7CF39C-879E-45AA-9895-19175F704FB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A90F2A5-10D1-45F3-B176-29748974D47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9530E99-B804-421D-9B37-CB944AAD02B5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97CD9A51-00BF-4159-BE18-2D1415BBE9E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CE0C837-D7D6-4564-8F2B-01F933CB62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B687175-4647-4515-8CBE-85410DF8C1DE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E6409C-DDF3-4A6C-A9A2-A3B25E5DA391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F259C5A6-E825-44F7-93AE-641C00B9CEF3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D689B36-EAA2-4990-8602-FC61416E7454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43C353E6-1E28-4C7B-8BFF-CE22A41DC5C7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181975F-3BB4-4AC8-9A36-027BD78A1B34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.wmf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8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3.wmf"/><Relationship Id="rId2" Type="http://schemas.openxmlformats.org/officeDocument/2006/relationships/image" Target="../media/image4.wmf"/><Relationship Id="rId3" Type="http://schemas.openxmlformats.org/officeDocument/2006/relationships/image" Target="../media/image5.wmf"/><Relationship Id="rId4" Type="http://schemas.openxmlformats.org/officeDocument/2006/relationships/image" Target="../media/image6.wmf"/><Relationship Id="rId5" Type="http://schemas.openxmlformats.org/officeDocument/2006/relationships/slideLayout" Target="../slideLayouts/slideLayout8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wmf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Trend Watching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Presented by: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Marketing Expert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br>
              <a:rPr sz="4400"/>
            </a:b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3848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Searching the internet to come up with MARKET TRENDS – what users preferences will be in the near future.</a:t>
            </a:r>
            <a:br>
              <a:rPr sz="2800"/>
            </a:b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98" name="" descr=""/>
          <p:cNvPicPr/>
          <p:nvPr/>
        </p:nvPicPr>
        <p:blipFill>
          <a:blip r:embed="rId1"/>
          <a:stretch/>
        </p:blipFill>
        <p:spPr>
          <a:xfrm>
            <a:off x="5568840" y="1341360"/>
            <a:ext cx="2691000" cy="3311640"/>
          </a:xfrm>
          <a:prstGeom prst="rect">
            <a:avLst/>
          </a:prstGeom>
          <a:ln w="0">
            <a:noFill/>
          </a:ln>
        </p:spPr>
      </p:pic>
      <p:pic>
        <p:nvPicPr>
          <p:cNvPr id="99" name="" descr=""/>
          <p:cNvPicPr/>
          <p:nvPr/>
        </p:nvPicPr>
        <p:blipFill>
          <a:blip r:embed="rId2"/>
          <a:stretch/>
        </p:blipFill>
        <p:spPr>
          <a:xfrm>
            <a:off x="468360" y="4943520"/>
            <a:ext cx="8218440" cy="361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Remote Control Market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 fontScale="98000"/>
          </a:bodyPr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most important aspect for remote controls is a fancy look-and-feel.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second most important aspect is that a remote control should be technologically innovative.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The third most important aspect is that the remote control should be easy-to-use.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4400" spc="-1" strike="noStrike">
                <a:solidFill>
                  <a:srgbClr val="ffffff"/>
                </a:solidFill>
                <a:latin typeface="Tahoma"/>
              </a:rPr>
              <a:t>Fashion Trends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362800" cy="20448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Fruit and Vegetables will provide inspiration and be an important feature for clothes, shoes and furniture.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 algn="just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Material will be spongy.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04" name="" descr=""/>
          <p:cNvPicPr/>
          <p:nvPr/>
        </p:nvPicPr>
        <p:blipFill>
          <a:blip r:embed="rId1"/>
          <a:stretch/>
        </p:blipFill>
        <p:spPr>
          <a:xfrm>
            <a:off x="755640" y="3645000"/>
            <a:ext cx="2146320" cy="2185920"/>
          </a:xfrm>
          <a:prstGeom prst="rect">
            <a:avLst/>
          </a:prstGeom>
          <a:ln w="0">
            <a:noFill/>
          </a:ln>
        </p:spPr>
      </p:pic>
      <p:pic>
        <p:nvPicPr>
          <p:cNvPr id="105" name="" descr=""/>
          <p:cNvPicPr/>
          <p:nvPr/>
        </p:nvPicPr>
        <p:blipFill>
          <a:blip r:embed="rId2"/>
          <a:stretch/>
        </p:blipFill>
        <p:spPr>
          <a:xfrm>
            <a:off x="6732720" y="2637000"/>
            <a:ext cx="1782720" cy="1811160"/>
          </a:xfrm>
          <a:prstGeom prst="rect">
            <a:avLst/>
          </a:prstGeom>
          <a:ln w="0">
            <a:noFill/>
          </a:ln>
        </p:spPr>
      </p:pic>
      <p:pic>
        <p:nvPicPr>
          <p:cNvPr id="106" name="" descr=""/>
          <p:cNvPicPr/>
          <p:nvPr/>
        </p:nvPicPr>
        <p:blipFill>
          <a:blip r:embed="rId3"/>
          <a:stretch/>
        </p:blipFill>
        <p:spPr>
          <a:xfrm>
            <a:off x="3635280" y="3645000"/>
            <a:ext cx="2592360" cy="2128680"/>
          </a:xfrm>
          <a:prstGeom prst="rect">
            <a:avLst/>
          </a:prstGeom>
          <a:ln w="0">
            <a:noFill/>
          </a:ln>
        </p:spPr>
      </p:pic>
      <p:pic>
        <p:nvPicPr>
          <p:cNvPr id="107" name="" descr=""/>
          <p:cNvPicPr/>
          <p:nvPr/>
        </p:nvPicPr>
        <p:blipFill>
          <a:blip r:embed="rId4"/>
          <a:stretch/>
        </p:blipFill>
        <p:spPr>
          <a:xfrm>
            <a:off x="7020000" y="4724280"/>
            <a:ext cx="1303200" cy="11383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9" name="PlaceHolder 2"/>
          <p:cNvSpPr>
            <a:spLocks noGrp="1"/>
          </p:cNvSpPr>
          <p:nvPr>
            <p:ph/>
          </p:nvPr>
        </p:nvSpPr>
        <p:spPr>
          <a:xfrm>
            <a:off x="457200" y="1599840"/>
            <a:ext cx="8291520" cy="19731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Combine style with a level of functionality.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Beauty with practicality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2800" spc="-1" strike="noStrike">
                <a:solidFill>
                  <a:srgbClr val="ffffff"/>
                </a:solidFill>
                <a:latin typeface="Tahoma"/>
              </a:rPr>
              <a:t>A thing of beauty AND function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  <p:pic>
        <p:nvPicPr>
          <p:cNvPr id="110" name="" descr=""/>
          <p:cNvPicPr/>
          <p:nvPr/>
        </p:nvPicPr>
        <p:blipFill>
          <a:blip r:embed="rId1"/>
          <a:stretch/>
        </p:blipFill>
        <p:spPr>
          <a:xfrm>
            <a:off x="3492360" y="3789360"/>
            <a:ext cx="2159280" cy="204012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2005-01-28T19:45:55Z</dcterms:modified>
  <cp:revision>8</cp:revision>
  <dc:subject/>
  <dc:title>PowerPoint Presentation</dc:title>
</cp:coreProperties>
</file>