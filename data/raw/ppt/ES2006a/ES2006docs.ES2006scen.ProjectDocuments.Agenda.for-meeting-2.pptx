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8E3CBB-FF7D-404B-A65F-B1F7598D52C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BA9089-D0EB-4028-A9CF-A93DCAA74F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F86994-D98F-4D36-B31B-29EB2EC3E0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E8C696-E8A2-4C06-9D42-74ABE0257CC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67F978-BF51-4FD6-939C-B097F47AA8B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77CAEB-2D34-4961-91D6-9EA6A96AF2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CA92F1-6A82-4E81-9683-9DE9FD6D20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FBC41D-7881-463F-BEA7-7AD838BF8A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E6C739-DF95-46FD-896C-16DECECB4BA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E88CBB-4E94-4517-98DC-F3588EB5FC2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EB64A0-ADF3-46F8-A047-40A5ED841E0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1A900D-279C-45CE-8055-9531DC6365F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B91DF9-653D-4045-8E02-92A87DB684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442863-71A6-4F8E-9199-7B41F04163B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AD6828-7D5A-4F9E-8F2B-EDAEE3D80B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9F8209-40DB-4A3F-8D9F-89E01FC36D6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D4183B-1742-440B-BC88-8C49C6259F8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16AF43-571E-4891-8498-40371163DBF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539D34-6DCA-44AE-909B-4C0D57FE8C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E7A1F2-9FAE-417B-9B6E-523390834E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F4AEC3-6312-4989-BE8A-C92FCEA3BC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F4C856-7804-47D0-805E-B47A69F2965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00B8B8-66BF-4A58-8D73-862A34A32F4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055153-1EC7-4B10-BBEE-DB90A4C9CEC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E3271CC-4A59-4A75-98FD-46EE7238B08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0ACC558-772D-468D-870A-98FB23158E0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Jen,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2005-01-28T17:20:40Z</dcterms:modified>
  <cp:revision>20</cp:revision>
  <dc:subject/>
  <dc:title>PowerPoint Presentation</dc:title>
</cp:coreProperties>
</file>