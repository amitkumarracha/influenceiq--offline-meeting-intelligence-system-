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3D5658-19D2-467A-9735-280E39F938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29637B-B7F4-489D-AA82-35944AF27B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AC254A-C4B0-4FDB-853F-DBCE361B56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073ECF-4D10-43C2-AE2D-A8CEEA0A48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9A12FE-C7BB-45CC-B61F-0154061853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A7B754-91E7-4136-A54F-5D92441C1E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CD69F5-2B46-4D59-9B69-3FAC4FE281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9382DE-372F-4A86-9437-4733C94526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2C2284-10B5-4EBC-9639-49A1C1249A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6A644D-B0A0-40F4-9274-90E006FBB1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11DBF3-BA95-4533-B292-80C610D08D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C6E429-8A5B-49A6-BB3F-30593CFD677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5A0632-D024-46B9-A40D-5ABC6FC4C1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C0FA24-452C-479A-B65E-1682E08C4C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BE4036-372B-4D06-9A56-E40DAF7200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7C437C-0379-473B-8D2A-21BFE88D82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814536-2E5C-48A2-8D3C-6908BAC210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E09843-D18A-418A-A8E6-625E656ABF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DB5470-2B7E-4D99-9BF7-17971E92E1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D64341-1A6A-4701-8D8A-659F750F8C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B453A9-4EAA-498B-B45B-38F4E93B1F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269A95-A69B-4D3A-A532-3679573933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7BBDCB-96D4-438A-9BEC-BD8966AF4C2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8DF5BD-DBB1-4338-898C-103D3C50015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7B718D3-BBAE-4FE6-9264-A106F8AFE24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55C6D34-8CBF-49F3-95E9-EDE1BC5A872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2004-09-07T15:40:06Z</dcterms:modified>
  <cp:revision>10</cp:revision>
  <dc:subject/>
  <dc:title>PowerPoint Presentation</dc:title>
</cp:coreProperties>
</file>