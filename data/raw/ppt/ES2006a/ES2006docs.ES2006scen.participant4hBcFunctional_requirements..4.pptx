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735744-A067-4F7D-B31E-782DE02347F4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5E8F71-E1D6-40C1-BEB4-2D3F61E62B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AA7B9-8B90-4970-B268-ECCB20CD2E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789CD-7EDD-4A4E-8FB2-07D4FFAFE3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07171-0B1C-4610-918B-ACF0D56769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336B26-53AD-42F9-B246-267EDA7793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5C72F6-7F59-4019-8098-0155BD0EFE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81301-044C-4A0A-904C-F326ECC9D2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902A4-8CBB-4146-943A-E32E85C61C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6C73A-D9C7-4F70-8E97-3884BFB4DB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A66AD-5C9B-4C6B-9EB3-22F57C7CB6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A97C8-D16C-4169-AF67-2E4CBD800F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ABCD94-F61C-4A55-BDBA-A88267A9C1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D265A2-5FDF-4CF0-820D-05B16E65CE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38C082-BC6A-4B80-AA20-731B9BD52C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AA95BE-7E8F-439E-A03D-D97C49BB72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679D5-FFE7-4EE2-BA9A-62422E1194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BA358-053F-4EC1-AE73-E2176EE56A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D2E91D-C757-471E-B34B-ACD57E728F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88892-E6CF-4403-A014-AE8C36E586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70A95F-0036-42BB-A188-73D8F53EBA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4B5D0F-33F1-4CFD-9F17-66E03CF6E0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3212F0-DA51-4EA7-8165-9B771E613A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711D6F-0923-43A6-B093-9429119338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26D8FF-B49C-495F-8C7A-DF8A2E455B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124E95-D9D7-4819-890B-E68A8648C6F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FB5A31-F7DF-465D-996E-BBBD506E591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2005-01-28T18:03:23Z</dcterms:modified>
  <cp:revision>13</cp:revision>
  <dc:subject/>
  <dc:title>PowerPoint Presentation</dc:title>
</cp:coreProperties>
</file>