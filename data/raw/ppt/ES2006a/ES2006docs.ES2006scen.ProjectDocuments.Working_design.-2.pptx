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4FCFA6-24F2-43BD-B29F-9F1DDEA25D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883EFB-BA04-4A0B-8037-507D5BBA8A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CAD99F-5D80-4ED1-AC53-284B4D4FD6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F882B0-5293-4EAA-80BB-B10B21393D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C3E54-5EF5-4617-894C-2A9AB4E45C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9805D-CE06-43DC-99F4-289F79283A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AB65D-991E-42D4-98E6-872BE0D292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C08E6B-D7C4-480A-B7B3-8C773E8C64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A3DE5-B2A7-4205-B02F-81FC767CF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75C106-A627-4986-9EEB-282AF64676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0CFEF-849F-4B28-9DCF-DB920F1E74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28840E-BFF1-485A-B1B0-1B7D70AA84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0DD39D-1656-4E8A-AB2F-133237A383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263E78-DFC0-44C6-B1E1-A93B410E27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AAE77-9330-4D9D-A028-0D8289986A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D21FB9-E1CA-41C1-A929-4467D479A0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FE2788-66E2-4BB1-BB65-F33ED26D3E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420701-CE6F-4437-8379-D42F6EF0C4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DF32CF-9B85-454E-B617-0A13EDE666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46BD93-2F36-443E-ADC3-2149596E41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696EB-3B58-4AAC-9F9B-A2497ADC09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DCD9F5-F1B7-4DC5-8EB1-EA18BF21A5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E3C226-9D4F-4F52-A10C-63B3DB36BC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5B6685-B37E-45D4-A67A-134EB2F685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6BCFE5-3248-4AFD-8E9A-756C19EFC4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6D5FC7-5E55-4C72-AB55-DF9EA06F453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