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B2B982-5690-4DA9-8488-2F6CD744B621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B86E28-8EDC-445E-825F-BF649770E4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7487F2-5BAE-40AA-8AA5-0D4ADF7275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EBEDE0-CB24-4491-A4C5-A776667B3F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5E9F47-FE83-4EC2-9CEC-609C95019C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2CBAD-2E79-4A16-B3D6-DC6933859F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A0533-5DF2-4CC9-A504-606A96136C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C12819-128C-431F-8C9F-B095F5653E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74DC1F-BD11-4506-A501-26D1C29FD2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C7A6E1-54D5-4841-973D-28198FE397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B064D-0575-4175-976B-6BB021DA18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92E42-57E1-46AE-8E02-7E80E24E28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818FF3-F616-4E1C-9E06-7D5C3EA9AC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43CA19-79CA-4DAB-94CA-BC2F74D806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1ACA1D-37CF-4F60-9435-5FD0864C22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F14B17-01D8-4D8F-82A7-91A7F653BE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BE5726-F2DB-446F-921E-7027F12094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853D6B-7BF2-40F5-8A0A-0731F7E975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F14B69-16E7-4DBE-9401-E4DC6308A2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3E2FED-A440-4061-BACB-DDEFCCE452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82A7B1-C4A2-420E-9E9A-B31F9F39A7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8C88DF-AFE1-4942-A791-59600E86E5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28649D-153F-4F78-B3B6-B77861D938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7F04BE-BB37-4E72-8A49-57A9458C8D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511B16-3C3E-4A16-A71C-88CA2583B4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0D6ED5-960B-4A9F-B0B4-7CC74BE4D1D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2B1DBA-249E-411E-A700-5F729EFD98C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