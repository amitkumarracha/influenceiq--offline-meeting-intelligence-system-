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0527F-6A3A-491F-AFB1-049EDE8DBE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ECC5D6-0F19-49E7-AF99-E043512F86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823923-D65D-4AEB-88E6-C9C124E79E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3DD98-F11E-41A7-A7DB-3392FE53D3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BEB9C3-8E9A-49BD-9133-5E6F40942B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C9544F-21ED-47ED-B3CD-D8A5AD94C6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AA3880-DDC5-4D52-B3A4-743F4FA366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38E5AF-4713-4A49-91BE-7E36577A06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52963-0109-4430-A558-050902AED7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C500D6-0FD1-4772-8169-36981D658C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E399EB-7EF7-4D88-858F-CAF1D93260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5C3E8A-1D8E-46EF-8474-8DACB8634F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197D57-45F7-4B46-804A-626F84DF12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029EF8-18B9-4345-A225-8A8DF667DF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9319F5-F306-4AB8-84CD-A1C952E69E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BD6210-2E06-4ED8-A24E-53C31278B4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D0E2D6-3A2D-4542-8097-3B7134F43F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50AE40-5BFB-4ECA-93ED-31F394EF22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FBCE18-5C38-416B-8B8B-E87A2765BB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4D550-0909-4A54-BE5F-14D003D61D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140323-AB66-4523-832A-783A9AFEC6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368CD8-F8C4-4CA5-92C8-39F7F6ACF8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AE5D97-1F05-42D0-9D35-0B8B009DD0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ED5745-3923-4FC6-B852-7DE8A4F747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A5950C-A35E-4377-B74A-5F5B2CF420F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1266E1-81C5-489E-8CBE-8D646C0B114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3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2005-01-28T21:04:23Z</dcterms:modified>
  <cp:revision>12</cp:revision>
  <dc:subject/>
  <dc:title>PowerPoint Presentation</dc:title>
</cp:coreProperties>
</file>