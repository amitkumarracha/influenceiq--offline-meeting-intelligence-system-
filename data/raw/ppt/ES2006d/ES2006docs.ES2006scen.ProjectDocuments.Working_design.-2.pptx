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A7859-4422-4F7C-8882-D81E139E2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0750C8-AF27-4A45-94FB-7912112AD0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E096F7-A710-463A-A957-78DD2E29E2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519D4-FA96-4B4A-BDD4-89B2BA1A33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89595-A82F-4DCC-95AC-FA1F69741F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EA5ACC-3199-49F2-87E5-082471642B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F3DE3-FE24-45AA-BAA1-0D92AEBB40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CD057-E51C-42E5-AD9B-D364216D07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4B411-9F5A-4BB8-B681-081CF9BDC2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8E3F21-D7C7-4F54-B51F-FA54C6892D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63034-8C2A-4C37-BFDC-8BD3F076D9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0246C-563C-4E60-AF78-9AC9F1412A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9EB13-C454-4054-BCE7-F4B5D76496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455C5B-3F2D-41C0-BF5C-2A3A23E121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AB77FE-D290-4546-9FCA-E1A164A836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A5F1C-EC22-444A-BF98-D5D6D7FBEF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2000C-E505-4359-B412-BA3D12A8C3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DEEF07-ADC3-485F-8979-C55239E634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DB9D73-A9F1-4022-8E6F-D806B1D2D8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822500-96EC-4CD2-8755-FAABB7ECA6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9CFE65-6AC9-4CB0-A249-909C5CC44D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A5BEBB-33C5-4E6C-98DB-B56CD2949F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5CD7A-E477-4030-85F4-EFD10532DF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659E85-7AA4-4F97-8E60-0A18268473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736888-D9FF-412E-A14F-29FB242AFE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0C51DC-6A1C-4FE0-B516-BC2E164EA2E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