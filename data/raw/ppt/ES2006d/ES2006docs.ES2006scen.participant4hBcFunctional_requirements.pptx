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1EB487-1631-48C6-BA03-ED5E2EF2829B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5F905-93F3-41CF-AF67-70CD35AB33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08F1ED-405F-42E5-B7E1-B67536B8E1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3E74D9-0193-482B-A7E9-C4B67EAEF4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FCF42-B858-44EA-AE59-1B51CC03E6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BA4EAC-E419-4355-8E0A-EC12665120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96CFB-00E4-4746-BBD7-AE2F16AE8D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C760D8-0454-405F-93CC-852ACFFC4A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488DA7-18C5-4CED-998F-9C63499C2F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0D347B-EC76-408F-B266-B34F25626F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FD01F1-ACB5-4D81-91EB-2FD0C2416A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FFA3E5-EDE2-4E25-AF97-BB507AE409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380326-91AF-4178-973A-F411924908D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AA7147-6D33-4E4C-B516-2A174A054A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63F19B-52E3-42C7-A11C-1D3DBE0165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574959-9B82-4F2A-B369-6ECDD356B7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31C954-F5C3-4AD4-A4ED-E6A201952F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70CE1F-A545-48CA-B7B0-06BF1A430C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D6BD23-18D2-4D28-86F7-A86643E64A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AB5021-09F7-443C-A894-9C56058EC0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07B483-6350-4DA9-8E78-440F70FAA8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FB04E-A5F7-462C-9A6B-FEA9365507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853894-4080-467D-91C7-1A2243ADFD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DAE6B2-9BB6-4BE5-AE27-65CF717D1C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145F49-7E54-4341-B062-B1A92E7FCB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F4400D-DA50-4B50-914C-2940BC85EE2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14D574-6947-4591-8F9C-4258FF171B8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2005-01-28T18:04:00Z</dcterms:modified>
  <cp:revision>13</cp:revision>
  <dc:subject/>
  <dc:title>PowerPoint Presentation</dc:title>
</cp:coreProperties>
</file>