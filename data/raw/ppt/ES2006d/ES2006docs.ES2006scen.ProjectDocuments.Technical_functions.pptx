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7BFFE-9565-4F03-BA4A-39A66B9F48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BF15B0-29F9-4666-8311-0EF891B7FF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35526C-EF1A-40A0-8CC9-BB6EE5774F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E48713-BC8F-4783-9671-1B0BE0C04B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902990-75D7-4970-8697-4533A4EEF4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FC7107-8A55-4F0C-ADB9-E52AFE89D3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D08335-902C-485F-8CE8-EEF25CAC10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95B3D3-F0F0-4D86-A74C-6B88375392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855843-F729-45F8-91F4-E6E029EFC9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D34855-EA6E-444C-9D9B-F38FA4A01F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60C688-F6FD-4A25-8881-1BE328DE9C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7105A3-B712-46E2-BDA9-D1A24AB04D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E26745-765A-45FD-92A9-2BA8B8AC8B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ABCEE-5C5A-45AC-8334-AE64B65F1B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6B66B5-67EB-46B6-A3C8-FA6B904DD0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35D12E-9752-49B3-84CE-CBAE10D80E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41FD29-681F-49F4-9F55-268FF08222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C1FFC5-5682-483A-8D0F-9EC0900DFE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E0902C-B32B-4C25-871D-6DF38857A0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DB7E3C-A891-40CA-864E-AE3E029D2D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63C7A6-AF97-45A3-83D3-A713BEE97C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1B582F-5D67-4433-B0E0-4B18506866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67B72C-0D51-4108-B466-D7F2283C8E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D092A2-2266-4277-BD2B-0C58A69D4F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9E6011-3A6C-4374-AEF2-C4140B3D30E1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EEED4C-3ADF-488B-80B0-4324A989525B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2005-01-28T20:03:29Z</dcterms:modified>
  <cp:revision>11</cp:revision>
  <dc:subject/>
  <dc:title>PowerPoint Presentation</dc:title>
</cp:coreProperties>
</file>