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515329-5094-4920-905A-267C0432F2F1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E18276-1261-4703-880E-0C8F150670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0A33DD-3FBB-4AC6-AB48-64593614EB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F2D270-B2AB-4AD6-815A-2B5A908AAE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48F937-9068-48A8-96CA-BFABA88122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49F654-CE2E-4F62-80E2-65429C3BB4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8CEEA7-1175-4248-8170-BA6E301846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711AA9-B3F6-4F91-AFED-0868E8A369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40F6E7-265A-4412-9023-85D2AA162A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59EA0B-3A79-4E7D-AD91-00C8F3DF08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F258B3-9082-45CA-BBBA-6D0439E82E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00394-C5A5-48F7-8513-A1A5F35022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63A8C0-C099-427A-A572-140F63A289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4AD46D-7741-4E33-80C1-95DDE0B35A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CF4E6F-B1AC-46CD-A27C-D84765D0F2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BC15C2-CA4A-40F8-A427-49E4653728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D570D4-A4C2-4C16-8605-6E9B497575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29A746-B483-4622-B548-8DED4C92A7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007D5B-6D60-4CD3-8452-2E393F9023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61DAA0-4391-4E45-B610-EFC02C4136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F08449-AB3C-4735-962D-D5AFBDD134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9F901F-2D49-4CA6-AB94-B1B09A8FAD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8CCB79-5628-452A-B53E-8B870CDFAF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C3076A-497B-4C03-9DD9-5FED25851A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2FEB39-1489-4822-A403-1EC21C8089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5B9F32-1523-48A4-A244-52709805C0A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E6D162-938F-4487-84BF-6DFF72B570F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2005-01-28T18:03:23Z</dcterms:modified>
  <cp:revision>13</cp:revision>
  <dc:subject/>
  <dc:title>PowerPoint Presentation</dc:title>
</cp:coreProperties>
</file>