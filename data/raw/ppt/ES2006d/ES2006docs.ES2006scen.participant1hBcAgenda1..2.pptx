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2BC15E-C9CE-45CE-9E3F-0773045BC6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0BDD71-2DE0-4415-97D7-96B49EEE66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A410CD-CDD6-4594-863F-720C0CF74C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6486A2-55A2-4B54-9406-81258CBA21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B54B98-34B8-4A4D-A280-A801FD6EAD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0BC3F3-F889-43F4-A412-53E2CAD164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59AD7C-81D1-4C21-A90E-CA89066E6D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F905BE-3D5D-48FE-8D36-A5252DC54D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949C0B-9387-4664-B26C-78E9AE793F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E48713-8799-4980-84C4-8914B56C8A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E7C11E-F983-4E0C-9281-E7F321462D7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67DF4D-CD10-443E-BCE1-09B828CA53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6E22C9-EF2D-4372-95DE-FFCB5E3FEE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FF9C06-905F-457B-B39D-A58F2DD64A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989005-7C93-489E-A6CA-C946E5A74F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86D81D-49CE-49D1-B8E7-CF49FC9846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5F3645-9675-4154-BD0F-8ADAAFFA29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F5D99F-E208-41C5-B827-FCDFDE57EC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CD1450-B8C6-4139-B606-88795CAB20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8F9BE6-72AF-467D-97C5-B9A24580E0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EAE581-8DF8-4132-8D95-80AB1B3890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D4464C-19DE-42B0-A408-D699F37457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6B711B-6F34-4821-87A5-6D04127942E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AA4E97-D0BD-4065-9630-D9DD3492A11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201E124-527E-4138-A0A6-B96D57E3111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E0628E-C9A1-4EDC-8935-4D2FA082BDA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