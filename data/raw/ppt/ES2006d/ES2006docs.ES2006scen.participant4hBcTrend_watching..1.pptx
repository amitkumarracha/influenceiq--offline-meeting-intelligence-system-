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png" ContentType="image/png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4C8402-1B58-4791-BB22-C8EEB7F83D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C435D8-01CA-4AEE-ABE2-B54A953BCB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79DB98-9F6D-4A45-B3FD-188D3D26B7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F78ACD-F02B-47DA-BBA4-44BDF7A8D6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38981B-5D4C-418B-86E3-A768E30B01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DBE79C-DDD2-441B-91A9-180EE0F55D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5A18BC-B3CC-4944-8C51-206F4346C0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E10988-DCCA-4B92-8E2B-3711F55090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BDDA6C-030E-4E23-8D7A-29FC40F8D9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E09232-9883-496B-B8F0-F924A1188A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C4A01F-0B09-4A89-8932-0394B2651F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411B50-7F22-4E8D-80D4-2003ABDF1B7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19C17D-C420-46C9-AD98-0244B5B91A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6AFEDF-86E9-4D1C-9825-A8AB4CE0AA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5847A4-E405-4976-AA36-8E87F115C2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BC5AB2-B902-4DCD-903D-769D2703B9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C2B1C8-19A8-47B2-850B-B3BFE76A57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BBAF4E-9212-49DC-AA3C-012DAB512F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D6FA50-421A-4178-8EEC-5AB53CA0D5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168E85-ED92-41D1-B335-A2758946CF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1FD14C-566B-456D-B034-71C7BA6E32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D53CAF-2D22-49A8-8E50-B567FAF0F0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2B3C5B-88AD-448E-ADAF-161966D3ACC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51E70F-82A3-4362-806B-AB7BC93A5A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81D537-F834-482E-8FD3-73AE2A419BC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8C626B-83A6-431F-A177-18C4EFE7111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Searching the internet to come up with MARKET TRENDS – what users preferences will be in the near future.</a:t>
            </a: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568840" y="1341360"/>
            <a:ext cx="2691000" cy="331164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468360" y="4943520"/>
            <a:ext cx="8218440" cy="36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Market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most important aspect for remote controls is a fancy look-and-feel.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technologically innovative.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62800" cy="20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Vegetables will provide inspiration and be an important feature for clothes, shoes and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Material will be spongy.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755640" y="3645000"/>
            <a:ext cx="2146320" cy="218592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6732720" y="2637000"/>
            <a:ext cx="1782720" cy="181116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3635280" y="3645000"/>
            <a:ext cx="2592360" cy="2128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7020000" y="4724280"/>
            <a:ext cx="1303200" cy="11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97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Combine style with a level of functionality.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Beauty with practicality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 thing of beauty AND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3492360" y="3789360"/>
            <a:ext cx="2159280" cy="20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2005-01-28T19:45:55Z</dcterms:modified>
  <cp:revision>8</cp:revision>
  <dc:subject/>
  <dc:title>PowerPoint Presentation</dc:title>
</cp:coreProperties>
</file>