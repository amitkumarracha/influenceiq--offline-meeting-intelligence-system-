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B461C9-AF11-48CF-8239-7609129481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916FAB-C023-4354-9226-5E14558F82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0D7B3E-94CA-472D-95F9-B70B95235E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165459-EA36-4D3B-8F9F-C4DC06BEF7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7B4C92-F473-4613-88F6-6281D10A7C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031C01-B179-47B7-A983-578993B4DE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72F8F6-991F-4D8D-A06D-39AF263B33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A40C68-0CC4-428A-9117-CF475B5098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2442D9-FDE6-4F0F-A2DD-5D1CD39B75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20355F-3AA2-4007-848F-A94C880C64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373086-39ED-4B74-8821-D5AD02F4519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68381B-20AE-4BA9-AEB1-951B6356B90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6EA751-9A3B-4E7B-B309-B3507A4639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6A3550-91DB-41FC-B782-7AA3760B3E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C7ABC4-7136-47CA-A54D-16EFD28D02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6082FF-A357-426C-BFE0-4642E56E50E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5065A4-C7D5-4B8B-B2AB-8FA9DD4AE3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599026-13E1-4101-8522-1780BA2239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B48F79-E5A9-4D2B-81F0-C8728478F3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61B5DE-CCA9-4D50-8D9F-2888FB6AE2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AD8DDD-D38C-4007-A501-290AE6153E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2FD0FD-D89D-4CB4-A94F-FD9526BCB6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8243A2-CCC7-4B52-A6DB-7F2316A478F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9D9464-020D-4E25-B617-397B0CFA5F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219BF7-04EF-4A69-AEB2-B18B8CFBC42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A281A9-EE27-41F9-A9E2-6620D94CDEA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2005-01-28T17:05:41Z</dcterms:modified>
  <cp:revision>33</cp:revision>
  <dc:subject/>
  <dc:title>PowerPoint Presentation</dc:title>
</cp:coreProperties>
</file>