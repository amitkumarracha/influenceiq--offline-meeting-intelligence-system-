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C1D7C-1ABB-4550-8194-40EF8FCD22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91CA62-6CAE-4506-BEDE-362C7429FD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DD2FA-C177-401A-AEC2-CDDAE76406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69F6F-0E58-45AA-8183-D119E94738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15B13F-9141-482F-8097-F5C8C9A9F1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3446E-1EEE-446B-A216-3AE16BB024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EF0B2E-C895-4130-837A-92E28EDC43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66BF80-3056-46E6-8082-65C901B73A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B50BE7-6DCD-4C71-B37F-9CA9FACFC4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E25B2-20D1-49DA-B12D-9DD4CD9AAB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B4839-B984-4A8D-A4CE-7B2D0798C8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0DAC1F-B907-4329-BD43-D28ABEEBA0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AC574-E5EC-4667-B93E-38518C9486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1E7452-7C65-421C-A45E-99F5A0827C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2992AB-712F-49CB-BC6E-6F8386B370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36E93C-2318-47AD-9E29-CCFFC8BE7B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3D2F56-AB4E-4C83-BB1D-A3F4A1F0DC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E67B8B-0A43-4A3E-B487-A5CAD73418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C10B5A-DA2A-4920-A28D-39400E1567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C7C95-C3BE-4F45-B162-29ED3306D0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F172C0-9895-446E-AFFD-C5E2713573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BCD4D8-ABB2-4BA4-BC84-5DF2D15966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555D93-3155-4389-9406-5F5C667611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E6C2EA-61EA-4738-8385-B37B4A0AF5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7D8E82-CAD4-485C-991F-1A74D7A148B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59EE4C-53E9-4D51-99E5-9A9C39807BE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