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FA58CB-FB6A-44B7-91D2-2E369F9A913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40B5CB-86D0-4561-9F8A-90E0AF24D03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7DF44A-A7AC-4678-B7A7-7E487B5548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016A24-C0ED-47A9-B547-77FEBDF2789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3C14D5-3C5E-4F1E-A974-A5E0DDEBE6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687978-956A-4100-A28D-1F415EFA904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BF3D24-C0BD-476E-BF8A-65DAE74C67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EB2050-63C2-435B-BA4A-388EBBBA0BD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9C699F-1C51-47A2-AEE4-AD394F5D08B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899EF6-B08A-46A1-BD1D-6922EC3002A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D1D55F-A2D8-4A57-8381-C115887C7E7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C998A9-E12B-4B35-92CE-E4A902572FA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84357B-9112-4C27-82D9-EAF0469B994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A2E648-A6ED-4370-8958-0D6B747CF7B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A87BF3-4B4A-48E9-8A14-AF15750574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A22817-0475-4AB4-8475-1AD62C3581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75BF11-3502-4681-8117-BCD20EEEBB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FB92C2-458C-4608-92ED-5ED597BE1C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9C67ED-0121-457C-AF92-24C6BF43F6A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53C8DC-162F-4295-ADB4-2AA1FA51F9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64A632-3C64-4B0D-B16D-CCD8C00731C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9C4C2F-A765-45EE-BA12-965447B4034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855D63-3F95-4ABD-AA75-599E8A293E1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4F7AFE-2753-4DA1-AB03-B290CD2D03C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57A8FDB-4D5F-42F5-B498-8EA31C52303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0B640FA-FFCB-427C-9D3F-ACB10B10BB4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2004-12-14T17:32:27Z</dcterms:modified>
  <cp:revision>19</cp:revision>
  <dc:subject/>
  <dc:title>PowerPoint Presentation</dc:title>
</cp:coreProperties>
</file>