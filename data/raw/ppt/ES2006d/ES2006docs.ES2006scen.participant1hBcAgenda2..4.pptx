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6C09B2-114A-4E9C-8B7B-30FE1BCA3B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1CF9B7-0B03-4375-966C-64668AE29F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5E8B61-1166-4C75-B612-D970A51956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789102-3218-444E-AA89-21B84037D5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724240-2B6E-448B-B4F4-1700B68CFD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3CF253-16A1-47C1-B75D-318481117D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A80931-BCF9-4AAD-89BA-F8185AD44E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5A068A-81DB-40A9-B28C-B5503E9C15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BC4FB3-DBCE-4E8E-BDC4-9588E90E0F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4A923-0C58-4EF1-8C3E-48EB204901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A8871-2799-428C-B352-BD88702A08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5FE56D-82A9-4816-8C8E-7B35F1A0FC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F962A4-CDDC-4EB3-B0E7-8DCE0BFEBF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A11EA6-40CE-4779-9D63-FC9C3509CF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939977-7DF3-407E-AF5E-405E61EDA9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81D11E-4059-444E-964B-084C62E4B5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ACE92C-1764-4D95-8980-721310858B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3A893A-D1B3-4604-B198-DB29C003CE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542366-BDE6-44CB-8493-ECB1B3C112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A15BC1-941B-494E-8735-C9E3C7D1F7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1DCB34-2CDE-4A5E-AFE6-764653BBAB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3D90CF-E513-4A8B-83F1-9E7916063F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E8565F-FB5E-45EE-BA12-1BBF13839EC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0AC751-DC2F-43F5-84B3-D1A501EC61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47F060-8F74-47C2-99AB-F005C029D02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FAA8E8-EA40-4B07-8BF6-A3D51721777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