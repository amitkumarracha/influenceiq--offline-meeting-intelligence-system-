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BE2324-0262-4F8C-98EE-138E10EC6BC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CCC9E5-16A1-4C9C-A3A1-6F21ED7D9A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649CBB-7887-4CFC-AE73-C9C5ADB0C7F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89B391-4177-418B-960A-BEAC948077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09A647-5BD0-4226-8F0F-6446EA09AE5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C5F9CD-B55E-433E-82C4-1BC10DB2AE5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27E7EC-7014-4475-BCDE-7D3CF3CA3CE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A2EEF0-BF96-4326-93E3-35FACC1A01C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B20762-52BB-4106-8110-9208E451E19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4FCA90-EA96-404E-B1AC-8DEDDA43F04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E0C6D5-0078-41FE-9988-396D36C8E86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069E71-0A81-4D5A-8491-4E9D52DD597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3A4EB5-272F-4D5F-9E7D-DEAC275EA4C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03E782-E411-4E4D-9103-24B545470A0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E841593-2DB6-4254-823C-ADB8E6E9595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78A171-84B6-442D-8F67-6A9DE0E791E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AC237D-12C1-48A3-8C5F-4F03AA60B53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F28519-B87D-45AE-898E-35870FE5058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DD9ECA9-F013-426D-92CC-9C147CACA6B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2BEBE7E-43BE-4B58-B6D3-D1F9FD6BAED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FE09651-2A5C-4285-ADD1-06E2E28FED9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C49F751-9A6C-413D-884E-A3FF2B4A8DC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86C208-D0B7-47FB-AF79-D8E6E164951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AD7F3B-1BD5-4962-8E06-15C080B1EF8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0201D47-740A-43DC-B569-4159252B1B4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8347672-A313-45E5-B1A6-EF9E02FE560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Jen,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2005-01-28T17:20:40Z</dcterms:modified>
  <cp:revision>20</cp:revision>
  <dc:subject/>
  <dc:title>PowerPoint Presentation</dc:title>
</cp:coreProperties>
</file>