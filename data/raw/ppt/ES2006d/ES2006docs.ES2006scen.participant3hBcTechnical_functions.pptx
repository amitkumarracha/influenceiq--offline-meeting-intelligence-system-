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B69F43-B8B2-4DF9-976B-3DF0D9171B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05EE8F-BAEA-4CE2-B335-025310EECB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43874-F78E-47F6-B617-D94D17A47B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730D9A-678B-4FFE-86D0-6DC0F97E37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DD17DE-CAED-4354-8A51-6A592F53C2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133FEA-0881-436A-8B6F-91A5576603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FF05FC-92FF-40DB-B0F0-815873C513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66FCCE-A6C7-4801-AFC5-4B601D711F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2020DC-73AA-4A26-BD2A-4738F7B9D3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355581-7BA2-48B6-8DE5-7E5C10FA8F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813A0-8645-41B8-8F67-8C34C95A8C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F17441-D806-41EC-956F-FC57B5F72C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7BFB20-1228-4939-9912-7E130E2B70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1BA974-EF2D-4333-A773-E7AA259B67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19F507-8593-4B09-8C46-2663570379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764272-8851-4912-B110-C9992AD45E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6932F0-A6F2-4535-8AA0-C677272ADC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ABFDF8-78D1-45DE-AED3-631970F1A0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E93B73-B73E-42A3-A2C1-36BE64B6CC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8DCEDD-D1B2-4F3F-839C-7A8BC57163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18A729-4FBA-46C9-8DAC-BC1D1B43E5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4399AB-F99F-48E6-A2B1-CA6301724B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92E2D4-FF7B-4921-8799-6044506D0F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761EBE-2932-4C6D-B740-8A4E6EE11E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8A92BF-7554-4952-B4DB-52D260A9EC6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30E6A5-C96D-48D7-A143-E63E652042F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2005-01-28T18:14:15Z</dcterms:modified>
  <cp:revision>11</cp:revision>
  <dc:subject/>
  <dc:title>PowerPoint Presentation</dc:title>
</cp:coreProperties>
</file>