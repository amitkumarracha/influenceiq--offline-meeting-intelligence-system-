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6912EB-26D3-4141-A698-AA361B5FA6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65FAA1-6106-408E-9908-FD8D858C00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1B1967-E61F-412C-9DB0-7CB8600B47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3550F6-54B3-4B49-A079-2C81B9048E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3C03A9-C970-45AB-84EA-94B11F9452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9A6ED8-B217-494B-AB4A-077668EC8E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0E55AA-6B84-44E2-85E8-F586E8186D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4FAF99-9CD8-41A1-AF3E-48EC7115D8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6CEEB8-2EA0-4D90-9E0E-FBB32247EB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E441DA-81E7-46F2-8F07-9105D70948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044549-C0B7-4FBD-9E18-AAF1436F30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6F626F-786A-40A4-A691-605464BCBB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4CFD23-5D92-408E-AFAA-5A3576A0CE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EBD7AE-D0ED-415B-B900-3070E1F350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D6BE3B-569C-4969-87AC-11854048BB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15D93B-8CF3-4C46-A556-5560F44C2B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9FABAE-B573-4418-9167-010F8719F6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B2F6CC-19BB-4AA9-90C1-5325832CEF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92F5ED-3686-482B-819C-8B4F739A81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1198A8-6089-45A2-8396-DE0DAEB093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137AC6-B508-4B5E-921A-48FF1342BC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A79062-1239-4B10-B19F-8BB13AE76C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BACC0-370B-4576-A159-CF87BB97C0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DE0D0B-60AC-4208-80EB-62F226F0B8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DF998E-E112-42B2-BD45-622B48F9FD0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955FEEA-22A2-4A83-9023-FE137C9F9EE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