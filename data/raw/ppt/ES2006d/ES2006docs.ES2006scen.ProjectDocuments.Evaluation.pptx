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28DBFB-CF4E-4102-9679-33D402B369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9C18EF-0E07-415E-BA73-587CA39AA3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E063B-B26F-412B-8F34-BB5885CD42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AA625B-D177-4DFC-8321-260E475CF8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ADE1F7-DE14-4DF6-A9DE-AE5EB2532F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4B30C3-ED59-41E2-B73E-83E7AD4E12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460AF-3E37-492B-92D9-424C78CE7E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0D289A-D2FF-4D25-9A67-9F876B9FF3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2E5FB8-ABC5-42BA-AE6C-69DA73534D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D9CC6B-08EB-4C8B-83F4-1BF2DF39C0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9C2F18-CB31-4B47-B6A1-D8A9F929F89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B2ABFD-1245-4F9D-8121-D46BD3703F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51A065-BD8F-44E9-A302-99EF55BA21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D10F9A-B98F-483C-8167-58256BB0A7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75D95F-A079-4475-A105-4848540EAC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32247F-E674-4FE6-860A-B55CF69D23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AE9863-2A20-4240-A059-AB735E7CF0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A86A23-C8F7-447D-A6D5-24897A7860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9CAB67-8A2A-48EB-B72E-8F77898B6A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E7BAF0-E3E5-48EF-83E0-E13C78404E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F8C871-3953-407E-A20C-6168CBBB49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73EF83-B1B2-46D4-A4E4-18BCA677B2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B664F1-7B72-42DF-9F63-9EA8143EAF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83FCE6-56EC-4ECD-A96A-A2F6AE8321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764C96-02AA-47F2-95D9-37E561D3167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85ADE6-4139-4354-B27F-278A5AAEFCF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5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2005-01-28T21:26:17Z</dcterms:modified>
  <cp:revision>14</cp:revision>
  <dc:subject/>
  <dc:title>PowerPoint Presentation</dc:title>
</cp:coreProperties>
</file>