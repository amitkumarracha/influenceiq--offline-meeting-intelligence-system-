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wmf" ContentType="image/x-wmf"/>
  <Override PartName="/ppt/media/image2.png" ContentType="image/png"/>
  <Override PartName="/ppt/media/image3.wmf" ContentType="image/x-wmf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07C7C9-51E3-4017-B485-51CAE62214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A5C4E1-078F-4487-A344-377C216589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3F5AD7-D090-4ED4-902F-024AA3FF36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4762A7-33F0-4BA4-9DF0-EA2B32C8BF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9CEC9C-2F59-4414-A478-7FFF6FF132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BC2276-5E11-4418-8296-6F2A846557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555D10-C7A2-49AA-AA4E-0BC9E8698E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569513-9795-462A-B071-58FD8E65B4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006DEB-206D-47B1-933C-2F8DF43D35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F6BB61-3040-4701-B3C9-D5271A8334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10F0FF-56F0-4BF7-85D2-29E19593C4C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11EAC5-F820-4EA6-A7DA-25E1F3085DF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760C73-2AA8-468A-94C1-7FB21DE8CE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FE0CEB-4178-45AC-93AF-12B4375953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27320F-A118-4718-9C8A-415FE0F3FA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38DF56-A37E-4FE4-B55E-53F0E1F351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2F2D2C-DC5A-4991-B44F-CAE66E16B2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840CE2-EBD0-4ED5-B950-5356DF7710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A7D430-235B-4AD4-8C93-E45EA3904D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6A01DB-1377-4A39-995A-A8245D568C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029E4C-8F9E-4076-AE90-42752FE9DC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368D6C-7FEB-48AE-88AE-5DE972CBA8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E3D39D-1F26-41B3-8392-613277FF35B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587D0D-7CAE-4323-BA1F-A48C4D23D2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1EC5B00-FC2D-45AA-88CA-D011121423E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34CE1E-2BD3-456D-B645-227A5EB3709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Relationship Id="rId3" Type="http://schemas.openxmlformats.org/officeDocument/2006/relationships/image" Target="../media/image5.wmf"/><Relationship Id="rId4" Type="http://schemas.openxmlformats.org/officeDocument/2006/relationships/image" Target="../media/image6.wmf"/><Relationship Id="rId5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Searching the internet to come up with MARKET TRENDS – what users preferences will be in the near future.</a:t>
            </a: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5568840" y="1341360"/>
            <a:ext cx="2691000" cy="331164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468360" y="4943520"/>
            <a:ext cx="8218440" cy="36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Market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most important aspect for remote controls is a fancy look-and-feel.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second most important aspect is that a remote control should be technologically innovative.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third most important aspect is that the remote control should be easy-to-use.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Fashion 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362800" cy="204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and Vegetables will provide inspiration and be an important feature for clothes, shoes and furniture.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Material will be spongy.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755640" y="3645000"/>
            <a:ext cx="2146320" cy="218592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6732720" y="2637000"/>
            <a:ext cx="1782720" cy="181116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3"/>
          <a:stretch/>
        </p:blipFill>
        <p:spPr>
          <a:xfrm>
            <a:off x="3635280" y="3645000"/>
            <a:ext cx="2592360" cy="2128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4"/>
          <a:stretch/>
        </p:blipFill>
        <p:spPr>
          <a:xfrm>
            <a:off x="7020000" y="4724280"/>
            <a:ext cx="1303200" cy="113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97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Combine style with a level of functionality.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Beauty with practicality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 thing of beauty AND function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3492360" y="3789360"/>
            <a:ext cx="2159280" cy="20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2005-01-28T20:22:36Z</dcterms:modified>
  <cp:revision>8</cp:revision>
  <dc:subject/>
  <dc:title>PowerPoint Presentation</dc:title>
</cp:coreProperties>
</file>