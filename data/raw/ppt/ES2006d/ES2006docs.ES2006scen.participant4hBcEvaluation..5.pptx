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5BD7A5-2D1D-431D-B477-EB34564600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02DE77-5303-4EF3-B68F-025EEA8DDA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D5775F-6E8B-4D18-8528-27D5081C57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EB8173-FEB8-4D37-9430-157BBD5AC65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D3DB49-8312-461D-AE23-DB0DBB31AB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EB674C-714E-4DA5-8BC7-E653425284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992C92-25B0-48C4-9220-6A232E37A3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AD2056-541F-41D1-B88D-C6DFC0D662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92932D-F045-4CFF-8723-28E6FCC691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710CC0-86A5-40C4-93BF-228D79EE21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4ED6E6-24C7-490F-A33D-F6F098E40B7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1BC83B-99C0-4423-8B58-EE4BA438BB2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0D9C91-AD01-43B8-BC63-A78B4F9160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66842F-1BF8-4A58-AC8D-224B1FED48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41B99D-6587-407A-A344-4133873890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27F053-E6AB-43BA-AF4C-EBC32742803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867625-673B-47F0-8C53-92CAFCD658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F2BEDA-65FF-4A2F-BBAF-DA9DA1477D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E4557E-3D96-4377-A4CA-E0FD47C0E5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1E5F61-3183-45FB-BFBE-6FE1D0D1AD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983A94-5546-4F5B-9CE6-B808E756FC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0EA6F9-35E1-4921-85F9-9A7E5DD488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5A8778-BA1C-4DC8-95EC-DA22DCC030F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1A009D-BF8F-419A-B1D2-52BFC8A4004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6C6FCC7-B9B4-404B-B816-3613CC70FD2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C1289AE-6463-402C-8E6E-BB3CBF3740C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Preparing the evaluation of the new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This should be done using a 7 point scale where 1 is TRUE and 7 is FALSE, as regarding the design meeting a certain criteria.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This is based on the collection of criteria on the user requirements and trends found in the marketing reports and the marketing strategy of the Real Reaction © electronics company.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Aims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609480" indent="-6094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The remote control should: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be attractive to look at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match the operating behaviour of the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locatable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intuitive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have an ergonomic design to reduce risk of RSI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have voice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technologically innovative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put fashion into electronics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1" name=""/>
          <p:cNvGraphicFramePr/>
          <p:nvPr/>
        </p:nvGraphicFramePr>
        <p:xfrm>
          <a:off x="324000" y="981000"/>
          <a:ext cx="8358120" cy="5264280"/>
        </p:xfrm>
        <a:graphic>
          <a:graphicData uri="http://schemas.openxmlformats.org/drawingml/2006/table">
            <a:tbl>
              <a:tblPr/>
              <a:tblGrid>
                <a:gridCol w="6119640"/>
                <a:gridCol w="2238480"/>
              </a:tblGrid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REQUIREMENT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SCORE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32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533520" indent="-53352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a) </a:t>
                      </a:r>
                      <a:r>
                        <a:rPr b="0" lang="en-US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be attractive to look at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548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533520" indent="-53352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b) match the operating behaviour of the user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6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c) be locatable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3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d) be intuitive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54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e) have an ergonomic design to reduce risk of RSI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6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f) have voice control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3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g) be technologically innovative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6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h) put fashion in electronics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2005-01-28T21:04:23Z</dcterms:modified>
  <cp:revision>12</cp:revision>
  <dc:subject/>
  <dc:title>PowerPoint Presentation</dc:title>
</cp:coreProperties>
</file>