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5E5D62-E2BF-465E-B87C-F60EA7A6D5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D6D7E4-5594-41E0-AD59-EF69423B2F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7FD00-55DA-4EBD-B659-7A352B83F0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8D5835-033E-45A9-A5CE-169FEB3975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A4667-B0CC-414A-8800-0BFC9DB606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00A048-D6A3-4896-9CCF-01944EF634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760F4-8217-4C4F-ADBB-ABFD4D3F6E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294AB5-FFE6-4C4F-BF3C-3D4BC6F6DB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EC204-0949-44FB-9A36-83E2426EB0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2C7FAA-F95A-40D1-88B0-29BC650EB8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05EF9C-1603-4CC6-8722-DE5B57FB71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FCC4B-43D9-4DEE-85FA-CBD8A098CE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DE2FBE-766D-4AD4-880C-DB8DD0847A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2A7E1F-2325-4234-A82F-03B55C1D7F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3F0E55-CC78-4491-8996-18ECFD0CA8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C69353-F00F-4C6F-A809-9C2C0CE743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91EC7-B598-4FBA-9BD0-5CF050FD50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F2AC3E-B035-4871-837A-7F3381D841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47BEB9-DA9E-40CA-AEEE-6582FA0C04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FCF0B1-5C82-49B4-860C-4F671C38B9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74BCF4-7B30-48AE-9D37-68689BC889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C699E9-5DA3-4BCC-9DBE-ECB47E841E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62F176-9C1B-4FB2-BC67-B3033C9724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341E39-649D-4B31-87CB-7E670C0FFD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04A8AA-8CCA-4AF0-909F-D90E4F3BB97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98D92B-7B48-4F6D-AD73-7AECE4D3D8F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2005-01-28T20:47:42Z</dcterms:modified>
  <cp:revision>21</cp:revision>
  <dc:subject/>
  <dc:title>PowerPoint Presentation</dc:title>
</cp:coreProperties>
</file>