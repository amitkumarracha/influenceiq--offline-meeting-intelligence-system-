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9E4F60-DB62-4444-9113-9251D57F5823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0218FB-82D2-4D59-B334-B2E3057456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3FC692-B26B-4B25-B0BC-4FFE9E7AE2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773F5A-49AF-4970-9605-E44D285E08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B8E8EC-D211-4D05-884C-51FA042B93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E3DA79-EC44-4EA3-9596-BBC34046A9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DEE367-0DE2-4FB0-B198-32D85BD422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332BD4-14D4-4941-A1EF-D99B080CFC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407F40-BC0A-4AD8-84E4-EA2E0AF9C9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43CAA1-FE85-4BD2-8989-47D1419E2B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3C3A4C-3402-439C-B56D-2ABC126E6C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F2835C-EF05-4BB4-A22C-96090C79BB2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BA3E4D-CC81-4FEC-9D9A-684ACD33AF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D5E5BB-2D08-40D3-9ED6-DE3FB2A942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F9062C-F676-4DF8-829F-9A6A35DBB4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293F69-8AFF-4799-8D35-4DA0A1C6BC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77BB34-33B2-453D-974C-1F054E5DB0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E90936-B7D2-4D93-99BB-8B9F6188E6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20CD10-D3F0-40FE-9482-9DDEDD1846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97B86E-78DB-44C2-96B2-A1D6C647E1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A32D46-FC36-4BB8-8780-2B367AFF1C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D68E37-E6B3-4154-B4CB-18FA71B86E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95FA94-E393-4F8D-A00F-8C6570F855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2FD11E-75DD-48F7-BC42-071822C259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3C9F87-41D4-42A7-B0F5-34AA58F319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F5DE9E-B190-4DAA-A738-BAB33DD5357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404E42-DD2D-418C-AD2F-4DD91040347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2005-01-28T18:04:00Z</dcterms:modified>
  <cp:revision>13</cp:revision>
  <dc:subject/>
  <dc:title>PowerPoint Presentation</dc:title>
</cp:coreProperties>
</file>