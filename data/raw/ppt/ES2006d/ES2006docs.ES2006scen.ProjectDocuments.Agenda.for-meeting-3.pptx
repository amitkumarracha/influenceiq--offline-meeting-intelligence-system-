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65891E-6148-41DA-B5C3-6633408165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99C9B9-7C31-4A5E-91A7-772545ED37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AF4C2E-765D-4E2D-8C91-301ADBF751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CA8E30-FABE-4E6B-A7E3-FF9C9E4C20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AA835B-1281-48D7-8DE6-E71906A4DA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B5A915-D7F2-4256-A119-779A344FF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46652D-4C5A-4A45-93F0-824F13EABE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B8955C-A1C2-4559-AE63-98CE24E627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4A55ED-E825-4C5D-9773-3A6F7919BC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0A54B2-44F9-49F8-BF87-A9CA3CE5D8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0F62C4-299B-45CD-AB4E-FE9A02521F9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17F54B-030A-4ED4-9142-912FCEC0BA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200DF1-29BE-450B-B065-5446B6EFE1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6C6CE5-0310-4751-A398-A0BFB7AB23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2EEBFF-EEB2-4B49-AC75-CA1FD5AFAD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40F008-10F4-424C-8562-DAABBD6AB9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BDCFD8-0D2E-485B-AF65-B6DBB7DBAF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2028E9-2DA9-4DFE-8642-5DFD452DA0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0F3D82-9D09-494A-800F-DD38013609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C2E185-3E53-4A0D-8694-01655F4443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A04E42-D189-4806-B7A5-82E328798D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92AFCF-F3AD-4641-8D38-CE58F01FEE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239675-4DE8-4646-ADBF-EE8CDB3A4F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5FF9D3-1F8A-4CC6-A20C-626A829594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F7327E-053D-471F-97B1-E6F2A708121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2BAAF75-4BBD-48DB-94AF-2EBA82B5B5A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Jen, Cat, Maarika, Gaurav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2005-01-28T19:26:51Z</dcterms:modified>
  <cp:revision>20</cp:revision>
  <dc:subject/>
  <dc:title>PowerPoint Presentation</dc:title>
</cp:coreProperties>
</file>