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7EA0DA-3320-4EAB-A5DC-522AE262789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864C32-B9D7-4C6E-8125-22D71959DFF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26759D-F605-4295-881E-D69DB88E02E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5849A4-410D-4A80-8566-F68211C9550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6AD5C2-D203-441F-91D5-45AD0DA2B7C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A1545A-E5AD-440B-BA6B-42C4C393937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91C655-9902-491A-B78B-F1FBC13AB2B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749ADA-640A-495D-BB0B-3E58C10F5A0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7889DF-C7CA-469E-A3CB-EBCB33865C8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CA189A-B1D6-4E6C-AFA7-8991A45B272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7B91A7-4FF5-43CB-B599-39FE908CA3D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61FC19-4807-41FA-AE2E-A4DA620F23A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3D5463-18CA-469E-B400-AAE3EA74CFA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13C851-2C06-4063-92D9-54F5C58F723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A65750-BBB9-497B-BA3D-AC9744CA9F9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97F592-F713-41E6-A404-BE031CAC877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068A95-3747-4FD1-91BB-6AC7702C9BB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8C8664-5F9D-451F-A200-0330A010E22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838519F-9F7B-4EA4-A121-29581E3F3DA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E87BA6-B330-45ED-8A90-F897C7D7514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E00C5A-096F-4F56-A525-980397E8A00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1A81FA-EC66-42FA-B5FD-48266C1B9E7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3C108C-D073-4F63-B0FF-993F1DD9B3C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4C8D09-1187-4D2C-AAE7-A208409826E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8C95D32-5A8C-442C-85B6-FB6F704E935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BBDDC81-A402-4499-8552-B0F2B75AB55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&lt;Discuss your working method&gt;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Administrator</cp:lastModifiedBy>
  <dcterms:modified xsi:type="dcterms:W3CDTF">2004-09-07T15:40:06Z</dcterms:modified>
  <cp:revision>10</cp:revision>
  <dc:subject/>
  <dc:title>PowerPoint Presentation</dc:title>
</cp:coreProperties>
</file>