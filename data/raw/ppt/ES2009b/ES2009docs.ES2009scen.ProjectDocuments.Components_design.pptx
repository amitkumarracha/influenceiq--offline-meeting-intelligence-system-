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748763-5160-4814-934F-AED0397D93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D0D629-F2B9-45E4-9690-709DE323B9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C48895-BC5D-4AAF-B2AC-6CABC1B4DA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A51C2-DE21-4856-BDBF-BF63761EA4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D5A4D8-5A1B-406B-8404-899F0DEB42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7293AE-F29C-47C9-B283-9A56E66BBD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A8BDA3-DDDF-409C-B053-B201EDB7B5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E8F07F-85C8-4B49-BD03-4D525A37DA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58A109-72D0-4CCA-8A6B-6D0798BDD0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C8CA9D-796C-4C53-B7A1-3861701FEB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51CAC1-C657-4911-A70C-D0FD19A43C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A8B991-5A99-4E38-B279-F54C4D313A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6AE738-C23C-41DA-99D7-DCFADA85BC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BD62E-67E0-4C73-B60B-8629282079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833AE8-2506-4C7D-A975-12037F806C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86C774-0BC2-4067-99F3-CB4613AFC5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250D4-8C48-47B6-B1EF-4E0CEA12D2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3E2E9A-A30D-40B4-A8B5-80C9A2E574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6D9086-B554-494E-A87C-9425356BEE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0BA168-B0C0-4952-963C-82093E7C83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7868A7-8EF6-4AC8-8E28-67F9B6082B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FA2FBB-2DB9-4783-9F31-12EEA795BE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C67E2E-36FE-473A-9DCC-2753428DED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FFBB2E-6E38-4E6A-9BBF-7FC8AC42E0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B4294C-8CC6-4781-83FB-F51995CD054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4794AB-8BC7-4836-A0C9-FA1D7D2EFD7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 Mr. Participant 2,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Energy source – lithium or solar cells??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Case – plastic, rubber or wood?; flat, curved or double curved?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– multiple scroll buttons are possible (cost more b/c require multiple chips). note that, if you use a rubber double curved case, you must use rubber push buttons. Touch screen = many chips = ££££.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Infrared or “visible light”?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 aka “chip”, TA11835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very limited by what our current manufacturers can offer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look to other manufacturers or just make do w/ what we have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Visible light signalling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Variety of case materials to suit different tastes (but not different face-plates)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2005-02-14T19:55:32Z</dcterms:modified>
  <cp:revision>11</cp:revision>
  <dc:subject/>
  <dc:title>PowerPoint Presentation</dc:title>
</cp:coreProperties>
</file>