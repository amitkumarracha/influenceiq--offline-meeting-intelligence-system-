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DBF6EC-6336-4949-9F4F-4F1E524DC7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D9808F-E610-4857-8788-543D25F304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FAA3B0-8C45-4570-96E3-0436F78E1F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92E845-C40E-4D9D-96FD-23A9D105CE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742C8F-5792-4B06-A1BE-88EA27E2B8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7FB656-6FA5-4891-BD33-B2010B0223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2917E2-12B7-4217-B541-A9F5DDB1EB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CF7EF-E9A3-4E5B-9B6C-BAC173ADAE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2330AD-8144-42EE-BAFC-298AF0E3A1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62A9DE-B307-4B41-931E-2B52B02DEA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BC63E6-259A-4ED1-A25A-B279FDFE13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E7C0AD-67CB-497A-8A35-07426DC089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CC3D46-CDEA-47FB-804E-2EC1570DB5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3DDCBD-DFDC-436D-83C5-5C4F88124C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06D2E8-2887-4729-9FB4-B30CE576DC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D90F87-66F4-4E97-8ADA-E3DC010F39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6B9296-08AD-4083-8025-CB2A8B9C1B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1EAAC9-CC7E-4EAA-930C-5E78F00D4A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93CFB8-7433-4A4B-8807-E0F1890E1D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74EA37-A07D-4175-B426-09386C2C82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D8E65E-B58A-4350-ACD5-A726F743BB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8D6805-23A5-4D19-8A95-E158E5D86F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B02539-6041-4235-9085-64A15E0240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1B86EB-A7A5-453B-BD64-0E1480DF62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55955C-20F2-497A-976D-3AE51C59925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30E106-5802-4B2A-8AFA-C39BA6BDEF5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Project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IRL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Proposal for Protocol – Don’t ask, Don’t tell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Introductions, Background, etc. (have fun if you like)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Our Goal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Remote Control – Reinventing the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absolute Basics – Whiteboard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Write down the name of one of your ‘desert island discs’ and why you’d take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TV show/Movie you like &amp; Why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Something you love about Edinburgh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Your hometown and something you miss about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‘Something you’d like to share with the class’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Experience with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Price and Finances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Size, Function,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Marketing,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2005-02-14T16:38:48Z</dcterms:modified>
  <cp:revision>33</cp:revision>
  <dc:subject/>
  <dc:title>PowerPoint Presentation</dc:title>
</cp:coreProperties>
</file>