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BEE381-E9C7-43C8-9361-A1E72A9C71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A538EB-CF90-42B5-8C7E-2DBFD9F4C8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436532-CFEB-42C6-BACE-4325D8E758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171916-3A4C-4F96-8760-9E856B8581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238EB7-1B48-4A50-AFB2-8BE8B5851A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A14A71-EF50-48B6-8E84-75381F4411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02297E-7EB2-47D4-A846-BD1E02FC29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E3BAF5-677B-477D-B64E-5389679AF1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250ACD-BB71-4102-904A-719E530908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FA5E17-9B7D-4974-9BDF-8E18512AD83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B8CA91-8175-407C-AE48-16F364A799E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1720B1-F57F-4059-BF44-AEA27C2431A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681B0B-C91A-4C1B-B2BF-F2A687E6AF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D42150-4F77-4DC9-895B-FE4E17FBFE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F4CCA7-EE61-4879-B5FB-50FDCE3DA7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D0E552-3956-487D-9C43-85BB0C4A25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34B714-7624-41D0-8F24-78866FB40F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305D4C-EB4E-4F1F-AC3C-6322421F91B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D6E17A-F342-407D-8E17-A8C0F1ABED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B365DC-EAC4-4E12-8C34-253215D348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5C4381-1F44-4A5B-BD1F-8C02192433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104A6D-6741-4A33-ABE8-64AB04544EC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2EF1B8-73CA-4DAE-86D7-262CAA74959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762429-AC71-4E33-B707-23E784C80C0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B3B0B09-C160-4E4A-9BCB-C2910A10CD2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A61BB53-C25D-4E7F-A940-2ED82DB9097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aspects of a computer system or program which can be seen (or heard or otherwise perceived) by the human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commands and mechanisms the user uses to control its operation and input data.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Remote Control 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Photo of a set of remote controls"/>
          <p:cNvPicPr/>
          <p:nvPr/>
        </p:nvPicPr>
        <p:blipFill>
          <a:blip r:embed="rId1"/>
          <a:stretch/>
        </p:blipFill>
        <p:spPr>
          <a:xfrm>
            <a:off x="1116000" y="1484280"/>
            <a:ext cx="7201080" cy="41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Voice recognition: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Stores Up to 80 speech samples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Record own verbal labels connected to remote control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 spinning wheel with LC display: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7236000" y="4005360"/>
            <a:ext cx="1314360" cy="182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A scroll button with integrated push button (such as in modern computer mouse) at the side of the remote: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3059280" y="2565360"/>
            <a:ext cx="3095280" cy="302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TV remote control for special user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Program in only the channels you want your kids to watch - all others are automatically blocked!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Program in up to 10, 4-Digit channels. Dedicated buttons make getting to channels easy.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Secured and hidden programming and battery covers protect your settings.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3419640" y="4005360"/>
            <a:ext cx="1730160" cy="191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IV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pc="-1" strike="noStrike">
                <a:solidFill>
                  <a:srgbClr val="ffffff"/>
                </a:solidFill>
                <a:latin typeface="Tahoma"/>
              </a:rPr>
              <a:t>Big Button, Oversized TV Remote is the largest universal remote control available!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pc="-1" strike="noStrike">
                <a:solidFill>
                  <a:srgbClr val="ffffff"/>
                </a:solidFill>
                <a:latin typeface="Tahoma"/>
              </a:rPr>
              <a:t>This jumbo universal remote control is almost impossible to misplace or lose.</a:t>
            </a: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 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1" name="" descr="Large universal remote has big high contrast buttons."/>
          <p:cNvPicPr/>
          <p:nvPr/>
        </p:nvPicPr>
        <p:blipFill>
          <a:blip r:embed="rId1"/>
          <a:stretch/>
        </p:blipFill>
        <p:spPr>
          <a:xfrm>
            <a:off x="3276720" y="2852640"/>
            <a:ext cx="3095640" cy="285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Slightly larger than reg. IPod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Hard plastic casing (stylishly curved)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Changeable casings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Touch screen interface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Go To” Buttons remain on screen at all times.  I.E. Power, Volume, “Jump”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Voice command system for advanced features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Development of new voice command system with response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Use of recognizable colours and shapes to aid recognition of feature (conform industry standards)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Programmable jokes and lines for remote to say! (FUN)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2005-02-14T20:01:34Z</dcterms:modified>
  <cp:revision>10</cp:revision>
  <dc:subject/>
  <dc:title>PowerPoint Presentation</dc:title>
</cp:coreProperties>
</file>