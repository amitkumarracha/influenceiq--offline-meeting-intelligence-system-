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23F5F7-8291-4753-8215-9ED7E09E73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3CD76B-859C-40DE-84CB-CFDF2609E4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C424EB-B1FD-4A24-A012-E861B19C63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038768-BA7D-436F-AABE-07696BD9AE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1DF793-8AD2-4855-BEE4-2B4C889D02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79BC28-DA06-4EF7-9041-0BD7837B70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D0BC19-2A43-4577-8DD9-55F7F90F65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6594EB-B97E-471A-8C7B-0FCF0D06AA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1330E9-0FBF-4AEC-B495-0EF80C5E3C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17DA71-F42E-45B2-93C6-F4462A2B02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B2B6A1-227C-4B25-AE46-38ADF43CBD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87658F-EF53-49F7-97E3-E1913EF35EA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C53BAA-03F3-4F1B-9F83-061790D790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987142-B788-49CF-95AE-2B008C9EED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051A91-FDEF-4EC7-8294-6F0E393108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77A10F-5376-4BB9-B116-AD534654D7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2AF632-2BD2-4EEF-A597-2B48B57081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23E158-98FB-43CC-A189-0EE05C0A3A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E7E0DC-BD38-4D22-9177-63081A68AF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518E08-82D0-495E-968C-A6F22574F9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1F0261-F741-4E95-80FA-4FEFAE14B9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99C3C4-EEB4-4892-A4A0-EA7150D4D2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6E7456-2ACC-40FB-A571-3B252D3373E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866B2A-EFA6-45D8-AEB7-DD23BCD3391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FF1CE48-251C-44EC-B99F-DD01F928B02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ECBFE7-4226-47F7-B558-114B1605284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Requirements: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Operate electronic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Universal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Possibly operate several different types of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9999"/>
                </a:solidFill>
                <a:latin typeface="Tahoma"/>
              </a:rPr>
              <a:t>Function of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send messages to the television set.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Eg.: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on“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0000"/>
                </a:solidFill>
                <a:latin typeface="Tahoma"/>
              </a:rPr>
              <a:t>Complicated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many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user will generally have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little use as it is complicated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BORING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6300720" y="1557360"/>
            <a:ext cx="1247760" cy="420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99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9900"/>
                </a:solidFill>
                <a:latin typeface="Tahoma"/>
              </a:rPr>
              <a:t>Simple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Few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for user to manipulate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Cheap look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BORING!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6084720" y="1341360"/>
            <a:ext cx="1322640" cy="446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333399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68000" y="1628640"/>
            <a:ext cx="532764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00ff00"/>
                </a:solidFill>
                <a:latin typeface="Impact"/>
              </a:rPr>
              <a:t>Revolutionize!!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the functionality of the complicated device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simplicity through a new format of display (user interface)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5364000" y="404640"/>
            <a:ext cx="4038840" cy="45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2005-02-14T18:03:47Z</dcterms:modified>
  <cp:revision>12</cp:revision>
  <dc:subject/>
  <dc:title>PowerPoint Presentation</dc:title>
</cp:coreProperties>
</file>