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31694-D41A-41AE-B003-A48D01CE1C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67294B-D209-47AD-8902-057B37D058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55AE53-840E-4ADC-938F-4331258ACC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E0E95F-0B53-4FA7-B631-751269CF59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02528-C622-4F3B-A3DC-616FE29EDF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FD95EC-DBEA-45A9-9CDC-3B413A92B3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9C9E0-28C8-42CF-A3AD-49828D38AE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F2583-3DD9-4BE2-B359-A601652C9C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401945-45F0-47FE-9C21-44CF07A04F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C3241-5E62-4A31-AEDE-EABB4932F2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939FD-C302-4615-A506-1F69C52FC6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C9864-BBAF-41CD-B79A-24309749EC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4E394C-D857-4076-B0C8-408F55556E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7BB937-84EA-4E5F-9662-2ED4DEE18F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2EF367-EE32-4978-80FF-F3B878A8D9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AC9B8-CDFE-405E-9D2D-B4C58554FD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BF6E8D-D6C0-4C74-AAF5-E1ED75FE4B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F7A7EC-1668-4321-B548-C4ACCD6ADC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2CF955-B896-425A-8F2B-188C98CEC8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4D8B29-E1BE-4924-8FA2-6065E45591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6DB615-E4AA-4380-9028-4B10A0D238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852D79-E2BF-4321-8C8C-16ECC15391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8EEF03-F3C1-459B-9A53-5CCF4EC190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27B9B1-AEA0-4E62-84B8-53481AFE12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06342D-BC3F-4BB9-AEED-FF01B7EF9CF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6480A5-83E0-4DBD-93B6-9E84DC8051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work the tv?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is the interface intuitive?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the features work?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fulfill our visual style requirements?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Turns on, changes channels and volume sufficiently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Interface takes adjusting, but works well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Features selection solid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Voice recognition work within acceptable range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Is unique and organic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2771640" y="1484280"/>
          <a:ext cx="3456000" cy="4608720"/>
        </p:xfrm>
        <a:graphic>
          <a:graphicData uri="http://schemas.openxmlformats.org/drawingml/2006/table">
            <a:tbl>
              <a:tblPr/>
              <a:tblGrid>
                <a:gridCol w="2448000"/>
                <a:gridCol w="1008000"/>
              </a:tblGrid>
              <a:tr h="792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Requirement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Success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Power On/Off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Channel/ Volume Up/Down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6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Paging Function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Settings Menu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Voice Recognition of Primary Functions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Spongy Feel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Unique Design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31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Ease of Interface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"/>
          <p:cNvSpPr/>
          <p:nvPr/>
        </p:nvSpPr>
        <p:spPr>
          <a:xfrm>
            <a:off x="1835280" y="1341360"/>
            <a:ext cx="604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Seven Point Evaluation Scale of Product Objectives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2005-02-14T21:26:40Z</dcterms:modified>
  <cp:revision>15</cp:revision>
  <dc:subject/>
  <dc:title>PowerPoint Presentation</dc:title>
</cp:coreProperties>
</file>