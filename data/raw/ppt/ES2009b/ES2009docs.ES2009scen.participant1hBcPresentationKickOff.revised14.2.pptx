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B53FDE-3EAE-4B71-B732-8E030EA5008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C6A482-F289-4B7D-9143-21EE6F2FB8E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E7D4CD-5D7A-4C3B-A4A9-74264B4449A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C1C297-F452-4235-9B87-CE00CF81812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FF5642-3E1C-43E8-851F-CC8DE9E5D16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3BD689-D4BC-4D4D-9762-8D82BDE97FA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F232D9-68DD-4226-8DD9-56992E0B49D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012A4F-ECB6-4EAD-B19D-BE3C60BA9B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01EF0E-EED2-43B8-AEE8-621DDA84C99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1B926D-F80A-4DB3-933F-860E04EC94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BF4CE1-3AA0-4A3D-9B6A-53CBC13DEFE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B74464-00FB-4921-8617-021E443083A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741AEE-D0D1-4894-B815-EC9FEE1D95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B785D4-B7EC-4295-8245-54DCD768307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31329A-4D39-48AE-8BB8-ED6FA46FB0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39EEAF-2491-490E-9455-D885ABA7F8C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A1709E-43BC-46CE-8429-F24E783234B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3221DA-22E5-4917-94FB-F197032CA2D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D4F482-9722-420F-9AB1-C014E9CA602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CA503B-32C9-4E8F-A1F0-87AA4874A5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461032-299A-48B0-A79E-2138768307A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75A08E-CAD7-47B1-9391-269112F050C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9CF3B9-7C6D-43B7-96CF-647788958BC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95834A-F5D2-490A-B353-C9D942B1DFC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B55C7C0-A41F-4EE1-AB3C-CC0A6E96FB4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3A5ADA0-2EF1-4FA5-8ABD-4EC6842E024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Remote Control Project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IRL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Introductions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Proposal for Protocol – Don’t ask, Don’t tell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Introductions, Background, etc. (have fun if you like)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Our Goal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Remote Control – Reinventing the Wheel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 absolute Basics – Whiteboard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Write down the name of one of your ‘desert island discs’ and why you’d take it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Or: TV show/Movie you like &amp; Why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Or: Something you love about Edinburgh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Or: Your hometown and something you miss about it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Or: ‘Something you’d like to share with the class’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Experience with remote controls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Novelty?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Price and Finances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Size, Function, etc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Marketing, etc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2005-02-14T16:38:48Z</dcterms:modified>
  <cp:revision>33</cp:revision>
  <dc:subject/>
  <dc:title>PowerPoint Presentation</dc:title>
</cp:coreProperties>
</file>