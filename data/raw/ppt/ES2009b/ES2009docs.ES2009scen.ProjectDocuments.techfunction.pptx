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49C31-E219-4D84-91B8-EDDFD272EE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9AA524-77ED-499C-8D40-8D17C7A75F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713A6C-7FAF-442B-9763-936DED675A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FE305F-381E-490E-89BB-3A1C50D324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9EADA3-3ADE-412B-A83D-2A39E2B296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2E417B-2C77-4999-9F64-E327D155A7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15B22A-1179-4429-9AE7-572BC10762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39483-5F39-40F0-883D-B0BED78D6A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508EB3-F18A-4C9A-A522-122126F30C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FB27C3-BEF1-4AEE-AFC1-0DF0ED81AD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C7095F-6396-4D35-A5D3-D0FC763B28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DEE4C4-D460-4C68-9C75-AF11E43842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3D644A-C3D6-4E5F-8352-5EAC6655FB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B9E986-BF35-48B8-A6BC-F692D4EE86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B1D809-0DB8-4532-908D-D3F04D8FA2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175EFE-0B3F-4515-B211-EE9083F706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1F3455-6777-4F0A-BD6D-34B99BE614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025AA1-55A3-45C6-9F55-4A7DC7C775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192DB1-B929-4CC6-833C-DC789CF97A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14679C-EFF5-469B-B802-5FF6BE9C2E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D36266-6A45-4E3D-924F-3BDBDAF5E5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DDA2A7-9B27-4EED-929D-27E9A35FEB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1D136C-7AA4-4351-A173-9B039BB617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ADF5E3-E39F-421C-AF67-8373321F59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50EC41-753E-44CF-BF79-89B98AC23AC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06E9C5-51F4-4EFA-9511-6B6A8C0781D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"/>
          <p:cNvSpPr/>
          <p:nvPr/>
        </p:nvSpPr>
        <p:spPr>
          <a:xfrm>
            <a:off x="1333440" y="4203720"/>
            <a:ext cx="1843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Broad Guidelines from the 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Findings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Questions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Guidelines (restrictions)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Television Only…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 the Company Colours (black and yellow) and Slogan must be present…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Teletext (?)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ID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UID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ME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 and Desires for the RC?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are we selling this to?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does an RC work?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it better/smaller/faster/etc?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it sleek?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Bearing in Mind…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Since it’s only Telly-Relevant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Slick and High Quality can we make it?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Extra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Ideas from last time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Paging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Touch-Screen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Faceplates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2005-02-14T18:14:39Z</dcterms:modified>
  <cp:revision>21</cp:revision>
  <dc:subject/>
  <dc:title>PowerPoint Presentation</dc:title>
</cp:coreProperties>
</file>