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C4FF8D-B686-463E-B57B-7D294F3D2D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B8AC25-90D5-4553-AC37-2DD5E92B63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E4C571-F761-4C0B-9886-0799FA721A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370D7A-1716-4BD0-B842-3C39C4C270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55CCDD-DFA1-4D5D-AFBD-A012DA2C4C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D5AD4-07DF-41B3-816A-2568F10647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592224-978A-4D5E-AF6B-A9AEA42E6D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41A479-56FE-4914-8D13-1CB0306591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1A767A-0644-4B5C-997E-DB9DB37617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8673DA-288C-4113-B6C1-3AE38552C2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AE58CF-9C17-4548-B5B2-DF58DBC0B3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AFBEAB-98BD-4F8E-A577-D3DE4BDF716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F95F66-7FB2-423E-9F6A-1A6CD6AD0F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628035-9D5F-411C-BA36-CC87CECAD1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8CD2DB-69B5-4A63-AE4A-6FA92A9D4A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FF8D28-753A-4DF9-87C6-81AC56C9B8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41E18C-E88E-42E8-A593-97A4954BBE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567651-EB47-4B97-B3BB-69E0FE7063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0647D1-4D8C-4ACE-9E6A-2F78C3CEA3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D44596-C5ED-41EF-B57C-DB78B00F0A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3B06AE-5979-4804-9951-54C400E736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32805C-4093-4632-91B0-7409C269D6E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AEBE6F-7811-4EE4-BF5D-30F6ACF964C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FF6A8D-F1A6-4633-BC7A-D2C3D653979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3C554E-03D4-4032-AF87-68E734F0FB1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C00ADD-761D-47F8-A3E3-1AC9DFED03C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Requirements: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Operate electronic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Universal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Possibly operate several different types of devices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9999"/>
                </a:solidFill>
                <a:latin typeface="Tahoma"/>
              </a:rPr>
              <a:t>Function of a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- send messages to the television set.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Eg.: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on“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next channel“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"switch to channel 9“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"turn volume up"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0000"/>
                </a:solidFill>
                <a:latin typeface="Tahoma"/>
              </a:rPr>
              <a:t>Complicated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many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user will generally have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little use as it is complicated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- BORING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300720" y="1557360"/>
            <a:ext cx="1247760" cy="420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III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99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9900"/>
                </a:solidFill>
                <a:latin typeface="Tahoma"/>
              </a:rPr>
              <a:t>Simple Remote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Few functions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Easy for user to manipulate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Cheap look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BORING!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084720" y="1341360"/>
            <a:ext cx="1322640" cy="446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333399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68000" y="1628640"/>
            <a:ext cx="532764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00ff00"/>
                </a:solidFill>
                <a:latin typeface="Impact"/>
              </a:rPr>
              <a:t>Revolutionize!!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the functionality of the complicated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00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00"/>
                </a:solidFill>
                <a:latin typeface="Tahoma"/>
              </a:rPr>
              <a:t>Attain simplicity through a new format of display (user interface)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"/>
          <p:cNvSpPr/>
          <p:nvPr/>
        </p:nvSpPr>
        <p:spPr>
          <a:xfrm>
            <a:off x="5364000" y="404640"/>
            <a:ext cx="4038840" cy="45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2005-02-14T17:52:37Z</dcterms:modified>
  <cp:revision>11</cp:revision>
  <dc:subject/>
  <dc:title>PowerPoint Presentation</dc:title>
</cp:coreProperties>
</file>