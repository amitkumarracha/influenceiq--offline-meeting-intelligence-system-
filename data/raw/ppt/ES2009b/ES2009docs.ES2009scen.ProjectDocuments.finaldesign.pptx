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DA800F-E7F0-47A8-9772-0BB2EE9511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A3E887-2914-48AA-84EC-436D295FB0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DFD144-16F0-42E3-ACDE-1066483B8C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342226-02C7-461F-8C16-DE80CD07D6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4C2F7F-0E26-42B6-884F-0CA230CCE6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6F78C2-EA09-4311-839A-E78B5A48D0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B681EE-1DAA-40B3-B862-1670917C07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2AB90F-3374-43F1-B078-6786F72D26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D2415D-E7E9-49DC-B6FC-73A52710C9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935086-C384-4D66-9B95-8763B4DA28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59784-0812-47ED-BC3B-B095A51D48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0EBB4C-9552-498E-B1A2-FC3A356F6E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866E52-F3E9-4161-809D-073E4B0DAE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9AB0D3-7C52-43FA-ADC1-CD096D850D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142431-3359-4A49-8060-E0D9ECC4B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F77782-8F4C-4CB1-9E6A-388F0278F3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719627-615C-4237-944E-0F838334AD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275580-0F76-4CB9-998D-B0E2305DA0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AE6444-A1B5-47B1-8589-3DAF34A81C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744947-BEF7-4213-9858-FDB4DA79B2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BED1CC-5B3E-4785-B26A-CAB9A02BBA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E61A6F-8478-4CD7-A6CF-6DEC064159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B03F4-8425-47FF-857A-4C3616C372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EEA945-AB76-4C99-B5EB-3B1E31FC41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1822BB-96C4-4F48-9C03-3D907F0730D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4808BC-7266-41F8-A7E4-95B8A856675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2005-02-14T21:52:59Z</dcterms:modified>
  <cp:revision>21</cp:revision>
  <dc:subject/>
  <dc:title>PowerPoint Presentation</dc:title>
</cp:coreProperties>
</file>