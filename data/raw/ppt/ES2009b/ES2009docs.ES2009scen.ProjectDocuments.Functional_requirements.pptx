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47475A-5FBF-49C1-8C16-ABCA28D5D4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EA2A3C-A004-4FDF-B0EF-97C28DADB0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4193EF-956F-496E-B965-BD1076B9E8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129587-5D64-4543-8789-72CD2FDC14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9681FB-D83C-44BF-891F-77E9D10FC1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EEA265-B5FB-44AD-941E-4002418B8F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1269EC-AE6A-4F28-88BF-AD6B8B86BF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C19DBD-C47F-4446-B53F-3A5043EBF2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318F72-B137-4786-9EF5-1DB644E61F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4161CF-4166-4107-9203-A0F67DC41C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21CDEA-0418-489D-BB87-6362EDCAF9F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B55BE-1E5E-40A3-B341-26660BC26AE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57B7D3-AB43-42A4-911D-73FFCC4936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96E004-4354-4D05-A8CB-D8C8C35316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5AD69D-2CE5-412E-A911-EE0D212BF9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6C848A-DD2A-46FE-BB2F-4DE434C231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2D9600-A464-4370-9FEB-7567BE981F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CEF3F6-3FC8-4DE6-A698-D4599B4BD6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8C1E77-0FE1-4114-ABA4-001C68065C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42D763-36A8-41C0-9D35-7B5C8BF076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8FBE38-0384-4416-814D-429CE93340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C45DA9-7FB1-4FBC-8B81-732E164D90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118428-6ACD-45DF-9B93-2D0FED61DDE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1ECB32-F328-4C3B-BE1E-BD124EFC800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82030F-194A-41C6-8EB7-AB6F8127FBC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F29FF7-4029-4848-A3FA-9175A300C59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Sara,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Research Marketing Reports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Usability Testing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Primary uses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Behaviour 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Usability Questionnaire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Rank features and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List likes and dislikes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Survey future features options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95280" y="14130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Basic functions ranked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50% frustrated by losing remote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75% find remotes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Over 75% of under 35s would like 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Primary functions should be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2005-02-14T18:16:14Z</dcterms:modified>
  <cp:revision>15</cp:revision>
  <dc:subject/>
  <dc:title>PowerPoint Presentation</dc:title>
</cp:coreProperties>
</file>