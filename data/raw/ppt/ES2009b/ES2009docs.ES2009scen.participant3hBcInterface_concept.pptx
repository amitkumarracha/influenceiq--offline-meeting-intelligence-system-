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153511-C556-462B-A5CA-00AF9FE6C75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9A06EA-D915-405B-B4D0-D4CFE9C7C9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9E5E5A-1103-47D3-9E04-FF59648B9B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51AE11-7989-4272-805B-73B0CCD796A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96B496-161C-405B-BE45-7724751C8B5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47F34D-6587-46EA-AFE8-28C641084D5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D1AF23-7D10-414A-95D5-8936BB11469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CB4038-600F-4F26-B745-C050DCB4C18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947DD3-5FB7-44F1-B018-28C9A378A89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F2D174-7735-4A58-9C35-3F3FC874674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716A5A-4542-4B0D-B8F0-278D27EF59B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8A94AD-866F-48E1-BB6A-1ACDD474AE3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35461D-69C3-408B-91AF-F5A4745B3E2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27C765-4CF3-42FE-B631-C14244559B7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231A66-A390-46EB-A484-A05FD0B74D0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940A2C-3CB7-4C75-ACF1-168736BECDC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3373CE-3A90-4102-AC61-A60CFA0BC1C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3AEACB-CA1C-4CB2-8BB6-B858A880E81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0984DA-8BA6-4CFA-A324-2866F963991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93393F-B9CE-4BEA-A7EF-0F888A411AF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A59AEB-79C8-4603-9D75-0381D2F1A6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142429-33EB-463B-84DA-96753D94205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86E341-BADB-4F8C-8BA9-85D24F22253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571C5C-1090-4387-97C4-08CF741F781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A52B253-6465-47F8-B21A-159218CC583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7B5AE77-9939-41AD-B31A-74DC9CB057B8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://www.apple.com/ipod/specs.html" TargetMode="Externa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Ron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ffffff"/>
                </a:solidFill>
                <a:latin typeface="Tahoma"/>
              </a:rPr>
              <a:t>User interface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 aspects of a computer system or program which can be seen (or heard or otherwise perceived) by the human user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 commands and mechanisms the user uses to control its operation and input data.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Remote Control Examples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9" name="" descr="Photo of a set of remote controls"/>
          <p:cNvPicPr/>
          <p:nvPr/>
        </p:nvPicPr>
        <p:blipFill>
          <a:blip r:embed="rId1"/>
          <a:stretch/>
        </p:blipFill>
        <p:spPr>
          <a:xfrm>
            <a:off x="1116000" y="1484280"/>
            <a:ext cx="7201080" cy="410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User Interface Components I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Voice recognition: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Stores Up to 80 speech samples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Record own verbal labels connected to remote control functions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 spinning wheel with LC display: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2" name="" descr="iPod 40G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7236000" y="4005360"/>
            <a:ext cx="1314360" cy="1828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User Interface Components II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A scroll button with integrated push button (such as in modern computer mouse) at the side of the remote: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3059280" y="2565360"/>
            <a:ext cx="3095280" cy="3027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User Interface Components III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Tahoma"/>
              </a:rPr>
              <a:t>TV remote control for special user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Program in only the channels you want your kids to watch - all others are automatically blocked!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Program in up to 10, 4-Digit channels. Dedicated buttons make getting to channels easy.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Secured and hidden programming and battery covers protect your settings.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8" name="" descr=""/>
          <p:cNvPicPr/>
          <p:nvPr/>
        </p:nvPicPr>
        <p:blipFill>
          <a:blip r:embed="rId1"/>
          <a:stretch/>
        </p:blipFill>
        <p:spPr>
          <a:xfrm>
            <a:off x="3419640" y="4005360"/>
            <a:ext cx="1730160" cy="1911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User Interface Components IV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pc="-1" strike="noStrike">
                <a:solidFill>
                  <a:srgbClr val="ffffff"/>
                </a:solidFill>
                <a:latin typeface="Tahoma"/>
              </a:rPr>
              <a:t>Big Button, Oversized TV Remote is the largest universal remote control available!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pc="-1" strike="noStrike">
                <a:solidFill>
                  <a:srgbClr val="ffffff"/>
                </a:solidFill>
                <a:latin typeface="Tahoma"/>
              </a:rPr>
              <a:t>This jumbo universal remote control is almost impossible to misplace or lose.</a:t>
            </a: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 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1" name="" descr="Large universal remote has big high contrast buttons."/>
          <p:cNvPicPr/>
          <p:nvPr/>
        </p:nvPicPr>
        <p:blipFill>
          <a:blip r:embed="rId1"/>
          <a:stretch/>
        </p:blipFill>
        <p:spPr>
          <a:xfrm>
            <a:off x="3276720" y="2852640"/>
            <a:ext cx="3095640" cy="2857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Slightly larger than reg. IPod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Hard plastic casing (stylishly curved)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Changeable casings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Touch screen interface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Go To” Buttons remain on screen at all times.  I.E. Power, Volume, “Jump”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Voice command system for advanced features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Development of new voice command system with response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Use of recognizable colours and shapes to aid recognition of feature (conform industry standards)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Programmable jokes and lines for remote to say! (FUN)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2005-02-14T20:01:57Z</dcterms:modified>
  <cp:revision>10</cp:revision>
  <dc:subject/>
  <dc:title>PowerPoint Presentation</dc:title>
</cp:coreProperties>
</file>