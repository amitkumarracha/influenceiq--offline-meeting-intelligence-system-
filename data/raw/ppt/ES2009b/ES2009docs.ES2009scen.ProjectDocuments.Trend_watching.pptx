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9EEE38F-A113-41D5-B202-F75F7D279A1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9C29C7F-D61B-4A41-9733-CFAD4B1A0CA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43C00C7-EA3F-4FCB-B1ED-E6A8D39B7DD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BCE5789-7BD9-4585-9DF9-E390118B40E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84EC57-3A6C-4810-866F-D3E2A017808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BBB8275-99F8-4ABF-A40B-3E3E0EBB9F8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D23B642-5B1E-4E20-B835-8B72BC6ED27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C1A5933-76C9-4E83-AC3D-4D60985FFE9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E39FAD-4DE1-4CC9-AB12-D2762FF65E9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7CFD816-8EF3-4289-BCC7-A0310F8539E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4B94FBC-B1F2-4107-B43E-E2C49BA7786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B5BAF1F-32C6-4A51-8C9D-67875C949CA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9D0F65F-B194-4E0D-B958-47AF0C755D0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60C6574-9BC2-47BA-A96C-594437219B9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D7AAB11-9026-47F6-BCA7-C39CA6C8C80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1E3D3C1-A8B0-4356-951A-6F58D59E336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C410A7A-9058-4DBC-9CB6-F56499780EF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0B43145-9CBD-4816-BA2A-9EDEB3A16DD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A3E8CC9-BF0C-49D9-A295-34F7A53BA9E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30F20A5-B6BF-4B11-A544-5E22929A75C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FD4CAEF-EA87-44A4-B5B7-C2F1FE91353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F2E75CA-3625-49F6-B990-2863171E49F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513FB92-BD2E-439E-B264-454D6D1C4A3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3FCCEA7-6688-4311-A709-59660141998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93C32E1-CBC8-4E23-BA58-CB959184AB1C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AD89E74-2B40-4DAF-92BE-C4E49A307DC9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Trend Watching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Sara,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Look at remote control market demands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visual style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technical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functionality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Look at current trends in design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fashion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interior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advertising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Aesthetics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trends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fruits and vegetables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“</a:t>
            </a: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spongy” feel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Design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innovative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easy-to-use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Sleek clean lines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“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Fancy” design features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Natural curves and colours to include current style trends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Reintroduce skin option, perhaps soft leather casing? Print cases?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Interface graphics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2005-02-14T19:58:37Z</dcterms:modified>
  <cp:revision>10</cp:revision>
  <dc:subject/>
  <dc:title>PowerPoint Presentation</dc:title>
</cp:coreProperties>
</file>