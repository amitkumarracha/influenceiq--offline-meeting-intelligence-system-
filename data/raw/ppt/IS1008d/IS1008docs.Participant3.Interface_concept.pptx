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68CFA6-1C30-46C3-B0C7-95F81E03C01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2CE819-E79A-497C-96D7-5128523901D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6ADF41-83A0-4713-9AF9-0B7AF87F924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68D234-2F2F-4FB3-A898-9968820F96A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418A20-9AB6-4692-B2E0-85815FAEBE4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632561-F9FA-4518-B0B3-CFABDF8AB7D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592B48-1EEF-44B7-A82C-A89D20F6583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C722F7-DB50-40FA-A352-52EB147BA2E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512F64-2184-47B8-A04E-2450BEA73ED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68D4A4-E868-41D4-BCEF-B608EED6CCB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25CB81-1BBB-4FBC-A85B-7527019CBE4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739151-FD2A-4CBD-A0D7-A6612BB9FB8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D5D2B3-9931-4C50-818C-91ADA2C09C2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28C572-2A38-4B57-B4D0-121D7DA932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9B643F-2354-45FC-A201-51BF763EEE7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5968D2-513E-41E9-931A-6C839D6C43B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9E1FEC-6BD4-44AB-A610-51107DB7CA0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7CB1EE-2151-478E-A6A8-C04612EA971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0ACAD6-4797-40EA-BDA0-0C80EBA386C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A4DA07-A853-4A02-8E8B-4FD77FC7686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709C9E-BC28-4DD5-B06C-816A89240D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940A77-062B-4F75-B461-CA209D01C0D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232E20-2462-468B-A600-B0E8DD08F5B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C7969B-A859-475B-9994-0EB5578B83D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3733B1D-6594-4DAB-BA62-094E585B8875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7EF4F5A-6EF5-4628-9947-DA49EFFC444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Agnes,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Functionalities Used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Visible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On/off switch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Volume and channel control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Menu access button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Ergonomic shape for easy holding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Flip screen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Battery life light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Invisible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Audio and tactile feedback of button presses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Single word speech recognition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2004-12-10T18:29:06Z</dcterms:modified>
  <cp:revision>10</cp:revision>
  <dc:subject/>
  <dc:title>PowerPoint Presentation</dc:title>
</cp:coreProperties>
</file>