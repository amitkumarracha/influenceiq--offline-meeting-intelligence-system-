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874F41-818F-4A12-B3C9-F39D4256F1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DEBF4B-88AE-42A7-92DB-A7AF0BDC1B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0E13D3-9116-4BB4-84E7-AFDFBAC649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98D23-321C-4B17-8948-18BD078A1D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2F34A7-67B3-4B72-BA4C-832F8DE063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CC5FA-4ADB-42D4-A9C2-8F01A89E62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9B9CE-550B-40AC-BB1E-E663D1E4A4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D4451B-ABFE-4977-BD89-D230E014AB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CA8ECA-4D09-43A7-8379-4E38310A31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D79D9-73BE-4098-AF83-2CE4246FBA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D5D7B-69F4-4BB7-BA8F-2DDC0E53B6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6CE5E-3A7C-4FB6-B888-2E5EF35892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6135C3-0412-443E-A8C2-9D16AF6C2D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D84FBF-C660-46A6-B610-C1B53C110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646289-0DBB-4C45-9F77-4DC25177A1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5D50B3-DCEA-4F5E-88A7-4085CDD106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7F1CA2-A58D-4E49-BE28-93ACED0229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82757E-3B09-4FE8-BD0C-14D5CC1B10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F3D8D-2515-4129-9FA2-A6D57C4572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0718E3-4CFA-4AEA-B546-22D3D754A8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B76BEA-E52C-470B-B14F-DFCFEE1EAD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23B0F6-65C0-45F5-9BD3-3A1C96575D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9FF9D-DF4F-4BE0-87F6-D455708003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8F1243-E7EA-455E-AF88-A6B49B7252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7A2C7B-B85C-4122-A53D-8D22F21E19D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392536-A236-4D1F-B6DD-AE35D643D07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5051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Case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Power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Beam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Microphone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Speaker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4092480" y="1557360"/>
            <a:ext cx="505152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use in the past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new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3200" spc="-1" strike="noStrike">
                <a:solidFill>
                  <a:srgbClr val="ffffff"/>
                </a:solidFill>
                <a:latin typeface="Tahoma"/>
              </a:rPr>
              <a:t>Contact Manufacturing for their input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Materials for curved 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Rubber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Titanium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Wood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Simple</a:t>
            </a:r>
            <a:r>
              <a:rPr b="1" lang="en-US" sz="24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regular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advanced 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The chip on print includes an infrared sender. Furthermore we just developed a sample sensor/ sample speaker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900000" y="270648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971640" y="2852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971640" y="2276280"/>
            <a:ext cx="201600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042920" y="2421000"/>
            <a:ext cx="201636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 flipV="1">
            <a:off x="900000" y="191592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971640" y="2060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Designer woods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Carvings or engravings on order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Microphone and Speaker on advanced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2004-12-10T18:29:57Z</dcterms:modified>
  <cp:revision>14</cp:revision>
  <dc:subject/>
  <dc:title>PowerPoint Presentation</dc:title>
</cp:coreProperties>
</file>