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1ED1F6-5474-460C-9222-A4D8F1B76C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4F461B-88A5-4806-948C-416B614DC2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B20AFE-DDA0-4109-9F4D-458246F3E3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DCACAD-5D54-4DDE-B45C-0DB5DF1CFC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356D1C-77ED-4D1D-B939-4A028AA640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A5062D-7239-48F1-A659-C8497303FC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0BDFD9-EA4A-421D-8798-2A90D07EE3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B018CE-FC12-4AC7-952E-090D21D3E2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38CF0D-B0E4-4F84-89A2-06723452EC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D4D4AF-52AC-4247-B638-2EC23169C7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D05A0A-BAFE-4A41-9ED3-F57067929F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B65C1C-6302-4EFE-8A14-E84E5081824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10E980-D54B-4BEB-BCD0-CAAE7E2584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851ABB-091A-47D8-87CA-BF7637B515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E53E3D-89F6-4F2E-82BB-884A0ABAAF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6D9EDC-519F-45E5-9EBB-38DCC40FBA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A417CD-C8B0-447A-BB22-D51681B6EB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2EB18A-0F39-468C-B529-8148B78E54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3D561F-4EA4-4291-9897-027CD62092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9A0A86-245D-400E-8E7C-C7C51A8D15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A8FD42-E6E5-4DD0-BE61-3D1D3E1F4E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523FF9-5F48-4591-907E-7F5F864BAB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2E6209-D126-4F69-97FC-BBF9843C7B7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1355C0-DD2D-4AB0-AC5E-C1CEDE5BF0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FEE18D-95EC-412C-A4AC-16420696B67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4EF114B-449D-43A8-9DED-8BB562C7517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2004-12-10T19:32:44Z</dcterms:modified>
  <cp:revision>19</cp:revision>
  <dc:subject/>
  <dc:title>PowerPoint Presentation</dc:title>
</cp:coreProperties>
</file>