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AC485F-D0A6-4F4B-881D-958FED5EBC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E49398-AA53-4D78-A72C-A50209FE28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E7F46F-7B45-4A10-A7B0-926EAE7B4F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059E34-85F5-4C4D-838A-4CD7842788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DE3ADC-6E13-48C7-B58D-DD00E03B3F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66BADA-C220-433B-B34D-3EA7165A61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99E166-CB6A-4F9F-8457-7456896D5F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533C4B-5A2A-4349-B3DC-105CE58257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CFF947-6447-4C1E-AD71-449E3E00F2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7BE245-F0D8-4EF8-ADD3-100A8A65DB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8EE11A-1697-40A7-962B-A17F76BEF56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0F9DE5-9561-4B8C-9ABF-EF8DF1721D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EC577F-09A6-4CD7-B6F0-942A67F90D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44F4E4-C2AD-4EB2-95E5-C806E3FAC7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DC30A9-A280-4E61-886B-3BC09FC5E7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BDF9C1-AB6A-42AF-9968-F11DE8C0B1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BE2629-45E3-4A6F-98BE-AA2C9E210C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B6B8AE-3695-4687-85B0-4D6AB251D9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1730C4-578A-4DF0-86BE-14E56ADFA9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C0A4D8-98F6-4B80-9207-39F4D49B30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AA4CA5-1B2C-4C2A-9D31-B648B48B26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90EF58-FD27-4FC5-8F78-6060A16F07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D8B7C9-77D7-4458-AB94-FE7C5F55A83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8E582C-E2BD-4B4E-A74E-93ED5922BF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5207C5-33D6-40E1-A75F-F902670F0D5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AB8329-1ACF-4220-91B0-D24757EE6E7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Agnes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Specifying the case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i. Form  - ergonomic shape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ii. Material -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iii. Color - customizable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Elements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 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i. Function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Turn 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Volume and channel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Menu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Voice recognition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LCD screen on flip panel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ii. Position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grand unveiling 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2004-12-10T19:50:12Z</dcterms:modified>
  <cp:revision>8</cp:revision>
  <dc:subject/>
  <dc:title>PowerPoint Presentation</dc:title>
</cp:coreProperties>
</file>