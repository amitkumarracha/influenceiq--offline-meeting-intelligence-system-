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F51679-44A1-4A7D-8B79-D35292DD43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42ABC2-2B70-4151-A30F-6FA6A779A0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37625-616C-4E57-9173-C5D8FE944E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226702-325E-46CF-8EB7-7D5D0D9119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FBFFEA-5FAB-49E7-9C28-E4F0870845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9D95E8-4A90-4133-83E9-196101A8D1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6B5860-ECE2-4242-B1EC-4BCA8268F0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D506CF-25C7-47CC-8190-780787B72E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038111-3223-4B13-97C1-69B51A5765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36BE4-87A1-4022-B16E-1F9B472AED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4C5CC0-3BBC-40C7-AF71-A52B1F26B4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EBAEF7-254D-48C7-A2BF-C24E467B00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F35885-2CEE-4ED0-8EDD-BA9379E060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E3C5C1-4C7A-4538-87FA-3A6654CF06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E5AF55-89D5-4173-805E-51390AAC33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20E9D-8CC5-4742-97D2-864297DF0E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B77D53-8770-47BA-A3B5-5E1AB30527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15579-A741-46E2-8FFA-A4D9A2312D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B0D19F-F9E8-4326-991F-39468924D1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92B8A3-5E41-4631-A9ED-075FBDE479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692CA5-A804-4981-B5A9-7B580808E7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283A60-323F-4E44-B13C-5E9A0D483A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7ABAB8-CC73-4906-BA54-33223AD938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5832D1-93D5-4AC7-ABFF-1B243E1224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DDE2DB-4979-49D0-BC07-5643D8712EB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9E1394-259A-40DA-A9E0-9AA86E442C0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what people like and don’t like about existing TV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why the good ideas are good and the bad ideas are 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May seem simple, but it’s not!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functionalities do we want to use/keep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should the remote look like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Needed/Useful functionalities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 TV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Change channels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directly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Surfing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the volume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menus on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 many buttons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buttons do isn’t clear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Often need to know specific button sequences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Buttons are too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Some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39640" y="260280"/>
            <a:ext cx="1714680" cy="579132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7093080" y="189000"/>
            <a:ext cx="1726920" cy="58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number of buttons to a minimum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Make frequently used buttons bigger and more strategically placed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the design sleek and simple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2004-12-10T16:42:54Z</dcterms:modified>
  <cp:revision>8</cp:revision>
  <dc:subject/>
  <dc:title>PowerPoint Presentation</dc:title>
</cp:coreProperties>
</file>