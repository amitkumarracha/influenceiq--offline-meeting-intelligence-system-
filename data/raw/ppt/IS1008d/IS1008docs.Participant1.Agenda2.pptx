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C7226C-4E02-425A-9980-FC80CDB651F0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99708E9-4F8B-4AD6-AA2D-2ADF3BA38D6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919F8F-F3F0-4923-A449-AEC7FE80CFE1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3A1F5D4-74D4-43E3-9DE2-30F8891F683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58E6AE3-2924-43D4-A172-F28614196EE7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785AAD6-814B-4BBA-844F-D4089EEE80C1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11044FF-450B-4155-BEC3-E4EB91EB0EE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A56CB43-D70B-44ED-86D6-C5154DA789D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E764E-C63B-438E-AE0C-3FC08A8EB3D5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3F5A239-CA02-4B2A-A0B9-B339BA550500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99364D4-EA1F-4675-A008-6E826A192AE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0C36862-9D53-4DA3-92E4-FBEEF1CA9A59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E7F8A0-9079-46D0-A565-7D2620CBD0F1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A044FED-29CF-4F2B-9154-D8AAE9CD2EBC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E87E892-0722-4630-96CD-24C2E72B0A3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70449012-DF76-42B9-8785-791CF7DE7B1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B0E850-2C41-4F48-A6AE-C568A27DDBA4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723AB44-ADB2-4274-9A41-6CF8292EFE50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EB5356C0-0392-4B04-9AC4-FCC030EADAC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AEA4AEE-CB45-4ACF-8C52-3C7C48659C1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4B71D796-D699-469E-871B-F62741701B2A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06820524-DA30-4DAD-8771-D9B4D820ED7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627703C-5A17-45EC-917B-C81F6AE948BB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558D6F6-1A0F-45D5-A236-A074B99DA8FF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5A335FC-7462-42AB-BC0E-417AA0D523ED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CF7E80D5-7142-41D7-940A-93F32CB9A32A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Conceptual Design meeting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Sridhar Dasari, Project Manager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Agenda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Opening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PM = secretary (minutes)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3 presentations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Decision on remote control concepts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Closing (we have 40 minutes!)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Decisions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Components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Energy?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Chip on print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Case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User interface concept?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00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Interface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Type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Supplements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Closing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Next meeting starts in 30 minutes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Individual actions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ID: the look-and-feel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UID: the user-interface design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lnSpc>
                <a:spcPct val="90000"/>
              </a:lnSpc>
              <a:spcBef>
                <a:spcPts val="601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ME: product evaluation 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2800" spc="-1" strike="noStrike">
                <a:solidFill>
                  <a:srgbClr val="ffffff"/>
                </a:solidFill>
                <a:latin typeface="Tahoma"/>
              </a:rPr>
              <a:t>ID and UID work together on prototype using modeling clay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lnSpc>
                <a:spcPct val="90000"/>
              </a:lnSpc>
              <a:spcBef>
                <a:spcPts val="700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Specific instructions will be sent to you by your personal coach.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2004-12-10T18:56:06Z</dcterms:modified>
  <cp:revision>19</cp:revision>
  <dc:subject/>
  <dc:title>PowerPoint Presentation</dc:title>
</cp:coreProperties>
</file>