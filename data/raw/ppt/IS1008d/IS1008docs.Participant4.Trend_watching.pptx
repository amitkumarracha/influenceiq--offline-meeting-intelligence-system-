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F8F4A5-7740-4BE2-90D8-4BA4E7F600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DA5AF-C7F1-49C0-AC81-EEF063D321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CCB6D5-C0F8-4DC9-B809-DE079CC012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FE827A-7410-48DA-832B-7C545247B3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066748-8223-4620-B3C7-17D2B4047E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23CA93-7880-422E-AAA8-A9DF47A7F4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353B07-6FFF-4C64-A4D9-F7D099102C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BCBFA7-85B6-4906-97D9-B11292E54F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04DFB6-9E16-44EB-8A23-0FF935D1A4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0684B-BA5F-4AB8-84BA-3584D1AD6D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C1C580-A74B-49F3-A0F5-AA01B0F36E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434C85-EF27-4F61-8084-586F5ACCCC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5363C-9F90-48DF-9603-808D723D8C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531ED9-1859-4BBC-8EA4-FFACC6E427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C0B558-FDFB-452C-B88D-48CACEE85D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EB30F8-F4B5-4EBD-B90E-4BBB84475D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A84DF3-DAF5-4C08-82AB-0BADD19681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C53C69-A264-4C37-BC48-253EDA5223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F29874-C567-4029-B1F3-7848BE86E8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EE7419-FF4A-470A-B50C-5C7DB241B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F0B72B-9CD8-43FA-9287-8BA165FA98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482CF6-0BF9-42FE-8979-AD24216D3C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B7E994-1520-48E4-92FA-8320CDCEFE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1A3026-1397-4E5B-AD29-574E0170F5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09A125-E921-4461-8729-CD47412D819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8D4ADC-3C8E-4F07-BEED-684629D0B7C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&lt;We have been giving sample questionnaires in various areas to be able to make decisions as to what consumers are looking for.&gt;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market trend is toward « fancy and feel good » style of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looking for the « next » major inovation.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has again become a major interest with consumers.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willing to pay for new, exciting technology.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971640" y="2205000"/>
            <a:ext cx="1218960" cy="143820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3059280" y="2349360"/>
            <a:ext cx="961920" cy="129564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icture of Talking VCR Remote"/>
          <p:cNvPicPr/>
          <p:nvPr/>
        </p:nvPicPr>
        <p:blipFill>
          <a:blip r:embed="rId3"/>
          <a:stretch/>
        </p:blipFill>
        <p:spPr>
          <a:xfrm>
            <a:off x="4500720" y="2205000"/>
            <a:ext cx="1439640" cy="14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2004-12-10T18:26:09Z</dcterms:modified>
  <cp:revision>9</cp:revision>
  <dc:subject/>
  <dc:title>PowerPoint Presentation</dc:title>
</cp:coreProperties>
</file>