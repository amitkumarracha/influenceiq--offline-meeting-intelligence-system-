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8DF7C7-D239-4BDA-BC8D-3F40EE4123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BE0B7F-4B2B-425E-9413-D644BF90EC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D188C7-DE33-49EB-8CB5-BCCB14204E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3D1794-DE97-448D-8D95-8DBBB6DF41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BDA60A-5ECF-4852-B63E-9E1EF71A24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A347BC-2CC7-481C-AA45-5022CC1E40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405FFB-7803-4019-9B15-8A2154ABB0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962D26-1089-4CA8-ACAE-B8876EB2FD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E3C863-3988-4A88-986D-F2A2DAD35D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68F4AE-86A0-4FA0-BB0A-007E485FA5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BF4216-98A0-4342-B90E-783C87AD3D5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8EF853-C941-45F2-B10E-2B51B27A642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BAC009-FD98-42E6-9F9D-0139E63874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595666-B6CF-4118-94FE-6634534929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71749E-AC2E-4E21-8565-AADEBE7272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00603E-7EC9-4C31-B22F-4EFA651AE1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9E3729-F33B-4584-AFBF-2A4202BA31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163A16-A710-4488-A492-F7F7666E23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888869-B362-4BB4-BC90-3E55145974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FE2431-36A6-4F9B-BE71-72B856E7C8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A0A4FB-9149-4EB0-B668-CB49C691AF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8D38DF-F715-4901-BDA2-A4D2C4B416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CA1C1D-FECE-479E-8498-315AA1A044B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0228CA-E2E2-4831-BD09-151C887DAF2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1DE2A2D-A217-48DE-82D1-A3855C1EA9A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E440AF3-8038-4702-8125-09F5619BFCF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&lt;Ed &gt;,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Independent study shows that the market buys nearly 8m per year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Internal company evaluation- market will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purchase between 8-9 m remotes next year</a:t>
            </a:r>
            <a:br>
              <a:rPr sz="3200"/>
            </a:b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Target of 2m units to be sold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Price must be 50€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Production cost cannot exceed 25€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(obviously material, labor, transport,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promotion)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Company must take 25% of the market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(over one year period)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1 Form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2 Fancy, stylish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3 Ease of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4 Speech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5 Cost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Company must evaluate feasibility of being able to capture enough of the market to justify putting new remote into production. 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2004-12-10T19:49:51Z</dcterms:modified>
  <cp:revision>14</cp:revision>
  <dc:subject/>
  <dc:title>PowerPoint Presentation</dc:title>
</cp:coreProperties>
</file>