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9E1F8C-E427-4BAB-ACC8-226398F1A9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91CFA2-9D9A-4AA6-86C8-724D100255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84D975-32B6-434E-ACC1-A2CF4E8A2B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74474C-C5F1-420F-AE8F-836DD93D91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45D808-9D0C-45DC-BFD4-C3647D6E26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906FB7-0598-48FC-8666-82E8407C84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775A83-2CCA-49B1-81F6-7FCA1D473D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A881B2-531C-45C5-9AA5-96F20270CD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49DD5B-279F-49D8-9EC7-C6E1A4F5B5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3CCDC3-46D4-4377-80F2-B2B5834880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B79D6A-81E7-4C1D-AF37-B9260F60FE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0C573B-A22F-44FD-8194-F90F20BF0CC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D69F0D-B969-4951-97ED-447E56D54F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DF133C-E989-4920-BCD0-A48FFD3307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C53D19-7256-42DF-AF4C-046007090A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26CE96-E0F9-425F-A1F4-14FDFDB2F05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84B02E-C6FB-4C0C-8F18-2D2D40E377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63F432-9903-4F7B-8A0F-3681F4617D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BB60E5-7570-4973-85B1-2F2FBDE3EC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E14C74-0F27-4086-BD67-E2C6D1CB41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BF53F8-B2C1-42A5-9F74-C03C178819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11E91F-6B05-4DF0-8DED-4572F00E0B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5B0FDC-5411-409F-907E-91837E4AEA5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DDA5D5-86F8-4A67-8560-770071C53B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D8A0D4-C4DD-4D57-ABD7-076AB2EDF61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2F8B0D-0BB6-4FC0-84CF-EE694AA7FAD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Christine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Identify User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Turn television on and off the first time you press on the big button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Easy to find and hold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Identify things that are popular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iPod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Nokia camera phone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Determine the materials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History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Zenith engineer Eugene Polley invented the "Flashmatic," which represented the industry's first wireless TV remote.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Introduced in 1955, Flashmatic operated by means of four photo cells, one in each corner of the TV screen. The viewer used a highly directional flashlight to activate the four control functions, which turned the picture and sound on and off and changed channels by turning the tuner dial clockwise and counter-clockwise.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ahoma"/>
              </a:rPr>
              <a:t>While it pioneered the concept of wireless TV remote control, the Flashmatic had some limitations.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Tahoma"/>
              </a:rPr>
              <a:t>It was a simple device that had no protection circuits and, if the TV sat in an area in which the sun shone directly on it, the tuner might start rotating.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1270080" y="2185920"/>
            <a:ext cx="2413080" cy="33530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4284720" y="2565360"/>
            <a:ext cx="2413080" cy="264168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/>
          <p:cNvPicPr/>
          <p:nvPr/>
        </p:nvPicPr>
        <p:blipFill>
          <a:blip r:embed="rId3"/>
          <a:stretch/>
        </p:blipFill>
        <p:spPr>
          <a:xfrm>
            <a:off x="7093080" y="2708280"/>
            <a:ext cx="1428480" cy="176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539640" y="2133720"/>
            <a:ext cx="8280360" cy="36716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4067280" y="357192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6" name=""/>
          <p:cNvGrpSpPr/>
          <p:nvPr/>
        </p:nvGrpSpPr>
        <p:grpSpPr>
          <a:xfrm>
            <a:off x="2971800" y="3492360"/>
            <a:ext cx="673200" cy="665280"/>
            <a:chOff x="2971800" y="3492360"/>
            <a:chExt cx="673200" cy="665280"/>
          </a:xfrm>
        </p:grpSpPr>
        <p:sp>
          <p:nvSpPr>
            <p:cNvPr id="107" name=""/>
            <p:cNvSpPr/>
            <p:nvPr/>
          </p:nvSpPr>
          <p:spPr>
            <a:xfrm>
              <a:off x="3222720" y="349236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3411720" y="364320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971800" y="383688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"/>
            <p:cNvSpPr/>
            <p:nvPr/>
          </p:nvSpPr>
          <p:spPr>
            <a:xfrm>
              <a:off x="3410280" y="382248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" name=""/>
          <p:cNvGrpSpPr/>
          <p:nvPr/>
        </p:nvGrpSpPr>
        <p:grpSpPr>
          <a:xfrm>
            <a:off x="1620720" y="3733920"/>
            <a:ext cx="954000" cy="174600"/>
            <a:chOff x="1620720" y="3733920"/>
            <a:chExt cx="954000" cy="174600"/>
          </a:xfrm>
        </p:grpSpPr>
        <p:sp>
          <p:nvSpPr>
            <p:cNvPr id="112" name=""/>
            <p:cNvSpPr/>
            <p:nvPr/>
          </p:nvSpPr>
          <p:spPr>
            <a:xfrm>
              <a:off x="1620720" y="390672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1998360" y="373392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2244600" y="390852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5" name=""/>
          <p:cNvSpPr/>
          <p:nvPr/>
        </p:nvSpPr>
        <p:spPr>
          <a:xfrm>
            <a:off x="5257800" y="357192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 flipV="1">
            <a:off x="1146240" y="3507840"/>
            <a:ext cx="1440" cy="6368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6380280" y="356400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7478640" y="354348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"/>
          <p:cNvSpPr/>
          <p:nvPr/>
        </p:nvSpPr>
        <p:spPr>
          <a:xfrm>
            <a:off x="4870080" y="426420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088160" y="426240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680840" y="424980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582280" y="42339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850680" y="424656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361560" y="427500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193160" y="426888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7" name=""/>
          <p:cNvSpPr/>
          <p:nvPr/>
        </p:nvSpPr>
        <p:spPr>
          <a:xfrm>
            <a:off x="4102200" y="2997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5292720" y="2997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"/>
          <p:cNvSpPr/>
          <p:nvPr/>
        </p:nvSpPr>
        <p:spPr>
          <a:xfrm>
            <a:off x="6415200" y="2989440"/>
            <a:ext cx="679320" cy="56484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7513560" y="2968560"/>
            <a:ext cx="84636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"/>
          <p:cNvSpPr/>
          <p:nvPr/>
        </p:nvSpPr>
        <p:spPr>
          <a:xfrm>
            <a:off x="4102200" y="458136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"/>
          <p:cNvSpPr/>
          <p:nvPr/>
        </p:nvSpPr>
        <p:spPr>
          <a:xfrm>
            <a:off x="5292720" y="458136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>
            <a:off x="6415200" y="457344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7513560" y="4552920"/>
            <a:ext cx="84636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1332000" y="2492280"/>
            <a:ext cx="0" cy="302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1042920" y="2565360"/>
            <a:ext cx="7705800" cy="2808360"/>
          </a:xfrm>
          <a:prstGeom prst="rect">
            <a:avLst/>
          </a:prstGeom>
          <a:noFill/>
          <a:ln w="57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Inflatable (so that the size can vary according to user preferences)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Colorful or Transparent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Waterproof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Beeps (loudly) or plays a tune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Long battery life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2004-12-10T16:18:33Z</dcterms:modified>
  <cp:revision>15</cp:revision>
  <dc:subject/>
  <dc:title>PowerPoint Presentation</dc:title>
</cp:coreProperties>
</file>