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CECB04-8E9E-4717-A4D3-6D93F098FF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269D8A-2B32-40B2-A14A-96C79AE6CF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BABA58-D1FA-4E34-ABC2-C025D141AB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93D32C-0079-4969-8C03-C1BB64F07C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39BDF1-CBA1-4C75-8EDA-A687850FC0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EED2D5-C3BB-48C5-B5A7-87335A0723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2EEB7C-92E5-45A3-B9C0-7746810637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F1F292-32F4-4A27-AE1B-1FD967C82A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E6B790-29EE-482A-9BDC-8956D457E4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8FCB6E-BA70-486F-A4BF-D250AC1C88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E92730-D68F-454E-AA6D-E81E6195D2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1B14E0-87AC-4101-83B9-8C1BE0CFE6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19474-40E7-4BA9-9572-4A5A336EAF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A5871A-7155-4AB5-BBF6-698F9A3BE7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7A64DC-C94F-43D6-8BBE-86D0E420A7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43330A-127B-4DA0-8E96-F2AB10B34F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9E8803-8001-4497-A69D-1F42755AD0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71AF47-98B8-4DF1-A470-B444C433FA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946D8E-C07E-416F-9A29-9443667EAE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AAB758-A82A-4E81-8CEB-4438E825DD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807864-F96C-42F2-8F0E-6EC35CF2A4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74B505-8693-4A42-BDAA-622B4BC1FA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F7339F-AFED-420C-8935-937CE77D15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BA0BE4-218D-4185-B230-22F146BF65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ADEB36-6C7C-4FBF-9AA9-D6BD00CF57A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B17954-6718-4B34-989D-DB5789EB9EA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2004-12-10T16:39:48Z</dcterms:modified>
  <cp:revision>19</cp:revision>
  <dc:subject/>
  <dc:title>PowerPoint Presentation</dc:title>
</cp:coreProperties>
</file>