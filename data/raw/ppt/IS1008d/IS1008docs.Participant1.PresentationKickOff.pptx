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BA35E9-61E2-4EC6-B937-AE22F74E8F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5875C1-4DDD-43D5-85C3-77665146B5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DD26B2-9964-46E1-A826-79333FC25F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D5DE93-4833-41FC-8163-53137FCED3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8ED3AD-135B-46B5-8FBF-07B66AFCC7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CF4685-406D-43C0-B034-2188509D96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799B05-B6AA-4841-BFB8-FFD1C837D5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7A006C-053D-4C69-819C-CC219078A0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FA0712-F850-47C2-B2DB-E19340564F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4BCDA6-E519-4E1F-9BA2-D40EF8C1A9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7BD068-CEE8-46FD-9D0C-43AB8A4E15F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01DB12-CD27-43F2-8FD3-5E16A786D0E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05B56F-FAD8-4DCB-B1A8-1FA8EBAB61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0793DC-1017-49D7-BB51-E48E14F124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501AF3-88DE-4A07-9703-0C0EEF6B9D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3C88FE-E8BE-4CE5-ADD5-EEA0CE1FD8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D99145-69E5-4107-A224-5463FC5171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CA913D-51B7-4AE4-94D4-123AF6D095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354431-556B-4590-BE2E-D2AD804714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369993-9CC4-43E9-B05F-E1618555CA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D6454C-31B9-4E0F-AEA3-AB20DC25E4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73DF59-09A0-4866-92F3-F9276E1A5F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29C067-CA42-4B75-AD46-23898DFEB9E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2B50C5-784F-4BA5-8CBA-1B458F4C6C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D5A460-B487-4D3A-B62C-E4A3F8241D7F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60E5C5-1945-4922-82B5-A0C612640511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&lt;Dasari Sridhar,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2004-12-10T15:15:12Z</dcterms:modified>
  <cp:revision>33</cp:revision>
  <dc:subject/>
  <dc:title>PowerPoint Presentation</dc:title>
</cp:coreProperties>
</file>