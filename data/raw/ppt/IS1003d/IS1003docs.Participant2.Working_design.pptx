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52836AE-2A67-4FF4-AC31-D0ACC251090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1C76A1-3E12-4FAE-BF04-5183EBD3897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13D4628-D52D-4D2A-B28E-E908366D7C8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8F7C7AD-7269-4CC1-88CA-D845BC2D2C9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FC91CC0-AB73-4853-ADD1-3F5F7F840AE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10DA66-7A02-4B84-9E6A-1612C851E62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8A7EC2-5F82-4432-9505-828DA8AF4AA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BF75345-0F87-4893-8BBB-C1BC4A3E6B4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BC3E83-1283-40F1-95B4-DD3954F307A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B06CF7F-E6DF-4727-A173-9435A2254EF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3FA2057-A4BA-420B-94DF-AD448E9B248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FF67BC-B5C9-48C4-AB59-2BB7ABB9B3F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A4B5ACB-9209-4F9F-B622-BFE5CA316C0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A46E743-BADC-4F02-A09E-F22FE1E4AF9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3331DC6-0127-4547-AF66-D97587AB454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A2DBC85-833A-420D-9F41-31C0C0178C6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3873A22-B7C3-4E31-B02E-F48B205E1AF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608679F-75BA-49B5-A38E-7F88C7614DF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37D480C-2A72-4340-8A1D-2F07C163721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C8DAFA-BA36-431F-B254-05DD9F4B70F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2330140-98A5-4713-B764-B4E5C51B847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FD49841-EBCA-4764-990A-B570E617A65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078C167-72E7-487C-A084-D04E72F6E85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0BA261F-B719-4917-8E06-4894D7B8D03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6C9C1D9-BC1F-4CA1-9E53-13B3D70D58A5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DC5C937-95A8-4EEB-B0CE-60703DC1C92D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Baba,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395280" y="1773360"/>
            <a:ext cx="8229600" cy="2149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Infrared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Bulb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Infrared bulb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"/>
          <p:cNvSpPr/>
          <p:nvPr/>
        </p:nvSpPr>
        <p:spPr>
          <a:xfrm>
            <a:off x="468360" y="2205000"/>
            <a:ext cx="8280360" cy="3672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"/>
          <p:cNvSpPr/>
          <p:nvPr/>
        </p:nvSpPr>
        <p:spPr>
          <a:xfrm>
            <a:off x="468360" y="189000"/>
            <a:ext cx="8248680" cy="1801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  <a:effectLst>
            <a:outerShdw dist="107932" dir="2700000" blurRad="0" rotWithShape="0">
              <a:srgbClr val="80808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2" name=""/>
          <p:cNvSpPr/>
          <p:nvPr/>
        </p:nvSpPr>
        <p:spPr>
          <a:xfrm>
            <a:off x="3276720" y="3860640"/>
            <a:ext cx="609480" cy="60984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03" name=""/>
          <p:cNvGrpSpPr/>
          <p:nvPr/>
        </p:nvGrpSpPr>
        <p:grpSpPr>
          <a:xfrm>
            <a:off x="1549440" y="998640"/>
            <a:ext cx="954000" cy="174600"/>
            <a:chOff x="1549440" y="998640"/>
            <a:chExt cx="954000" cy="174600"/>
          </a:xfrm>
        </p:grpSpPr>
        <p:sp>
          <p:nvSpPr>
            <p:cNvPr id="104" name=""/>
            <p:cNvSpPr/>
            <p:nvPr/>
          </p:nvSpPr>
          <p:spPr>
            <a:xfrm>
              <a:off x="1549440" y="117144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5" name=""/>
            <p:cNvSpPr/>
            <p:nvPr/>
          </p:nvSpPr>
          <p:spPr>
            <a:xfrm>
              <a:off x="1927080" y="99864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6" name=""/>
            <p:cNvSpPr/>
            <p:nvPr/>
          </p:nvSpPr>
          <p:spPr>
            <a:xfrm>
              <a:off x="2173320" y="117324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07" name=""/>
          <p:cNvSpPr/>
          <p:nvPr/>
        </p:nvSpPr>
        <p:spPr>
          <a:xfrm>
            <a:off x="6300720" y="3789360"/>
            <a:ext cx="60984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"/>
          <p:cNvSpPr/>
          <p:nvPr/>
        </p:nvSpPr>
        <p:spPr>
          <a:xfrm>
            <a:off x="6308640" y="828720"/>
            <a:ext cx="67968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"/>
          <p:cNvSpPr/>
          <p:nvPr/>
        </p:nvSpPr>
        <p:spPr>
          <a:xfrm>
            <a:off x="4716360" y="3860640"/>
            <a:ext cx="846360" cy="60984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"/>
          <p:cNvSpPr/>
          <p:nvPr/>
        </p:nvSpPr>
        <p:spPr>
          <a:xfrm>
            <a:off x="4798440" y="1528920"/>
            <a:ext cx="133272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Infrared bulb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4016880" y="1527120"/>
            <a:ext cx="6912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Bulb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1609200" y="1514520"/>
            <a:ext cx="883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Switch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2545560" y="1484280"/>
            <a:ext cx="15156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Energy source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779040" y="1511280"/>
            <a:ext cx="5907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Wire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6289920" y="1539720"/>
            <a:ext cx="694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Chip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7121880" y="1533600"/>
            <a:ext cx="164088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Subcomponent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117" name=""/>
          <p:cNvGrpSpPr/>
          <p:nvPr/>
        </p:nvGrpSpPr>
        <p:grpSpPr>
          <a:xfrm>
            <a:off x="2900520" y="757080"/>
            <a:ext cx="672480" cy="665280"/>
            <a:chOff x="2900520" y="757080"/>
            <a:chExt cx="672480" cy="665280"/>
          </a:xfrm>
        </p:grpSpPr>
        <p:sp>
          <p:nvSpPr>
            <p:cNvPr id="118" name=""/>
            <p:cNvSpPr/>
            <p:nvPr/>
          </p:nvSpPr>
          <p:spPr>
            <a:xfrm>
              <a:off x="3151080" y="757080"/>
              <a:ext cx="1224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9" name=""/>
            <p:cNvSpPr/>
            <p:nvPr/>
          </p:nvSpPr>
          <p:spPr>
            <a:xfrm>
              <a:off x="3340080" y="907920"/>
              <a:ext cx="1224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0" name=""/>
            <p:cNvSpPr/>
            <p:nvPr/>
          </p:nvSpPr>
          <p:spPr>
            <a:xfrm>
              <a:off x="2900520" y="110160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1" name=""/>
            <p:cNvSpPr/>
            <p:nvPr/>
          </p:nvSpPr>
          <p:spPr>
            <a:xfrm>
              <a:off x="3338640" y="1087200"/>
              <a:ext cx="2343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611280" y="1557360"/>
            <a:ext cx="8229600" cy="2798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Wireless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2004-11-19T16:21:07Z</dcterms:modified>
  <cp:revision>14</cp:revision>
  <dc:subject/>
  <dc:title>PowerPoint Presentation</dc:title>
</cp:coreProperties>
</file>