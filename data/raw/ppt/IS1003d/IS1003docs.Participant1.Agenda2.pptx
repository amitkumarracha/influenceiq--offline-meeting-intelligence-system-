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18A96-EB70-45F1-AD83-F92E7EDA5B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603597-B354-4107-A9EE-20CE362337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C82EC5-3AE4-4486-9A14-79EB4FDB84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BC9961-32A0-467D-A0A2-17BBE22B0E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122AEC-6BA9-432E-A0AB-B43825930E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8DE02-BC54-4CF8-B077-A491955B98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F33369-9E0B-4856-B4F6-C04667E986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707D6-A59E-4D02-B637-3AE5AEBD72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6B925-CE97-46E2-9176-8D0183BF0D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3BF484-C21A-460C-ACD5-518AD0C669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080D52-1554-40DF-A7AD-59CD205C80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91A1BE-1CCD-4720-821C-9210E880C4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CCADE3-96B1-4FDC-8800-AA83E5A1F7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6EEA2D-78E5-49D7-9201-B1F5BF952B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C15A8C-E243-4E64-9AD4-B97781E978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020764-B130-48A3-A410-F9F732E08E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E3A308-BD9C-4D0D-81DC-FC622FEC76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6232B1-7382-4701-BB09-AA2EFDF9DA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731E09-3AC3-46B9-9EB6-565877DC26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2D8427-FA5D-419A-BF53-5B6DACE9B3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B17661-6AA8-44F5-9C2D-6E51F5158A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11FD5D-34EA-4729-A539-3A92E11BD3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D95FF0-A422-4B0F-A6B8-539B6A9514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E733CF-3555-4C2B-B27A-66AE00C4FB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2F720B-C435-473B-BBD3-A5E9D7989DE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F9E687-D10D-41B7-A293-C1766F796FD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2004-11-19T18:54:35Z</dcterms:modified>
  <cp:revision>19</cp:revision>
  <dc:subject/>
  <dc:title>PowerPoint Presentation</dc:title>
</cp:coreProperties>
</file>