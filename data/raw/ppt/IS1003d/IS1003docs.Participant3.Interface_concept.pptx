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BA04FF-242F-42BA-B3D2-EB7E4BA99A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92E348-7015-4130-A398-F31881CAE7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8FF8F-32B6-4D43-8A26-BB06DB6B07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04B03-06A0-40FF-9183-882DCFB578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4A5358-E976-4E75-9096-BC84CD8904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D2C9B-A2A9-429C-9E59-CD6136C03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5CF32-3730-41DD-AD51-19D126F6EB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2481A-F609-4491-9950-5AC2A9E639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4C3787-B473-4991-9709-5D46C13860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6CC2B3-CB70-403A-BD3C-85B05269FE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588C93-2A01-4F13-9CAD-71CB350008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FE793-7A7E-4C44-B576-204BD9D99F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DFDFFA-9EC0-4C9C-8588-08D28CDDEA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38D01D-BFF0-44B4-B1B6-14ED6A2DBE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779714-C0A0-4D18-947F-C4216A9A42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23FCE7-6CBF-4B92-9671-99C98620F1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542CC0-31D3-472A-B761-8015A94DF1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6F5372-DFF0-44D2-B8E3-C419DFB76C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EE5CD8-C0D1-43D3-BCBB-F38827D012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A98F47-FD2D-461D-8237-99966ABF55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5596E5-B6F8-4BB7-B938-44326B9467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AC5B8B-CB82-4AF3-B4C4-7F19E237D2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DC653B-965D-4325-BC45-06E0794BC2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07A49-1A92-4170-901D-9ED9A4448B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2E9F20-A0F3-4651-8522-4717FA02F06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88A15A-79E7-40F8-BE74-ECDE8502A4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Three Concepts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Google”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Google” controller: Easy-to-use with Sophisticated Functions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388800" y="2276640"/>
            <a:ext cx="8431200" cy="2760480"/>
            <a:chOff x="388800" y="2276640"/>
            <a:chExt cx="8431200" cy="2760480"/>
          </a:xfrm>
        </p:grpSpPr>
        <p:pic>
          <p:nvPicPr>
            <p:cNvPr id="100" name="" descr=""/>
            <p:cNvPicPr/>
            <p:nvPr/>
          </p:nvPicPr>
          <p:blipFill>
            <a:blip r:embed="rId1"/>
            <a:stretch/>
          </p:blipFill>
          <p:spPr>
            <a:xfrm>
              <a:off x="3888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1" name="" descr=""/>
            <p:cNvPicPr/>
            <p:nvPr/>
          </p:nvPicPr>
          <p:blipFill>
            <a:blip r:embed="rId2"/>
            <a:stretch/>
          </p:blipFill>
          <p:spPr>
            <a:xfrm>
              <a:off x="51130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2" name=""/>
            <p:cNvGrpSpPr/>
            <p:nvPr/>
          </p:nvGrpSpPr>
          <p:grpSpPr>
            <a:xfrm>
              <a:off x="4524120" y="3173400"/>
              <a:ext cx="492120" cy="966240"/>
              <a:chOff x="4524120" y="3173400"/>
              <a:chExt cx="492120" cy="966240"/>
            </a:xfrm>
          </p:grpSpPr>
          <p:sp>
            <p:nvSpPr>
              <p:cNvPr id="103" name=""/>
              <p:cNvSpPr/>
              <p:nvPr/>
            </p:nvSpPr>
            <p:spPr>
              <a:xfrm>
                <a:off x="45241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 flipH="1">
                <a:off x="47682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5" name=""/>
            <p:cNvGrpSpPr/>
            <p:nvPr/>
          </p:nvGrpSpPr>
          <p:grpSpPr>
            <a:xfrm>
              <a:off x="7202160" y="3511440"/>
              <a:ext cx="492120" cy="288360"/>
              <a:chOff x="7202160" y="3511440"/>
              <a:chExt cx="492120" cy="288360"/>
            </a:xfrm>
          </p:grpSpPr>
          <p:sp>
            <p:nvSpPr>
              <p:cNvPr id="106" name=""/>
              <p:cNvSpPr/>
              <p:nvPr/>
            </p:nvSpPr>
            <p:spPr>
              <a:xfrm>
                <a:off x="72021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7" name=""/>
              <p:cNvSpPr/>
              <p:nvPr/>
            </p:nvSpPr>
            <p:spPr>
              <a:xfrm>
                <a:off x="72021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08" name="" descr=""/>
            <p:cNvPicPr/>
            <p:nvPr/>
          </p:nvPicPr>
          <p:blipFill>
            <a:blip r:embed="rId3"/>
            <a:stretch/>
          </p:blipFill>
          <p:spPr>
            <a:xfrm>
              <a:off x="77911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841400" y="1959120"/>
            <a:ext cx="857520" cy="85716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6024600" y="1916280"/>
            <a:ext cx="923760" cy="9428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1403280" y="3124080"/>
            <a:ext cx="1746360" cy="218772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4"/>
          <a:stretch/>
        </p:blipFill>
        <p:spPr>
          <a:xfrm>
            <a:off x="5580000" y="3124080"/>
            <a:ext cx="1982880" cy="218772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5"/>
          <a:stretch/>
        </p:blipFill>
        <p:spPr>
          <a:xfrm>
            <a:off x="3348000" y="2454120"/>
            <a:ext cx="205740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Gesture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2004-11-19T19:36:44Z</dcterms:modified>
  <cp:revision>21</cp:revision>
  <dc:subject/>
  <dc:title>PowerPoint Presentation</dc:title>
</cp:coreProperties>
</file>