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F342AD1-C815-47E6-AD52-352C34D65AC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DC2D5D0-ED39-4DF9-B2DF-218E30A672A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D3F4A65-DE71-4256-A650-E29E96181F9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4D63101-F02A-4692-A7C8-34221B9C452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26C0F91-A464-4E0C-AA1F-0BF009A63E3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9BBEC24-FDC1-4258-9857-39AD85CA75B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69EBBFC-9760-4E67-8924-7B9F8166951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3452E00-EE53-4C90-BF6B-8B7F9AA93A1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4D1F70D-EE0E-4725-9E24-9630D34487B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91D7D08-18D5-4BA9-90BB-50F7888BBED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23F4696-17A1-4BB0-A031-DE01EDED36A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4E4E4BA-6447-43CF-A7DC-609C444FC4D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D7BA9AC-1E53-4ED5-A78F-FAE53AB30B8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637DFBF-48BE-42BB-8A73-DC3CED536FD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05F47D2-4D37-4BB9-A216-71CC49753EA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0F6CE75-8FFC-4881-9FFF-2B0D69755AD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649D793-06A5-44A3-929F-F60D1C4A3CC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98730DF-CBFC-4380-A231-04229B49D61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32E4BA7-F27A-46DB-A5D9-3BD262114CD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EA3998A-959D-4A7C-8F6F-3B40BE24170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0C169A5-432B-4B5B-A9A4-46BD7F59F50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AC7BA45-E6FF-4ADC-8B0D-4C52A662E96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8221F6C-F249-4968-8B99-1F6BE59327E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3997D0D-193E-411C-A969-EB2B8F572E8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DB98B18-2CCB-41B6-8167-D7AC94E704EC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0F3E8E1-6C0A-4612-8821-62AEF812BEB7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Florent Monay, 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Analyse the remote control market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Analyse trends in fashion in general</a:t>
            </a:r>
            <a:br>
              <a:rPr sz="3200"/>
            </a:b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49544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Fancy look-and-feel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fr-CH" sz="3200" spc="-1" strike="noStrike">
                <a:solidFill>
                  <a:srgbClr val="cc0000"/>
                </a:solidFill>
                <a:latin typeface="Tahoma"/>
                <a:ea typeface="Tahoma"/>
              </a:rPr>
              <a:t>≠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functional look-and-feel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Technologically innovative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Easy to use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From Paris and Milan: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fr-CH" sz="3200" spc="-1" strike="noStrike">
                <a:solidFill>
                  <a:srgbClr val="cc0000"/>
                </a:solidFill>
                <a:latin typeface="Tahoma"/>
              </a:rPr>
              <a:t>fruit &amp; vegetables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will be the most important theme for cloths, shoes, and furniture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Fancy look-and-feel  -&gt; </a:t>
            </a:r>
            <a:r>
              <a:rPr b="0" lang="en-US" sz="3200" spc="-1" strike="noStrike">
                <a:solidFill>
                  <a:srgbClr val="cc0000"/>
                </a:solidFill>
                <a:latin typeface="Tahoma"/>
              </a:rPr>
              <a:t>6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Technologically innovative -&gt; </a:t>
            </a:r>
            <a:r>
              <a:rPr b="0" lang="en-US" sz="3200" spc="-1" strike="noStrike">
                <a:solidFill>
                  <a:srgbClr val="cc0000"/>
                </a:solidFill>
                <a:latin typeface="Tahoma"/>
              </a:rPr>
              <a:t>3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Easy to use -&gt; </a:t>
            </a:r>
            <a:r>
              <a:rPr b="0" lang="en-US" sz="3200" spc="-1" strike="noStrike">
                <a:solidFill>
                  <a:srgbClr val="cc0000"/>
                </a:solidFill>
                <a:latin typeface="Tahoma"/>
              </a:rPr>
              <a:t>1.5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cc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2" name=""/>
          <p:cNvSpPr/>
          <p:nvPr/>
        </p:nvSpPr>
        <p:spPr>
          <a:xfrm>
            <a:off x="466560" y="4654440"/>
            <a:ext cx="792360" cy="503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5400"/>
                </a:moveTo>
                <a:lnTo>
                  <a:pt x="16200" y="5400"/>
                </a:ln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16200" y="16200"/>
                </a:lnTo>
                <a:lnTo>
                  <a:pt x="0" y="16200"/>
                </a:lnTo>
                <a:close/>
              </a:path>
            </a:pathLst>
          </a:custGeom>
          <a:solidFill>
            <a:srgbClr val="cc0000"/>
          </a:solidFill>
          <a:ln w="9360">
            <a:solidFill>
              <a:srgbClr val="cc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"/>
          <p:cNvSpPr/>
          <p:nvPr/>
        </p:nvSpPr>
        <p:spPr>
          <a:xfrm>
            <a:off x="1619280" y="4221000"/>
            <a:ext cx="7345440" cy="131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000" spc="-1" strike="noStrike">
                <a:solidFill>
                  <a:srgbClr val="ffffff"/>
                </a:solidFill>
                <a:latin typeface="Arial"/>
              </a:rPr>
              <a:t>Fancy look-and-feel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000" spc="-1" strike="noStrike">
                <a:solidFill>
                  <a:srgbClr val="cc0000"/>
                </a:solidFill>
                <a:latin typeface="Arial"/>
              </a:rPr>
              <a:t>Fruits and Vegetables (spongy)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2004-11-19T18:21:14Z</dcterms:modified>
  <cp:revision>18</cp:revision>
  <dc:subject/>
  <dc:title>PowerPoint Presentation</dc:title>
</cp:coreProperties>
</file>