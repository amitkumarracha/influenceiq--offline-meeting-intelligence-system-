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908FD7-17A4-4A12-B834-44E9CE66F0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9BA1FF-21D5-4C21-9662-1385DC35F0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4A238C-C212-4D16-A71C-FFB4241816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78D246-4EFA-4430-8133-D9925EA0A7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651987-4F86-46DF-8166-5D4A088FBF3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93F541-BE4C-4C79-AE89-94E400DC1F1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B4E628-C3F6-4BE8-9D41-2585734BDA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D15D8E-4E58-4AA7-B535-836C145001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186C09-135E-494D-803E-F7A49A6E1A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66DFE0-7524-4EE6-BBB0-74D592A87BC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DE4252-E96B-459B-87E3-CCE67F71EB5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615F25-4E7B-4D8B-B8EA-1AB6AB09B03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B7F2B5-748F-4FA5-892B-AFFAAD4FCD9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CBE0FA-9F4C-4A85-92A1-4959CFC588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6DD58F-E1E8-4C4C-9C05-84707B601D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E8D9AA-8AAD-488F-A7CE-D76189F6240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99ACB0-BC13-4FC7-B641-8600D1BC3A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A0559A-5724-44E8-87D1-8DBDD88750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983502-C223-439B-8AF4-85EF292CF4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4ABCB3-960A-4F86-B7A1-76B3F81290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5E05EA-917A-409A-B579-29B7F014CE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AA8A93-491D-4BC7-B360-C0FB629E485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8D9620-741C-44CB-A380-2EBACFB0B34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83603E-508D-412F-87CE-D6D90D4ED95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AC4BC08-D439-4200-A5E3-3D066EBC296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601EB6B-BA93-420F-AC1E-04640224688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Ada Longman,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the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Participants can draw their favorite animal and list its favorite characteristics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Profit aim: 50 MEuro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send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2004-11-19T16:01:47Z</dcterms:modified>
  <cp:revision>33</cp:revision>
  <dc:subject/>
  <dc:title>PowerPoint Presentation</dc:title>
</cp:coreProperties>
</file>