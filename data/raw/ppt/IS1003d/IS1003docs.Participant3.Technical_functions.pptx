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91E302F-1A4B-4745-83BF-45323874AB7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EBB0C1F-2A6A-405C-B467-23334986F10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ADCE5B8-C665-41C8-B682-1618D32BAE5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0D77315-A305-4083-A44B-CE16DCBBB4AE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57E8B45-AB8E-4436-B099-6899074AFA7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5BEB826-E82E-4589-8DEB-7D7EA13E575C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2791E19-9C81-4D48-9027-6EAD3949686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5C4F35A-C234-43EE-84A9-99E8893E576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823504E-B4E1-45A2-AC64-59B4C38FBBF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5068448-5E5F-4A07-A3BF-B7199910F7B9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E9EBFFE-3EAC-4433-B907-3A9173262FA9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9D86623-34FE-4370-B099-FB144937AC9A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A800705-2F8C-47BE-BB4F-3C7C1577B63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4AB974B-8B30-4798-82F8-05881B45E56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A4F33A2-7407-419D-8199-3BD9165475E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B9C40F4-1313-42C5-A783-66B63B8CDCE9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11C8111-A0BA-4E9F-9C22-856752E3F41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866BBEF-9345-472E-917F-E73AB70AE438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C94901D-8260-42AB-B667-C5F830F6AE9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02A6881-65EA-40F7-8AA0-8E8A4B6C61E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7052EC5-A8FE-43B3-969A-7CC1ABF823B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DED53C0-6D5F-4465-A6E4-B58EE6DD7D3E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A1990B1-6921-4EC8-B01E-66A28B99D3DC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CA4B0D4-310D-46A7-80F4-2EEB915B145C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0AA20943-E68B-4572-B50B-DB64921B7061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1521568A-6393-4BAC-BD5B-75349430891A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slideLayout" Target="../slideLayouts/slideLayout8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Technical Functions Design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David Jordan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User Interface Designer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62028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Clr>
                <a:srgbClr val="000000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400" spc="-1" strike="noStrike">
                <a:solidFill>
                  <a:srgbClr val="ffffff"/>
                </a:solidFill>
                <a:latin typeface="Tahoma"/>
              </a:rPr>
              <a:t>Sophisticated Functions</a:t>
            </a:r>
            <a:br>
              <a:rPr sz="4400"/>
            </a:br>
            <a:br>
              <a:rPr sz="4400"/>
            </a:br>
            <a:r>
              <a:rPr b="1" lang="en-IN" sz="4400" spc="-1" strike="noStrike">
                <a:solidFill>
                  <a:srgbClr val="ffffff"/>
                </a:solidFill>
                <a:latin typeface="Tahoma"/>
              </a:rPr>
              <a:t> 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pic>
        <p:nvPicPr>
          <p:cNvPr id="97" name="" descr=""/>
          <p:cNvPicPr/>
          <p:nvPr/>
        </p:nvPicPr>
        <p:blipFill>
          <a:blip r:embed="rId1"/>
          <a:stretch/>
        </p:blipFill>
        <p:spPr>
          <a:xfrm>
            <a:off x="1812960" y="981000"/>
            <a:ext cx="5638680" cy="49690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48528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An Elegant, Easy-to-Use Interface </a:t>
            </a:r>
            <a:br>
              <a:rPr sz="4000"/>
            </a:br>
            <a:endParaRPr b="0" lang="en-IN" sz="4000" spc="-1" strike="noStrike">
              <a:solidFill>
                <a:srgbClr val="ffffff"/>
              </a:solidFill>
              <a:latin typeface="Tahoma"/>
            </a:endParaRPr>
          </a:p>
        </p:txBody>
      </p:sp>
      <p:pic>
        <p:nvPicPr>
          <p:cNvPr id="99" name="" descr=""/>
          <p:cNvPicPr/>
          <p:nvPr/>
        </p:nvPicPr>
        <p:blipFill>
          <a:blip r:embed="rId1"/>
          <a:stretch/>
        </p:blipFill>
        <p:spPr>
          <a:xfrm>
            <a:off x="1406520" y="1484280"/>
            <a:ext cx="6621480" cy="45259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400" spc="-1" strike="noStrike">
                <a:solidFill>
                  <a:srgbClr val="ffffff"/>
                </a:solidFill>
                <a:latin typeface="Tahoma"/>
              </a:rPr>
              <a:t>Design a “Google” TV Controller 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grpSp>
        <p:nvGrpSpPr>
          <p:cNvPr id="101" name=""/>
          <p:cNvGrpSpPr/>
          <p:nvPr/>
        </p:nvGrpSpPr>
        <p:grpSpPr>
          <a:xfrm>
            <a:off x="324000" y="2276640"/>
            <a:ext cx="8431200" cy="2760480"/>
            <a:chOff x="324000" y="2276640"/>
            <a:chExt cx="8431200" cy="2760480"/>
          </a:xfrm>
        </p:grpSpPr>
        <p:pic>
          <p:nvPicPr>
            <p:cNvPr id="102" name="" descr=""/>
            <p:cNvPicPr/>
            <p:nvPr/>
          </p:nvPicPr>
          <p:blipFill>
            <a:blip r:embed="rId1"/>
            <a:stretch/>
          </p:blipFill>
          <p:spPr>
            <a:xfrm>
              <a:off x="324000" y="2276640"/>
              <a:ext cx="4038480" cy="276048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103" name="" descr=""/>
            <p:cNvPicPr/>
            <p:nvPr/>
          </p:nvPicPr>
          <p:blipFill>
            <a:blip r:embed="rId2"/>
            <a:stretch/>
          </p:blipFill>
          <p:spPr>
            <a:xfrm>
              <a:off x="5048280" y="2563560"/>
              <a:ext cx="1992240" cy="2185560"/>
            </a:xfrm>
            <a:prstGeom prst="rect">
              <a:avLst/>
            </a:prstGeom>
            <a:ln w="0">
              <a:noFill/>
            </a:ln>
          </p:spPr>
        </p:pic>
        <p:grpSp>
          <p:nvGrpSpPr>
            <p:cNvPr id="104" name=""/>
            <p:cNvGrpSpPr/>
            <p:nvPr/>
          </p:nvGrpSpPr>
          <p:grpSpPr>
            <a:xfrm>
              <a:off x="4459320" y="3173400"/>
              <a:ext cx="492120" cy="966240"/>
              <a:chOff x="4459320" y="3173400"/>
              <a:chExt cx="492120" cy="966240"/>
            </a:xfrm>
          </p:grpSpPr>
          <p:sp>
            <p:nvSpPr>
              <p:cNvPr id="105" name=""/>
              <p:cNvSpPr/>
              <p:nvPr/>
            </p:nvSpPr>
            <p:spPr>
              <a:xfrm>
                <a:off x="4459320" y="3655800"/>
                <a:ext cx="492120" cy="0"/>
              </a:xfrm>
              <a:prstGeom prst="line">
                <a:avLst/>
              </a:prstGeom>
              <a:ln w="165240">
                <a:solidFill>
                  <a:srgbClr val="ff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106" name=""/>
              <p:cNvSpPr/>
              <p:nvPr/>
            </p:nvSpPr>
            <p:spPr>
              <a:xfrm flipH="1">
                <a:off x="4703400" y="3173400"/>
                <a:ext cx="3240" cy="966240"/>
              </a:xfrm>
              <a:prstGeom prst="line">
                <a:avLst/>
              </a:prstGeom>
              <a:ln w="165240">
                <a:solidFill>
                  <a:srgbClr val="ff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107" name=""/>
            <p:cNvGrpSpPr/>
            <p:nvPr/>
          </p:nvGrpSpPr>
          <p:grpSpPr>
            <a:xfrm>
              <a:off x="7137360" y="3511440"/>
              <a:ext cx="492120" cy="288360"/>
              <a:chOff x="7137360" y="3511440"/>
              <a:chExt cx="492120" cy="288360"/>
            </a:xfrm>
          </p:grpSpPr>
          <p:sp>
            <p:nvSpPr>
              <p:cNvPr id="108" name=""/>
              <p:cNvSpPr/>
              <p:nvPr/>
            </p:nvSpPr>
            <p:spPr>
              <a:xfrm>
                <a:off x="7137360" y="3511440"/>
                <a:ext cx="492120" cy="0"/>
              </a:xfrm>
              <a:prstGeom prst="line">
                <a:avLst/>
              </a:prstGeom>
              <a:ln w="165240">
                <a:solidFill>
                  <a:srgbClr val="ff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109" name=""/>
              <p:cNvSpPr/>
              <p:nvPr/>
            </p:nvSpPr>
            <p:spPr>
              <a:xfrm>
                <a:off x="7137360" y="3799800"/>
                <a:ext cx="492120" cy="0"/>
              </a:xfrm>
              <a:prstGeom prst="line">
                <a:avLst/>
              </a:prstGeom>
              <a:ln w="165240">
                <a:solidFill>
                  <a:srgbClr val="ff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pic>
          <p:nvPicPr>
            <p:cNvPr id="110" name="" descr=""/>
            <p:cNvPicPr/>
            <p:nvPr/>
          </p:nvPicPr>
          <p:blipFill>
            <a:blip r:embed="rId3"/>
            <a:stretch/>
          </p:blipFill>
          <p:spPr>
            <a:xfrm>
              <a:off x="7726320" y="2757240"/>
              <a:ext cx="1028880" cy="1800000"/>
            </a:xfrm>
            <a:prstGeom prst="rect">
              <a:avLst/>
            </a:prstGeom>
            <a:ln w="0">
              <a:noFill/>
            </a:ln>
          </p:spPr>
        </p:pic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24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2004-11-19T16:19:49Z</dcterms:modified>
  <cp:revision>11</cp:revision>
  <dc:subject/>
  <dc:title>PowerPoint Presentation</dc:title>
</cp:coreProperties>
</file>