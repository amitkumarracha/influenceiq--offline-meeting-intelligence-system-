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918BAA-8683-4EFE-B3F2-ABAEC8BDDA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E9EBF4-30AC-466F-ACE5-41BF6910A5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34DEB5-234E-4310-9404-6EB308EC74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53278D-A381-434C-86CF-EEA08286E3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243919-3A0D-48E5-86A6-9F4B87035B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C6ED78-E754-4FA7-A988-45852DE64C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785B8-938A-4473-BBC5-0FC289AF56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5BFF8E-2C0C-4F2F-ACCC-A3A8705622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3390D-E8AC-4D2B-B44B-E8B1BAA7F9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CF9A6-B335-474E-A5AC-73D7DDF8C5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69A25-CE48-477E-A6C3-9834BE1BB3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C2E023-E058-424A-A2C3-E13CEE8727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EEA234-CEA0-46C0-91C6-EF3E1C40BB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E21F0F-2220-4650-9776-B210C23D5B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AF73B2-C24D-4FB4-8C2E-5D6F36E5A0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049ACA-B78E-4A09-9C54-A465F11AD8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44774C-3457-4329-B29A-84CBDCD77F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2FD06B-4915-4482-9DA4-834D14D41B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34A88-6DFB-4FC5-893C-7306A62F70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BECE4F-1A3F-4F64-9731-CF3238E808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8C9026-C62F-444C-BDD6-C5AEC5A60D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90B0DC-5457-4F7E-8119-9BDB324533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8DFD71-D550-4FA0-932D-038959AEDA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32F46-12AF-4EC9-A1DC-10910EB61A2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BEA6AA-ABC4-4695-BE15-F2B36B4BE53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CA750B-B189-42F8-9778-29103D61B1B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1258920" y="1628640"/>
            <a:ext cx="6769080" cy="35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100 subjects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Observe remote control 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Fill up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19120" y="1341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Meet user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look fancy!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2004-11-19T16:18:32Z</dcterms:modified>
  <cp:revision>17</cp:revision>
  <dc:subject/>
  <dc:title>PowerPoint Presentation</dc:title>
</cp:coreProperties>
</file>