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A091C-2EBF-4E14-8D43-733E9BD733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5F824-C7A1-4E13-9C54-5DEB59BE74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D403F-9518-470D-881E-8958FD440E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BC10F-01D9-4C6A-BCF9-8B18F2F996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750A53-2F7D-4E4F-BFA2-1FE28C1232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997069-053D-47E8-BCBE-C33E27E5E9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9D33FD-652B-4583-9DF5-2112F3D528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79705F-6AF9-43F9-8FA5-91FAC8E426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B9E371-FC44-4DD0-9EBA-B322C445BA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FE39B9-8DB8-4392-8403-459FF92442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E750B-3C3C-4F58-86DF-BE1A97FB51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CDD0DF-8CB9-41AF-B103-1527197329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0CFB5F-3E14-4294-9D4C-8DD467010B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C14661-7D78-4247-953D-DFDC2E99E6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2342D3-3397-4B4C-B196-9F26F614E1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722CF2-51B0-499B-93DA-A1EA6D4B9B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C0464C-1022-4AB9-9C9A-884E9FB2A1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7ADD5B-A2BF-46A2-B5A2-FD52F4B9AE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252A44-E28F-46DF-9844-78EE1E86A7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70C0A-214C-431D-A58A-0CA32CA52A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752973-20ED-4227-909B-B17852E21C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04CFD1-A8C1-4E59-8D46-F5D8E45045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F750A9-726B-443F-919C-A89F8CB03D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D1CB06-8099-42C1-8BA0-DA801EEE15D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0B4C63-8C1C-4164-A7E8-133420F467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945883-C632-49A0-9E09-32278561BFD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Introduction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Materials: clay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Color: Yellow and 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Shape: Circle + Triangle (mushroom design)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Key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unique design in the market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Circle channel selection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Stable triangle base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Cute button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Mushroom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2004-11-19T19:37:17Z</dcterms:modified>
  <cp:revision>14</cp:revision>
  <dc:subject/>
  <dc:title>PowerPoint Presentation</dc:title>
</cp:coreProperties>
</file>