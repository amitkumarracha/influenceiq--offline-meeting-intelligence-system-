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1B5E4C-0E22-4091-A02F-EE1B7D569EC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857E5B-911E-4997-91BB-258D0E0EC9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3F7CF7-4DF8-47B8-BEF3-FA1D5A76BF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14CFFA-82AE-42AE-8E11-060C303F183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44DB36-7211-4276-9055-9326177D3B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1BA7F0-D76D-48D4-8037-77CB9EFF35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A6E66B-A4BD-4629-9E2A-E2AD8DCDDA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D5674D-1FCD-4F68-AF38-B3F5095C2F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16C50C-20F9-4C06-BDAC-310A8C7B49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E5EFF7-1896-46A0-9077-B9E7BDE3B1A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374E74-2F30-4757-A6E4-9486E71427F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6F4D83-0F86-4014-8F2F-BA703CC2A33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65D8D9-3872-4C53-B96E-A13D1E3D3D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D46A7D-2BEF-4C45-A0C4-C9A9272F80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2BEBFF-4258-4697-954B-9B4F111316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D005FA-2505-4B0E-96D5-10B48489A5E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214FA3-D47D-4B7D-A99C-849B0D2852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CCE63A-2D91-4395-AF8F-56C2A7725D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BC7D8E-9022-40F0-8E99-629392B737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9B14F7-F377-4857-9584-D9B5C2210C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098E1F-16D7-4A89-A0FC-4503DA5942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AF146A-CFC2-4E1D-B2AD-1D867C511AD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4D48B4-8C9E-46CB-900C-5970F10E0E9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84F9F0-A2ED-471C-BC02-33258FB2ABA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5EC2D26-72B6-4D75-A4DB-9975C7C5522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AAB7DEF-FEA1-4685-B50E-95CC1656821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Ada Longman,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2004-11-19T20:24:30Z</dcterms:modified>
  <cp:revision>19</cp:revision>
  <dc:subject/>
  <dc:title>PowerPoint Presentation</dc:title>
</cp:coreProperties>
</file>