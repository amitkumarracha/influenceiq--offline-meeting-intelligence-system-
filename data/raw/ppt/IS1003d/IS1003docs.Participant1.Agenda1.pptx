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7D3F77-C130-4158-B16E-B0613E3BA2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66C00F-C44C-44C0-9FB5-CD0A616D2D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ABB71F-A764-4421-B482-FDAB082BDE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101BEC-D44C-4FC4-BED7-8A983C502F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53FF82-0411-46CE-89A9-1BF8FA6E84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323EA-6334-439A-872A-5FEF12E2AD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7CEC43-3E94-4C31-8320-CDE259EF4E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040DBF-FC69-4C44-9711-F99329A467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32025B-F39B-4535-A9CA-66A96C04CC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1920DD-0580-499F-A41B-B6775345A5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6516D0-22BA-41D2-B411-32D44160E51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F39B01-75FF-4017-BB87-17189EDDD7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AD2E7F-61BF-465C-9A65-0F6C689915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55683A-5A2C-44CB-AE57-A3150DC478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594C3F-9A9F-486D-8EFE-6CB02EB90F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6208F1-5F95-44BB-814A-0713855456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8AEE95-4D2D-4BFC-806C-6FC00EDE17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2FD5A-0C6E-413C-9CCA-2D18C7031B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8E59D6-29EF-4D16-8FCF-D9B8FE4965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0FF40C-3E6B-44E6-9BA1-88DF1E0DFD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19181B-509C-462E-BCDD-29DC7F15A6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662AC3-6373-44AD-8A52-6659AF7654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889642-16BF-4AF2-A11D-22B3B4166A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AC0E5F-7C00-40C0-B523-129C767BF4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24DD19-01D0-44CF-9B4B-1E97A440B814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22313E-B208-410E-8C58-E0DC2B8121BF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New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No more use of the Teletext </a:t>
            </a:r>
            <a:r>
              <a:rPr b="0" lang="en-US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Internet.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 only used for the television </a:t>
            </a:r>
            <a:r>
              <a:rPr b="0" lang="en-US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too complex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Corporate image recognizable in the product (color, slogan).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2004-11-19T16:13:01Z</dcterms:modified>
  <cp:revision>19</cp:revision>
  <dc:subject/>
  <dc:title>PowerPoint Presentation</dc:title>
</cp:coreProperties>
</file>