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66A6E9-9C79-4BA1-BDEF-6689AA67455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736AD2-70A7-4BF7-92FC-2F42B5518F2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BE22750-0FE2-462E-A17E-AD5B269316F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473BA5-06BC-426E-AF35-2E723C36D18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20903B3-249B-4A5F-8057-D0342347A3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59C5D1-7E23-4A11-B4AF-CA1589D062D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3AAD4B-6DD4-44EC-B376-5C3DF5832D0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F7F536-F240-4DEF-9E19-B03868C84E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B7C4DE-BC93-4408-A4A8-6F35E7875C4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96F6FE-0274-4913-9A0E-2F22E15A8F7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EAA9DE-7E66-44DF-A17D-B2233A05874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F9C059-A425-43CD-9F09-9D837A9B048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CABCEB-1CAF-4D42-817A-9C8E6BBC79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11E21C-65CF-4B10-AAAC-C58FDE880A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02F2F7A-95C8-4C8E-B364-03B2D89B04C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A851EC2-BB57-4A60-AB4F-CC04C1E18E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F91DAC0-53BF-4303-BAEC-7EC9679B19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07CCE9-7797-40D3-A9ED-3A81250099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187C827-536F-4419-92AC-30599617CE4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8128908-4298-4B05-ACF0-2F05BBC5A5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FE00324-8505-400E-A792-7827E00AB5C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1DEB6D2-4F22-48EB-AC33-59556DDB5F2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9FA2CE-FA85-4290-88DC-14EAFC3599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6DF7135-563D-4D69-94F8-1E671C9D14D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7784D1C-ACC6-4619-BE49-0A4D366E9444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F639CBA-CC16-45F3-B7FC-4A656DCFA86B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&lt;Discuss your working method&gt;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Fancy look and 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Technologically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2004-11-19T19:37:40Z</dcterms:modified>
  <cp:revision>13</cp:revision>
  <dc:subject/>
  <dc:title>PowerPoint Presentation</dc:title>
</cp:coreProperties>
</file>