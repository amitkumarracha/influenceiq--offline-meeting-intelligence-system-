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C3D517-ADE8-4C04-9B62-990DAD1C03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52862-0F8D-46A8-B5B3-B2DF4C8CE8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FC8FB9-D007-4972-B4C8-7C2C7CF059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8BE16-1409-4110-822F-01DF6C74E2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82CAE-D1EF-4415-8B9F-186663093A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F0DE0B-A6DE-4A4D-B59B-7A80232DC5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25E9D-01CB-4E52-B3F7-E8AB5F6376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9F7A3-CFA8-42AA-AC9F-39ADF323E5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86F66A-CA56-45D5-908C-E09DF85F5B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DB0138-3F0F-49C5-8541-81A3A8A046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22F48-75C6-49B4-BCB5-AC7CD3313B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44EF8-90B9-456B-BB9C-62DF4088E7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919DD5-CA8C-44D4-8684-611C96E938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589083-A502-4293-9BB4-363EB65730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D91DD6-C478-41EC-B7D8-FFA0143393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C4AEC5-9F91-4CA0-B403-6A8E01ACD9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9F5F6A-AD1D-46D4-82CA-CF4367E57B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20C993-0CA8-4529-809B-470A7E1603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7BC93B-A1D4-4E48-960C-BCF28ED743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24F91B-AFC6-46D3-B055-244598170C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48B8AB-D248-48E6-804D-42FEB6722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0AEBB5-BED5-4FF0-8B98-AAE0B0986E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2CFE73-F0C9-4DF0-9E9B-D38747DD01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B09B98-1ACE-41C2-B193-0C765D0897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180EE1-2A29-4C50-BBBB-2B46B6DE111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41437A-901B-4D37-B484-5BFAEA32632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Last 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 of the RC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90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2004-11-19T19:41:41Z</dcterms:modified>
  <cp:revision>11</cp:revision>
  <dc:subject/>
  <dc:title>PowerPoint Presentation</dc:title>
</cp:coreProperties>
</file>