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1D0860-8802-45F0-A407-64EBA7383BD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BC574F-2F80-413F-A644-71F56CADF43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2646B3-5B0B-4A2B-B300-302E63A2B6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270CC8-9F44-4672-8E42-63002619996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1B77D-34D9-4627-A349-DC497998BA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91CE5E-20C7-4D97-B89D-5C5CDCF679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755023-AF17-4F8A-A65A-BA65DE0171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1C7CFB-4AFC-4A30-B37C-A218E99C08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F26D14-05AE-4CD0-B2B7-A951D98019A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E9A6D2-8D19-47A6-B1E6-9FF36B4299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38319A-B1A4-4C77-9A99-BBD257F8F19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8C760-D4F6-423B-8F1E-37667227F4C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FA4FCF-19B7-40F7-8009-A6220338C3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C12485-DD3B-41FA-8D0A-81A9323035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93CA7B3-7596-467C-831C-0EE567D5790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9BB2485-DDA5-4FE9-8E82-2B634CD495E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293E67-3D91-42DF-8109-F9138C5202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10F196-3701-4AD9-BCC1-E9DB52D510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AFADA4-7F61-40F7-A0D7-A3A4451FF6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D11DD2-28E4-4780-8349-468F83D4D9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152FAAA-3F81-49F0-9898-2CABBEBF29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66D4AA-FD46-41B8-BADC-C88FB46D46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B49CBD-8042-4CBC-A68B-03A608D81E1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54AB56-D402-4C80-9C05-1ACE06F3AC4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08373A9-809D-423C-A38B-43AD50CE4675}" type="slidenum">
              <a:rPr b="0" lang="en-US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03F98F-8D52-4E9A-8193-A978E08F79E6}" type="slidenum">
              <a:rPr b="0" lang="en-US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hyperlink" Target="http://images.google.fr/imgres?imgurl=http://www.ucc.ie/ucc/depts/chem/reslab/phys/chip.jpg&amp;imgrefurl=http://www.ucc.ie/ucc/depts/chem/reslab/phys/holmes.html&amp;h=142&amp;w=144&amp;sz=10&amp;tbnid=7y5bHwYohvEJ:&amp;tbnh=87&amp;tbnw=88&amp;start=18&amp;prev=/images%3Fq%3Dchip%2B%26hl%3Dfr%26lr%3D%26sa%3DG" TargetMode="External"/><Relationship Id="rId5" Type="http://schemas.openxmlformats.org/officeDocument/2006/relationships/image" Target="../media/image6.jpeg"/><Relationship Id="rId6" Type="http://schemas.openxmlformats.org/officeDocument/2006/relationships/slideLayout" Target="../slideLayouts/slideLayout1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Baba,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619280" y="1773360"/>
            <a:ext cx="6048360" cy="2127240"/>
          </a:xfrm>
          <a:prstGeom prst="rect">
            <a:avLst/>
          </a:prstGeom>
          <a:ln w="0">
            <a:noFill/>
          </a:ln>
        </p:spPr>
      </p:pic>
      <p:pic>
        <p:nvPicPr>
          <p:cNvPr id="98" name="" descr=""/>
          <p:cNvPicPr/>
          <p:nvPr/>
        </p:nvPicPr>
        <p:blipFill>
          <a:blip r:embed="rId2"/>
          <a:stretch/>
        </p:blipFill>
        <p:spPr>
          <a:xfrm>
            <a:off x="1619280" y="3933720"/>
            <a:ext cx="6048360" cy="19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000" spc="-1" strike="noStrike">
                <a:solidFill>
                  <a:srgbClr val="ffffff"/>
                </a:solidFill>
                <a:latin typeface="Tahoma"/>
              </a:rPr>
              <a:t>Inside your remote control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993600" y="1600200"/>
            <a:ext cx="3362400" cy="218592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4950000" y="1600200"/>
            <a:ext cx="3433680" cy="218592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>
            <a:off x="1042920" y="4005360"/>
            <a:ext cx="3241800" cy="2187360"/>
          </a:xfrm>
          <a:prstGeom prst="rect">
            <a:avLst/>
          </a:prstGeom>
          <a:ln w="0">
            <a:noFill/>
          </a:ln>
        </p:spPr>
      </p:pic>
      <p:pic>
        <p:nvPicPr>
          <p:cNvPr id="103" name="" descr="">
            <a:hlinkClick r:id="rId4"/>
          </p:cNvPr>
          <p:cNvPicPr/>
          <p:nvPr/>
        </p:nvPicPr>
        <p:blipFill>
          <a:blip r:embed="rId5"/>
          <a:stretch/>
        </p:blipFill>
        <p:spPr>
          <a:xfrm>
            <a:off x="4932360" y="4005360"/>
            <a:ext cx="3456000" cy="20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Power sources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29600" cy="2476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basic battery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Hand dynamo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solar cells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Case Design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Plastic, rubber, wood, titanium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Shape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curved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182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Push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Electronics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Simple chip – least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Regular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Advanced chip – most expensive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2004-11-19T18:44:42Z</dcterms:modified>
  <cp:revision>14</cp:revision>
  <dc:subject/>
  <dc:title>PowerPoint Presentation</dc:title>
</cp:coreProperties>
</file>