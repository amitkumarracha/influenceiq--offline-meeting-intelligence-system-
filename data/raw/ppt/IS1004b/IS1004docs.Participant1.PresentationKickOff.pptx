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9B8C73-5F43-4086-80E3-45FD0FD689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A1BBF3-CAF6-4D19-A251-8348037B1D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66168A-9D9B-434F-AD8D-6D189DAE58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B4F180-B935-4597-83B9-E2D3AA2C62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1D14FC-113F-47FE-BC21-65A26DC35D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4FA595-5986-4F84-BF9A-C1C8EC0B3B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543252-E573-48DF-8045-B54C4E59EA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6BB19E-C1BF-40C3-86EF-0EC69AC30D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015C5A-510D-4A94-AC71-F407F105C1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CA8034-1CD7-4F15-BD06-972F89EAE2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5BA2DD-A913-4F87-884C-6C91DA1F10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033313-EDB0-4A08-9966-D31FC1473A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3953B1-149A-49F9-8ECF-1E409CCAE1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3A87C4-05C0-4542-9052-E5E7E87225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CB3B1C-2012-4830-820C-16D461533F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A996BE-2DE3-48A3-948F-9EA21C232C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03A482-53FF-460A-933E-492D06E60B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5A1F6F-E537-4FD4-B336-9220A40411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9A5D8D-AE72-4272-A584-A1744FAD07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FC8473-E047-4CE4-8538-CB270A13D4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D5F2AF-E3FA-440E-B658-C8B7FD7782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36C002-3A9C-4A14-A9A1-A64B3D672A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F38536-27E4-4DFE-B472-42FD04633E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671BDF-AA85-449C-AD62-7E20A6EE779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328274-2730-4776-98F1-8B55954A73FF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768C01-798A-451C-ABB6-FDD8A9279E8A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2004-11-23T15:27:24Z</dcterms:modified>
  <cp:revision>33</cp:revision>
  <dc:subject/>
  <dc:title>PowerPoint Presentation</dc:title>
</cp:coreProperties>
</file>