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F3969F-5EDC-49EF-A197-E368B3B45B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E33567-E953-4FF9-B6D7-58ECA93D22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5931CE-1BA6-4A0A-BF00-030C4B8EC9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6EDCB1-9D58-4416-B65D-F7D745D704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A5B31F-7E84-4EB8-B34B-23376A2CA6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FDD5BF-6B67-43B6-8C3B-BA2E8A3E8B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40488B-E6F8-4C35-9893-EE4D348977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C1EDA-DB31-458B-9D58-FA5449BAEB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AF0FA3-5C44-425B-BEA2-4F01192C78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B1D72-4F8E-4808-9230-F19E3F784E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233756-1C92-4893-9B5F-E64349F07E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67D795-30E8-48B9-8FF4-0FC7A292D8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FB91FC-2BF3-4EA4-8BB2-5DDB30073E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D53435-35DE-494D-B1D6-F991014A0B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6071EF-E508-4E8D-AE28-BBEB248B7C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36F2A8-26B3-4B7E-9C92-0C402C9383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7B04D3-24CD-4402-A8FE-4EE6A320A4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8F7208-6D31-4AEF-9899-01100F7BC7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998FC0-0FE2-486D-A9F8-143D362CB1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5F8EA8-B26C-4E8F-AF67-FEE38E7DBC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524EB8-EB76-4A68-824F-F78290048B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3E7047-9761-4698-886B-EB6D4EFDC8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4829F2-9D3C-4DA0-B4C6-9CD1E6CBB3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82B6B6-CD57-448E-983A-D83595C981A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EF79DC-017E-462E-AC52-D6F4637A52A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F72E80-BB96-4A44-AB41-37FC407A6AD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Project Name: ReMo, PowerStick?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2004-11-23T16:40:48Z</dcterms:modified>
  <cp:revision>21</cp:revision>
  <dc:subject/>
  <dc:title>PowerPoint Presentation</dc:title>
</cp:coreProperties>
</file>