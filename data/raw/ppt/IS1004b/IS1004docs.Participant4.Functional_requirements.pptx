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4E7803-4A94-433E-A8E0-9BDA713F0B4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A66B98-8B6B-4D04-80C7-97F13E2F1F3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1BB833-25FB-43C2-B857-6A83DFDF8A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5BAD90-A274-4478-B763-76F744BFD0E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66E656-14FE-4AB1-B37B-BF1954734B1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4A8F4C-5A65-415F-A377-1EB4A44CECF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D03A13-19D0-4042-93EF-AB54EFBD0C9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D5465D-950A-4044-AB5C-4959BE9FBC5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58F464-3E57-4B62-BBB7-0B6753788C1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10F301-1EC5-4043-9D20-247E289F75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E62C45-1E0B-4AD2-9C13-D2D4E1EDE0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AF37CA-DEAD-49F1-B005-39C9BE0D85F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E795166-ECA0-4354-B892-A63CC38D3F8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D0EEED3-9AEE-4526-8C5D-1D0A855428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F70E0C8-5252-40E9-B02F-E1149120B03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078CCD-1A32-4449-AD53-8975F6A9EF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240D5AB-B6F2-4FF0-BF29-09D6B135B7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027AD5-1FDD-4BA0-AA02-448EE411AD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D95862-84C1-4B89-BA5C-7CECCB7395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0E5DCA-5290-4292-99E2-374423E5B7A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6C2999-0F16-4AFA-99F8-1E1710DBFF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C5814C-B708-4D8F-AEB1-7DFD945B793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3BAB5B-4382-4484-8C90-86AEC257861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BC599EF-15B6-499C-84BA-D0A47D60EC0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EDE6CA0-C355-44E8-9409-BF18C525966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2D2587E-66F7-4ED1-8173-2FC05754B81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G. Aradilla,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Marketing Report.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Weaknesses in the current remote controls.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Incorporation of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Ugly. More money for a fancier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Better design. Specially thought for zapping and preventing RSI.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They are often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Young people are interested in new technologies.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Not very small. More likely to get lost.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Bigger size for buttons which are more used.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 should fit hand shape (right/left handed).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 with LCD and speech recognition systems (enough budget?)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2004-11-23T16:41:19Z</dcterms:modified>
  <cp:revision>15</cp:revision>
  <dc:subject/>
  <dc:title>PowerPoint Presentation</dc:title>
</cp:coreProperties>
</file>