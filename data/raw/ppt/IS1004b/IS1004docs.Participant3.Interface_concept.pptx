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FE012-A6B0-415E-9E53-DA9E730FC1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7BE269-F0ED-4495-B302-69CD310A5A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97D3A-CD33-4CA6-96FC-475BD6B0E9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7B7AE5-CF95-47A8-9DC3-0A57DD4F90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2533C6-07C9-4C19-A07A-D9E70ABC81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84954-B6FE-4E33-87CF-05056DA3B4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CDE3F-2D6A-4E63-8F66-51CE487F6C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2A1CEB-AD44-4007-A47E-1844E8603E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FBA0E7-FC57-49A3-9553-FD3EF57EF8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8BF86-204F-4499-B316-18151CCCFE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3C427-E253-46AD-99E0-61837C6975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E65B71-C7EE-488E-A409-BF212955AC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5FCB18-AAEE-48C1-8E71-BDE2EB3881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2FE702-B19E-4D51-A858-8D2621E0C5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89672-E4DD-42DA-9492-B451A59194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612C0E-21DD-4EA4-80EA-9FE0D94639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9B6A5-3713-4628-8AB7-6A00CC8E2E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C331B0-8CF6-4973-8FB6-474479CE96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0757A-8D49-47B0-8C54-B4F603DE21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A60A16-57F0-4838-A5B5-5E2EF6A85C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052B38-43D8-4B78-AC39-978EDA709D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3F1487-9823-429A-89D6-21F217E69A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3F5092-1854-4FF5-8977-7F17C45A2A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9914D-675C-4181-8EDE-F316E8C665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B90CF7-EBC4-44D2-AD78-C51882E1311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007A5B-74C8-42D0-A221-E338DEA97A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