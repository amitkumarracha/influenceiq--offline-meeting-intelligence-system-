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DF037-F1CC-439B-99A8-B9559854E5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FC295-C9CC-45E8-B88B-7F043434D7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B243E-DAAE-4519-98C6-E2BA6409D2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42D1C-947B-4135-A6CC-4A786436D4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BB7F44-CB80-4D15-86BD-CA6A0CAA15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638882-AB1F-4E6B-9631-1E309D42B1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C53982-CD52-43B1-B2A2-5080241FB2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3AB7A2-51BE-4B87-B63D-EB32878A09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BBD40-EFD0-48D1-915E-38F64BE489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20EA2-E9BF-40E1-A8F4-D8349468CD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725A9-B630-4D3F-AD3D-C73916CDF6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301BB9-C6A7-495D-935D-B2D80CDADC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1C0F11-1B24-4351-8C8D-EACCA157C0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25CAA3-6B37-49A8-9950-272BDD78F2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8C4E98-CB74-43D1-8B11-419D15E650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DA808A-F370-4EFE-BC5D-20BD8A9581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B68EB3-9B83-4AA0-9496-37A24406A8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D7815D-1023-4252-BDC2-21F90375F9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08BA4-D542-4833-B19A-55F714D37D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528433-AF89-4162-BF6E-F2DD91182E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96F7B-8209-4E22-AC97-D40910904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2163B-5551-46C6-84C5-768065D7FB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712A4F-6D23-47CC-B623-FFF7986BB3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6C0AA4-6E32-45A9-BC31-F7F79A218C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374DA0-325B-43BD-901B-B768905BC6F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CF6B00-08B2-46F3-989D-8F0E20135F4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