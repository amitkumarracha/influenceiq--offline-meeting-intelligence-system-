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C8B134-BDAD-4C5F-9A84-1CE26B0EB9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D25181-17EE-430D-B551-D6C62F69DF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8E317C-3AE9-428B-BA69-D65604B47E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946A14-01C2-49E4-9488-BA56585552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8008D7-1A67-43D8-9BE0-7543FF5556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0D7D9C-202A-4364-82E8-A04720AC3C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0A1BF5-2278-4346-BF78-5AF88C5EAA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4DE4C4-F9D6-4835-B907-E8490F247F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AEB71A-D56A-482A-A0DF-84AAE99F71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7437DC-460F-4C93-BFD2-DABAD3FDBD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B2D19A-71BF-4B12-A55B-DF132E8D95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5F8E53-43FD-4EA6-A9A7-F9D263F2FD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1EE621-7E39-441C-97BF-BBBAC60D21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C12A7C-BA6F-48E5-8C93-B474BC9789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278B46-572C-4A4C-83F7-8E8D8D8C6D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F697DB-F63F-45D5-A11F-73307DFA0A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C7CFCF-51D5-4531-B299-0AF5749287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FFAE96-7C43-4F84-9381-42B3C155AD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E3570F-4818-43DF-9961-A2D83758DF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715A4B-5AC1-496C-9117-0EB413F5D9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C1A090-297A-429E-A86F-3DA6234147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65C053-645D-4C0F-AFB9-59909CCDF4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B38D28-7A7B-4DC6-BDED-F11F37DDD6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47D4D9-8251-46AA-ABA2-5E08D33228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083D00-43CD-4839-8076-3356B7C35A8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437BCA-7E32-4C03-881F-4027CEF7B93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of two types: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Press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Speech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Buttons: Normal requirements like bit coding etc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Voice: Limited Vocabulary Automatic Speech Recogntion system, microphone.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68120" y="46080"/>
            <a:ext cx="5486400" cy="11620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763640" y="227664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53964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3924360" y="350028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6804000" y="350028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 flipH="1">
            <a:off x="305892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364000" y="350028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436572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ASR Decoder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9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"/>
          <p:cNvGrpSpPr/>
          <p:nvPr/>
        </p:nvGrpSpPr>
        <p:grpSpPr>
          <a:xfrm>
            <a:off x="1403280" y="3500280"/>
            <a:ext cx="673200" cy="665280"/>
            <a:chOff x="1403280" y="3500280"/>
            <a:chExt cx="673200" cy="665280"/>
          </a:xfrm>
        </p:grpSpPr>
        <p:sp>
          <p:nvSpPr>
            <p:cNvPr id="124" name=""/>
            <p:cNvSpPr/>
            <p:nvPr/>
          </p:nvSpPr>
          <p:spPr>
            <a:xfrm>
              <a:off x="165420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184320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40328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84176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" name=""/>
          <p:cNvGrpSpPr/>
          <p:nvPr/>
        </p:nvGrpSpPr>
        <p:grpSpPr>
          <a:xfrm>
            <a:off x="2124000" y="3645000"/>
            <a:ext cx="954000" cy="174600"/>
            <a:chOff x="2124000" y="3645000"/>
            <a:chExt cx="954000" cy="174600"/>
          </a:xfrm>
        </p:grpSpPr>
        <p:sp>
          <p:nvSpPr>
            <p:cNvPr id="129" name=""/>
            <p:cNvSpPr/>
            <p:nvPr/>
          </p:nvSpPr>
          <p:spPr>
            <a:xfrm>
              <a:off x="212400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"/>
            <p:cNvSpPr/>
            <p:nvPr/>
          </p:nvSpPr>
          <p:spPr>
            <a:xfrm>
              <a:off x="250164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274788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"/>
          <p:cNvSpPr/>
          <p:nvPr/>
        </p:nvSpPr>
        <p:spPr>
          <a:xfrm flipH="1">
            <a:off x="450036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 flipH="1">
            <a:off x="601164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3132000" y="3789360"/>
            <a:ext cx="3240" cy="792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3132000" y="4581360"/>
            <a:ext cx="7891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788000" y="3789360"/>
            <a:ext cx="0" cy="720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 will be interested in one ASR based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2004-11-23T16:34:35Z</dcterms:modified>
  <cp:revision>13</cp:revision>
  <dc:subject/>
  <dc:title>PowerPoint Presentation</dc:title>
</cp:coreProperties>
</file>