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A34F5E-1D0D-416D-A503-998170CCCC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95312-F2B9-4898-98FE-7260913058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B1F54A-CCA1-4206-8214-7412E24EB2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31F1F1-B47B-4DB5-8F84-028E7C32D3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3E831-5EE1-498F-8052-9A1F62A7BE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162B51-9935-4F00-AD52-7E3EF6E0C6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04DDC-BDFB-4ACC-A4B2-0151FF8208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3A0B5-6EF0-4069-9503-3E35B749B2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6BF1FC-5A33-486E-9F10-A6A6C44576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2BEE22-6796-4AC3-8C03-A77174AD3E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24C410-C574-490A-8BB4-E4460BA465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1A494B-0FF4-4F0A-BA4D-E087CFC2C0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3344EB-1F79-47F3-A33E-2812582DB2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4EB941-9DC7-40FD-9058-C6B5F5C3BF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2952A8-6C2E-4B45-BD32-B989FDC219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159290-28A6-45F3-AF65-DF6EB7DE1B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7F08B2-9D5C-4E86-BC8D-E5E5097CFB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0E7068-CF1C-44B2-B58B-83B05F3213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57E505-9FF6-4407-9DA5-91F7EB733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137535-145F-409E-AEA7-FADEE49265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89917D-AAB9-4FAB-A25C-01CEC0580D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BAA564-9EAD-46E9-B9A4-2536C5422E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EC1374-14E1-496A-B85F-8638353859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B2734E-5552-417C-9400-8E23C6C585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D4735C-691C-45F8-AA3A-ED250C698DF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E2427C-3AC1-4DD2-8DB4-02E72249743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