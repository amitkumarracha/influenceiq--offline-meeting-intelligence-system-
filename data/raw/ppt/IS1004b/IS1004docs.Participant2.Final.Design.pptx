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B31258-75EA-49A4-9ED6-FE5FBEC541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B1469E-58E7-4511-B54C-C55A2F4B4A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3EE14F-E9FC-4A24-B790-903C81C4F9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C634B7-4551-4C20-8B51-045F2A0CED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48EFC2-E753-4796-91C7-05A80E6D4A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7F99C8-9E79-479C-94E9-C79CB53967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4D6C8A-E23D-485F-A64A-2B35C6B453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FACC9F-9914-44B0-A6F5-47141875A1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576A01-0035-469B-B739-4F3C7EAC20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B98A5B-8497-4B39-86F8-558C7F3482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698268-5937-4337-BDAC-BF8E97C1F6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A992B4-52F9-47B6-9691-78D6DCCC0A2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ED1DCC-5388-4620-8BAB-5BBF260EDA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CE6E3A-2F85-4724-93BC-382D91CE4E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C39E98-781C-4456-A684-C289D0B4E0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5ADC00-C366-4EB6-9DA6-FB580F57D7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A26FBA-B0A0-4568-B49F-C30832871C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63F216-7C6B-462A-9297-7D6118CDD5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CC25E7-6F99-4D14-B789-6881160539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F0178C-1151-40DD-A894-9FEC6AC723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922D21-9640-4D8C-A178-A080FDEE67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B3A965-A18F-4562-8841-9AA71F6AE7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64A3F1-F48B-4AB4-8A7E-8E8917C7F34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E86DAD-D933-46B3-B3C8-EC9BF84840C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93BEC67-ACC5-4428-B073-746AF7AC93AD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9073AA1-1D02-4A20-A347-6819D3E30B88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Presented by: &lt;Michele, Hemant&gt;,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Functional Designer,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Case: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Banana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Elastic Plastic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Yellow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Base station for charging batters and remote locator (RF element located).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2004-11-23T20:06:34Z</dcterms:modified>
  <cp:revision>15</cp:revision>
  <dc:subject/>
  <dc:title>PowerPoint Presentation</dc:title>
</cp:coreProperties>
</file>