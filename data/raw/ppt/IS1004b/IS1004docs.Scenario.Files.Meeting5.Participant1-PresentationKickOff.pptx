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ABB866-4E71-4C47-A5F0-9D18CC1113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CC539A-22B4-4579-A381-6BEDB50150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ECBC7A-6072-40B6-A0CA-0CD4E3BC81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AD240B-381F-481C-BBAC-DE87E39EA8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6F37D4-F4B8-4750-B271-4F1A8BA8EE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41F3C6-CA72-4C6D-9829-8C8185AF4E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4BC397-099D-436B-A69A-A9681F5DFA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1B06C9-DDEF-4F20-A473-460927719C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8C2EE4-EFE6-4FF3-99CD-0E9AA14E12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F7C969-554F-4F25-B28F-428B3F61B3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BBA23F-74EF-495C-BD6E-94DD2A7B84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3AB3D8-C6D3-41DB-BB82-CE2ADC1A9C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B60B48-E145-4D8A-8ABD-DDA83CB5B1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FACBF1-25E8-47B1-9442-2290A63FD1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518590-62A2-4467-B9EC-18FD4219C8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25E514-BA00-4176-98B7-84E01F2F20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597BD7-51D2-4ADF-9759-D8962D438D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5A55E1-2E2F-4488-8BD4-DD02FD3AF7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C161BE-1B02-4BB2-94C1-6B47831377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CFB990-9201-4020-8F67-30EC46AD2D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0ABF98-08AC-4489-8E83-84D3AD559C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269394-41C0-434B-9C91-F01AB47335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C2D88A-C877-4CC4-A3B6-75A7DDE358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7CC0C9-C61B-48AA-8695-ECAD318ABC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28C72B-E5B9-4046-BE14-248F79C4A9D0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093D7D-E747-426F-8B0E-C35AE2160509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2004-11-23T15:27:24Z</dcterms:modified>
  <cp:revision>33</cp:revision>
  <dc:subject/>
  <dc:title>PowerPoint Presentation</dc:title>
</cp:coreProperties>
</file>