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2229C1-DA93-4E6C-9B05-7F5EC95418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652A39-1264-41D3-8AC6-C8447391C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4D0F2-B41D-4C9F-96E8-D9E7088B28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701F75-A6D9-4D18-AC95-88C52FB2BD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8FE3B-908F-44EE-A806-685D92BCAD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7027B2-18C9-4DA5-A11E-FA1AB07AB1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8B389-6F2C-4972-8498-D05228216A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79F08F-4349-47FD-BBA6-7349EB6987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5A241-5FE1-4C2E-A939-A24FB39DBC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F9AB6C-05AB-4187-BFF5-4A97646467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C49127-F09A-4B27-9DB2-DA0F954444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8610FF-ADA5-4437-8FF0-758F135680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855C1C-B103-4888-9AFE-8CE1CEDBBC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E493E8-B611-4B67-859B-72E05142DC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CECE7-388C-49EB-B05E-964F711A43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D57725-E9D6-4C5C-87E7-51E0CF09B3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66E53E-2542-49BD-8FE5-D80FC438EB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D9A214-DE6D-4459-89BB-8304AD459A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A7E5C7-6AD8-458C-992C-8405DBB670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8BA90E-FE2D-4EEA-BCE7-68D6EFAD12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23D8E9-85F3-4D13-B459-E9794A595A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896FFD-EC26-4BCA-AC0D-901CC81D08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0685A2-8666-4F10-9F27-EBEC31371B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EB353D-472B-4CFE-96F0-EAF6A7B1E3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B3E027-773A-4306-9BDB-5E0DC78B391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B55865-09DF-4B9B-96D4-DF5E5C6197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