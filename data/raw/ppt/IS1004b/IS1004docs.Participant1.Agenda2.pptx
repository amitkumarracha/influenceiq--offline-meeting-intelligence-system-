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9F2B04-ACE6-4F70-98CE-980662D326F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321B53-BB14-4CE1-8B27-AF8E28B435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53546F-9B4F-4E01-A241-E7E91B3111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931002-9429-4B1C-BE47-AD3A89E4C47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A31F7F-6035-4154-B40E-34F6DC96186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52107C-2DF5-47BD-B163-17A67E8E8C2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A52D31-A41E-4529-8597-405C7862F8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97358B-42CA-4CD5-AE0B-E1D31A8CDC1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B2D876-9513-4D0E-BF56-4A38F836766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D870DC-D330-424B-B613-E095FB5BDA9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44D5C7-5616-4682-8CE7-B76649E6ABE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AADC28-14BA-438C-8B3A-FA878C21640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C88DEA-E3B9-40E3-9E1D-D4771C9CFC6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5CFEEE-13C4-4472-9F7F-AF8205DA2B6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71111B-A583-41D9-A120-EC9BC9DA48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C4D679-7193-4ED0-9C5D-377A23DAF72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D89298-3D94-4396-B533-2F64296DB19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A96CD5-4D12-4ACA-998D-88D1FC056C9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282257-805A-4F53-BA29-6BD2A58784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161439-074E-4C6A-B8B9-F03B01EB25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BAA705-3489-4AEA-8C27-5D4A8C1DAC4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F70408-F308-4B59-B869-6C5DE02F340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6DA0AF-8429-400A-8E3F-2E15736D1ED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68238D-588D-4682-B384-78A905110DA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2E0A7AC-EEE9-435A-91D5-EA9D8DB3EB2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4ACD4E8-6BDA-4949-9000-C0E324A8FC0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://www.remotecentral.com/take/takebig.htm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://www.remotecentral.com/take/takebig.htm" TargetMode="External"/><Relationship Id="rId2" Type="http://schemas.openxmlformats.org/officeDocument/2006/relationships/image" Target="../media/image2.png"/><Relationship Id="rId3" Type="http://schemas.openxmlformats.org/officeDocument/2006/relationships/hyperlink" Target="http://www.remotecentral.com/take/takebig.htm" TargetMode="External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S. Marcel,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" descr="Clear Take Control. Click for a large (140kb) version.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1042920" y="1052640"/>
            <a:ext cx="2279880" cy="4819680"/>
          </a:xfrm>
          <a:prstGeom prst="rect">
            <a:avLst/>
          </a:prstGeom>
          <a:ln w="0">
            <a:noFill/>
          </a:ln>
        </p:spPr>
      </p:pic>
      <p:sp>
        <p:nvSpPr>
          <p:cNvPr id="99" name="PlaceHolder 1"/>
          <p:cNvSpPr>
            <a:spLocks noGrp="1"/>
          </p:cNvSpPr>
          <p:nvPr>
            <p:ph/>
          </p:nvPr>
        </p:nvSpPr>
        <p:spPr>
          <a:xfrm>
            <a:off x="456840" y="1600200"/>
            <a:ext cx="6923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" descr="Clear Take Control. Click for a large (140kb) version.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5867280" y="3141720"/>
            <a:ext cx="1035000" cy="218736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Clear Take Control. Click for a large (140kb) version.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692360" y="1773360"/>
            <a:ext cx="1531800" cy="3240000"/>
          </a:xfrm>
          <a:prstGeom prst="rect">
            <a:avLst/>
          </a:prstGeom>
          <a:ln w="0">
            <a:noFill/>
          </a:ln>
        </p:spPr>
      </p:pic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7570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2004-11-23T18:32:34Z</dcterms:modified>
  <cp:revision>20</cp:revision>
  <dc:subject/>
  <dc:title>PowerPoint Presentation</dc:title>
</cp:coreProperties>
</file>