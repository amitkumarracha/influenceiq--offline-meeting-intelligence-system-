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77731E-ED17-46BF-B68C-F8D5015B9B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0D5D9F-07DB-422C-8445-BBC0BD80A3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42BC41-422A-4533-8377-39A2F87C45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194320-E148-4A56-ABA7-3DA77CAD95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262077-8DD4-4921-9DA2-85093CA003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AEA241-78D0-4512-980A-5C34B9F1EF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89D46C-004F-4627-A33E-9E8F58B852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DADD95-31BC-49F4-8156-0DAAD06A1B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D75125-88F2-4FD2-A5CA-CA3783D0DC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079C39-0645-4B11-86CE-3676DEB693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F35E38-D328-4E41-823F-6A1F6C09EDA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3F8BC8-9FC8-4843-AF2C-32EAAFA752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BEF2D1-497D-4EF2-B374-5D9EE866AD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9458EF-1762-4A2A-8394-31C858C66D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1712CD-B2FD-487A-8CFC-BA10BF4F92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0B30BA-9348-4C43-8C52-A2047AEE33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531334-B81F-4A6D-9310-0EF0C74CF9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9E987E-87BC-4F4F-8B4C-2E1AAFBE3F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C64A97-F7CF-4746-94C2-0E1324AB3E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4EA3F4-5C60-4E3B-907E-26A43347AA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5CB0EF-C353-4B1D-A85A-48068ED5C8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3DF25E-D6BF-41D4-8B63-17EF5F9EFD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4E2DF4-3143-4247-80E8-8AB8959E88F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07F2E4-B407-4C17-A09D-1F0B26DCA23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D9020A-AA97-430B-A606-8047BE8562F3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F29F5D9-E9E4-4389-BB11-CA134C8B1165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Preferences of users.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Investigation of new trends.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 Easy-to-use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 Technological innovative.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*** Functional look-and-feel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 and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    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(fruit and vegetables – spongy)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924360" y="3429000"/>
            <a:ext cx="0" cy="5047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We should consider the look and feel first before taking into account the technology given the current budget.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2004-11-23T18:47:28Z</dcterms:modified>
  <cp:revision>9</cp:revision>
  <dc:subject/>
  <dc:title>PowerPoint Presentation</dc:title>
</cp:coreProperties>
</file>