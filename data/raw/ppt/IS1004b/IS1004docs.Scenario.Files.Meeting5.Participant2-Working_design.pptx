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CF460D-489C-4D04-AD2A-27EB144764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3F9504-A73D-40CB-827A-C553214446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DA6E24-9A17-49D4-A2DF-E973CAFECE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6AF615-EB38-489A-BDA2-56B2C0D5B2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5A1CEC-9C71-4D39-B649-5D299889F5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5E3AAD-200D-41F2-9D20-F4DFAC5928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F2D794-B8CE-418A-9DB9-8C7560E6F4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C06A1B-0A0A-4C4A-828B-0112707277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76639F-2833-40F7-8D56-71E8557E45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AA9356-A0F0-4A0D-8F4D-4E78347EAA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6354F0-6CED-4C2C-A7FC-E80655564E0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498493-A3CD-4868-A618-0D0ED2D6FA4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9C1F1A-E4D0-446F-89EC-077BBA1391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0C0D37-4743-4699-91A4-A8F106E22A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426357-5F29-4392-B9B6-EDA5D2D7AD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983432-5983-4E29-BE47-0F313B7A2A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B21B45-A1B2-4A40-AA4D-68C1B8FE33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F6B656-646C-4611-BBBD-38121E5410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834623-F72B-496B-9E6D-A824DC3A31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ACBDAC-D187-41F4-A500-D6B40BE51C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AA3BA5-A9B1-457C-9972-B06D1CEB44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F7B2C7-7D08-4C1F-B6DD-9E74FD6349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0DA520-71D0-4444-AFA1-D274FF39095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3F4426-8E78-491C-B09A-C11A114192F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44EFD16-251D-46F2-8BF3-4969DEC6497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590332-1D3F-41C7-82DE-FC425D29FDD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 Interface of two types: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Press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Speech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Buttons: Normal requirements like bit coding etc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Voice: Limited Vocabulary Automatic Speech Recogntion system, microphone.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68120" y="46080"/>
            <a:ext cx="5486400" cy="116208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1763640" y="227664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the elements on the next slide (copy paste) to form the right schema of the working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Be inspired by the illustration on the web page Working_design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53964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3924360" y="350028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6804000" y="3500280"/>
            <a:ext cx="60948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 flipH="1">
            <a:off x="305892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5364000" y="350028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436572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ASR Decoder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18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9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3" name=""/>
          <p:cNvGrpSpPr/>
          <p:nvPr/>
        </p:nvGrpSpPr>
        <p:grpSpPr>
          <a:xfrm>
            <a:off x="1403280" y="3500280"/>
            <a:ext cx="673200" cy="665280"/>
            <a:chOff x="1403280" y="3500280"/>
            <a:chExt cx="673200" cy="665280"/>
          </a:xfrm>
        </p:grpSpPr>
        <p:sp>
          <p:nvSpPr>
            <p:cNvPr id="124" name=""/>
            <p:cNvSpPr/>
            <p:nvPr/>
          </p:nvSpPr>
          <p:spPr>
            <a:xfrm>
              <a:off x="165420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"/>
            <p:cNvSpPr/>
            <p:nvPr/>
          </p:nvSpPr>
          <p:spPr>
            <a:xfrm>
              <a:off x="184320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140328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84176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8" name=""/>
          <p:cNvGrpSpPr/>
          <p:nvPr/>
        </p:nvGrpSpPr>
        <p:grpSpPr>
          <a:xfrm>
            <a:off x="2124000" y="3645000"/>
            <a:ext cx="954000" cy="174600"/>
            <a:chOff x="2124000" y="3645000"/>
            <a:chExt cx="954000" cy="174600"/>
          </a:xfrm>
        </p:grpSpPr>
        <p:sp>
          <p:nvSpPr>
            <p:cNvPr id="129" name=""/>
            <p:cNvSpPr/>
            <p:nvPr/>
          </p:nvSpPr>
          <p:spPr>
            <a:xfrm>
              <a:off x="212400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"/>
            <p:cNvSpPr/>
            <p:nvPr/>
          </p:nvSpPr>
          <p:spPr>
            <a:xfrm>
              <a:off x="250164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"/>
            <p:cNvSpPr/>
            <p:nvPr/>
          </p:nvSpPr>
          <p:spPr>
            <a:xfrm>
              <a:off x="274788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2" name=""/>
          <p:cNvSpPr/>
          <p:nvPr/>
        </p:nvSpPr>
        <p:spPr>
          <a:xfrm flipH="1">
            <a:off x="450036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 flipH="1">
            <a:off x="601164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3132000" y="3789360"/>
            <a:ext cx="3240" cy="792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 flipH="1">
            <a:off x="3132000" y="4581360"/>
            <a:ext cx="7891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788000" y="3789360"/>
            <a:ext cx="0" cy="7207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 will be interested in one ASR based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2004-11-23T16:34:35Z</dcterms:modified>
  <cp:revision>13</cp:revision>
  <dc:subject/>
  <dc:title>PowerPoint Presentation</dc:title>
</cp:coreProperties>
</file>