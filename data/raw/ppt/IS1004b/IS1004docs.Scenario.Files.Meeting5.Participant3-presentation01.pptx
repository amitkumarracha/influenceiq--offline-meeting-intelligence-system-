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928283-FB6C-4C45-8667-D908700D94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5C920B-8749-4196-824F-A2BCEDE36E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F50869-F48C-4A5B-83D9-9C31DA0E05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77EB4D-41E5-4620-90DE-B6CB6FC2D2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3FAA29-8043-412A-9F70-EA3E7B98E2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8AFF06-1271-43A1-9438-AADDA33361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7D3F7F-0973-454F-90B8-77B0773CE9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2B083B-7188-4FAE-870E-EC9A6022F8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F82232-256F-4016-8621-A3EB397895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398C21-1C0D-4017-9693-38045682B4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882CE7-2EB7-442C-8033-5E9E4ECD745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77290A-D71D-4933-A970-D972B64CFB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1F8DAA-1FEC-40BA-8C7F-7D3606ED85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5DBFF6-A7FF-4DC0-A9FF-B27C229DB1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272C1C-7F06-425D-9EED-D7D0658F07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426F19-E047-4F1F-AD95-CC51A4866B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C843AD-5E7D-41D5-B56E-51F9833BDF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766C6C-C55F-4ABB-8997-4680F04A1A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1F3031-CAE3-43C2-8F9B-F85B09CC02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652E62-DF9B-4C07-A44B-CA13D33D04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94ED26-9044-492C-987A-D7F9BC01E5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FF5C15-8700-41BC-9950-986EB1EEB9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30C18E-27C7-4E6A-A128-0D2AF4DE6A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0B37E6-01CE-448E-B830-0E0C47CD050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FF7E5A4-49AC-45EB-945D-6A0AA1E58DB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3075CD-88C4-4D8E-90CE-C4709406795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Michael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Searched for features that I came up with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Looked at top remote controls on epinions.com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range from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cheap to the extravagant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Many universal remotes now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have LCD screens but are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expensive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659640" y="836640"/>
            <a:ext cx="1904760" cy="40291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349USD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25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Highest rated on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epinions.com: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Harmony SST748</a:t>
            </a:r>
            <a:br>
              <a:rPr sz="2800"/>
            </a:b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Simple: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can have multiple functions depending on the task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112USD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Harmony SST-748 Remote Control"/>
          <p:cNvPicPr/>
          <p:nvPr/>
        </p:nvPicPr>
        <p:blipFill>
          <a:blip r:embed="rId1"/>
          <a:stretch/>
        </p:blipFill>
        <p:spPr>
          <a:xfrm>
            <a:off x="4788000" y="1125360"/>
            <a:ext cx="3705120" cy="37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Program-driven rather than channel # driven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 displaying program names, scroll to them (probably too expensive for us)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put the fashion in electronics”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Extensible to perform as many “cool” tasks as possible.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2004-11-23T16:34:48Z</dcterms:modified>
  <cp:revision>8</cp:revision>
  <dc:subject/>
  <dc:title>PowerPoint Presentation</dc:title>
</cp:coreProperties>
</file>