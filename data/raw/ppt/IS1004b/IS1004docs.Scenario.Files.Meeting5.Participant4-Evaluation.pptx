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96979D-250F-4E04-A636-D948BED733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750D29-E6CF-47FD-8C60-6F217B1AD1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B8B7AF-D23D-442F-8CBE-A45D3B5B60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8A2B2D-F0E4-45EA-87E0-EDDC1CFE86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72ADAA-D786-45F1-A589-8CBE3E8CD9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C4F4F2-F530-4C16-8634-459DC9085A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EF9938-2629-4655-AE42-1D94838847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C0BB3B-CB37-4DCB-AE7B-E2D4E1F937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724234-B05F-4830-9097-ADA0714EF3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33A7C5-6A65-4C14-8C57-1EA78860B4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0653B7-11B7-4FD7-8528-23A1CB6E71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2B7CDD-A96D-4CBF-8F32-51F2690A76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910470-FD2F-4085-9F4C-7592017A40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E44CC6-E7C8-42A2-8DE4-8EC1F8EFE2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70F11E-0AB4-48A5-906E-4BDF2FA8A7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FF8B8E-561D-423F-8E18-8D883F47EE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58180E-83E1-4E28-9A94-E5C8096AE7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4C86EE-7B33-40B6-A774-6435B7406E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76FEAC-518D-4223-9351-7E5D552DC5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41F9FB-406E-4005-903E-FCF0088114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2EA444-ABF2-4134-BF95-42A1457435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21706D-D7AF-47BC-9945-0427A09220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70637F-2AC2-40AE-BECF-2EB04033739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2B80B3-E65A-433D-A0B2-B07BE2BA43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96E5E9-4DC1-4E6F-B645-3F94C76175F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F1869D-880C-4765-AF51-780AB10577F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List of criteria based on the user requirements.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Each criteria will be evaluated using a scale ranged from 0 (true) to 7 (false).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fancy.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handy.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completely functional.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like the cool features of this device.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Yes, this MANDO banana is easy to use.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Of course, I would buy the MANDO banana for 25 euros if I needed a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would change my remote control for a MANDO banana.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2004-11-23T20:24:53Z</dcterms:modified>
  <cp:revision>15</cp:revision>
  <dc:subject/>
  <dc:title>PowerPoint Presentation</dc:title>
</cp:coreProperties>
</file>