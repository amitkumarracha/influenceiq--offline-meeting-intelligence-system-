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6A81A5-2F8E-43A3-9218-9974E08D04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BD9A6B-94E5-4DCC-8B7B-FBF318AEAB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86963C-FF76-46A1-85E8-D92C4830C6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9D31E4-F998-4E45-A35C-DD18C9378A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8C1076-AFEE-4F3A-B07D-4FBC8632624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2CE475-8A58-4195-B986-4EB85AAA068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006CB5-FD43-47CD-94D2-BA3726FC36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0B8166-DFD1-4535-AB17-78E4434CB3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37BA03-988F-4297-8BC7-A1C760DDB7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C2823-C597-4462-BABE-561617C869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C17600-FD74-4991-8CB7-E0912C549F0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BBB990-92CF-447E-B2F2-92B072BF044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D609D5-5251-473C-BD65-B8B4AAC55B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9A7341-1912-4714-8660-6B219DB150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68739C-9F85-4306-BD1C-54C603A476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01BE24-4A66-4C7A-BC10-75AAE0DEF4E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D03C3B-8835-4BB6-85C2-CF4591DAF5A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313C09-C649-416C-9102-ECA1A6B717B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8DBA06-47D5-4D16-9B17-53ADDEA300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E8711C-DDF0-4B01-83AB-3ED2E5D0966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9954C1-DCC9-4847-AFEB-F508DF7D52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9D3693-0549-4000-A319-449559E0B8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9F2D5D-1E26-4E06-BB38-A83376AF29A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252C09-75B5-4352-BF96-AD30457F3B3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74E8EB0-5948-4D58-AABC-ADE002EBC6E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AF46902-5B3F-4D8F-BA35-47A5369FE9C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Michael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Searched for features that I came up with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Looked at top remote controls on epinions.com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range from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cheap to the extravagant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Many universal remotes now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have LCD screens but are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expensive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6659640" y="836640"/>
            <a:ext cx="1904760" cy="402912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349USD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4259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Highest rated on</a:t>
            </a:r>
            <a:br>
              <a:rPr sz="2800"/>
            </a:b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epinions.com: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Harmony SST748</a:t>
            </a:r>
            <a:br>
              <a:rPr sz="2800"/>
            </a:b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Simple: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Buttons can have multiple functions depending on the task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112USD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5" name="" descr="Harmony SST-748 Remote Control"/>
          <p:cNvPicPr/>
          <p:nvPr/>
        </p:nvPicPr>
        <p:blipFill>
          <a:blip r:embed="rId1"/>
          <a:stretch/>
        </p:blipFill>
        <p:spPr>
          <a:xfrm>
            <a:off x="4788000" y="1125360"/>
            <a:ext cx="3705120" cy="370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Program-driven rather than channel # driven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LCD screen displaying program names, scroll to them (probably too expensive for us)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 put the fashion in electronics”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Extensible to perform as many “cool” tasks as possible.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2004-11-23T16:34:48Z</dcterms:modified>
  <cp:revision>8</cp:revision>
  <dc:subject/>
  <dc:title>PowerPoint Presentation</dc:title>
</cp:coreProperties>
</file>