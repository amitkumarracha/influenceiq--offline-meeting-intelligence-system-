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2BEF15-BF09-4E64-A995-96F0DBBF90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369137-A344-4654-9796-73E784023E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7EAEDC-512D-49F2-B433-406D5E8E17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5BE920-63B0-4159-A0C9-F7E258B4C1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29C161-AA53-4795-9EEF-F649AD8FB0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1BB881-AEAD-4E93-A9BF-43D017CE9C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BAD3F5-DB11-434C-9D0D-37C8A0E5B3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B5464B-7459-4F37-BB92-1F0BC6FE8C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630715-3124-4D0A-84C4-F0671FDB4A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4E886B-9197-4695-A8B2-21DAE5D8E7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E5574F-055F-4AE7-BB39-86C07442C6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7B1CCC-80B8-4511-BB6B-29B168EF17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D76F58-11EF-449B-9CD5-DD47E9BCD9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903DBA-B746-47F7-916B-AFF5F5A48A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0CADCA-D77C-4706-8BD6-5C90DCE5EC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C6382D-4801-440C-A3C8-10725C7EF4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000B95-720A-4256-9F39-CE7ACCB961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30D6F6-D660-4CC0-9034-C409404431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916117-7ABD-439D-B7A4-A1F24D2C1D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47E9F3-AC00-479D-9BA7-5955AB062E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68C9DC-7E12-40E8-9F7D-1E95DA7261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F3A058-8258-4BEF-A0E1-FC8D864DAC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599E01-201C-48DD-92F3-1333717E94A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9E299A-4DE3-4E7B-92AC-BE26E8D26E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1AD6BF-F954-4C82-8AAB-540578FEA46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E585F9A-0AFA-4F15-AD25-60C0F9B77C2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Case: Plastic with some elasticity, double curve for ease of handling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Push buttons for the traditional users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user wants to control more than one device from the same remote control. So our TV remote can have little extra things to support adidtional devices like VCR/DVD players which are usually attached with the TV.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button could be a very useful interface to promote the remote.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Users will be interested in a locator device to find their misplaced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2004-11-23T18:44:02Z</dcterms:modified>
  <cp:revision>13</cp:revision>
  <dc:subject/>
  <dc:title>PowerPoint Presentation</dc:title>
</cp:coreProperties>
</file>