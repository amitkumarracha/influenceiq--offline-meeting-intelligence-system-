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32C38FA-D51B-4C25-A920-94E708DE5DF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CD0DBC0-9FB8-4488-81F8-DEFD86FB370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6F13C70-F271-47C8-9481-76906F6FEC9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CD34DDD-56EB-442E-83AD-C79951D883A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2E4C532-3EEE-4FFD-805B-F125786207D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156AF6E-A190-45D2-90F4-6E82B4C41E0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D86A7E0-D1F4-40AC-B8CF-45F2A74E4B3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D5176FA-7D88-48A8-B8AD-72616F9BBDF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0222523-F2E4-43E7-844E-647C559EDA9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F0F066D-5312-45C6-9C1B-01A697AB72A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901F808-E3BF-48C1-AA36-3CAE966DC070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A21B1F8-B0F0-4716-846E-A81081B4405D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F6C6B7F-DEDB-4025-B1D3-75726CA12CF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C3C34E3-0D4D-4F94-B980-7811C2F1BDD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A486ABD-BF9F-4EFF-9423-279903D6E89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A32D00D-42D8-4D44-B2C5-057C380459C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1BAAEB3-7E58-48DD-8060-9117F190BEB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6E33EF1-B5BD-469B-83D2-2A8EE69C5F7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6EC76AC-8C71-40BA-8881-A08EDC1288B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D85D96F-519C-4F16-8D9F-9FABA6CB05A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C894CA6-90FC-4DEC-B1DA-F725DBD4B6E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FAFAA63-E125-4691-B8F4-F530DBD4EFE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51101F6-99C3-4190-B70D-3400AAE19244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729ADD6-BE7B-4C3B-A828-5F12E72AD807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DA7C9314-C73B-494C-90C3-3DF138BBC4F4}" type="slidenum">
              <a:rPr b="0" lang="en-US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AB28B95-0F29-43BF-B15F-247AD3FC092E}" type="slidenum">
              <a:rPr b="0" lang="en-US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Final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Presented by: &lt;Michele, Hemant&gt;,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Functional Designer,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Industrial Designer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533520" indent="-53352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Case: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914400" indent="-45720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400" spc="-1" strike="noStrike">
                <a:solidFill>
                  <a:srgbClr val="ffffff"/>
                </a:solidFill>
                <a:latin typeface="Tahoma"/>
              </a:rPr>
              <a:t>Banana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914400" indent="-45720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400" spc="-1" strike="noStrike">
                <a:solidFill>
                  <a:srgbClr val="ffffff"/>
                </a:solidFill>
                <a:latin typeface="Tahoma"/>
              </a:rPr>
              <a:t>Elastic Plastic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914400" indent="-45720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400" spc="-1" strike="noStrike">
                <a:solidFill>
                  <a:srgbClr val="ffffff"/>
                </a:solidFill>
                <a:latin typeface="Tahoma"/>
              </a:rPr>
              <a:t>Yellow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533520" indent="-53352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Control: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914400" indent="-45720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400" spc="-1" strike="noStrike">
                <a:solidFill>
                  <a:srgbClr val="ffffff"/>
                </a:solidFill>
                <a:latin typeface="Tahoma"/>
              </a:rPr>
              <a:t>Scroll button with push technology for channel selection, volume control and tele-text borwising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533520" indent="-53352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Base station for charging batters and remote locator (RF element located).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533520" indent="-53352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For the Power Source: Solar Cells and Batteries (for low light conditions)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914400" indent="-45720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914400" indent="-45720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4400" spc="-1" strike="noStrike">
                <a:solidFill>
                  <a:srgbClr val="ffffff"/>
                </a:solidFill>
                <a:latin typeface="Tahoma"/>
              </a:rPr>
              <a:t>Method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Regular chip for control (pricing is a factor) with speaker support (to trace the lost remote)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Scroll puch button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Locator Device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2004-11-23T20:06:34Z</dcterms:modified>
  <cp:revision>15</cp:revision>
  <dc:subject/>
  <dc:title>PowerPoint Presentation</dc:title>
</cp:coreProperties>
</file>