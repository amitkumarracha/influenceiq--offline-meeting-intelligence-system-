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5E54ED-A68B-4E2D-A545-B93D3D44EA6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0A7FB0-6709-40E8-8061-12499EEE5F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C255D0-8177-452D-828D-EC2060755A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0803AB-4B7A-401A-91B1-3551C5DB1C3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A08FED-E4F6-4797-9BBD-1E4B5BB615D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C744E3-4918-46CF-A20C-BB5A5547C89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BDF849-2D06-4C64-8625-80AD276983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DCD66C-E930-4B28-A708-D42751230A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D42973-384F-47F7-8301-E6EB2A30663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B10090-30B8-40DA-BAE1-2481D311028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7FEA3C-603A-40E1-B1DC-934F9D628FF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616748-EAF0-4D0D-9953-91B5B04DA58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BC4042-3C7F-46AD-A43C-7B7ED5BF7C8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ACD317-5949-41FF-A602-B90AF885D7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BC3699-F555-4794-A8EA-AAFC1DD950E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63CEB0-B4CD-40BD-9602-2916F2EA8BA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B3CCB7-8DBA-4412-AB9D-8939ABBA5F5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DCF65C-0598-403B-8B79-4AF371DF76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650211-D25D-4EE9-988F-0076081501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FDB2EC-5F8E-45D3-98B2-0A256C93C21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4F73C2-7B24-4191-A210-058306FD35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C12DB1-2774-43EA-853A-5DD78D8F241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207E55-CE38-408F-9B21-F055A7839A5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8CB7AE-3D36-4AA5-B51A-57017799893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CDEE2F7-FDB8-4622-A0C4-9EBD6A0D887D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6C091EC-1411-4824-85FA-6B03D1E5D35E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Preferences of users.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Investigation of new trends.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* Easy-to-use device.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** Technological innovative.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*** Functional look-and-feel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Fancy look and feel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    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(fruit and vegetables – spongy)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"/>
          <p:cNvSpPr/>
          <p:nvPr/>
        </p:nvSpPr>
        <p:spPr>
          <a:xfrm>
            <a:off x="3924360" y="3429000"/>
            <a:ext cx="0" cy="50472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We should consider the look and feel first before taking into account the technology given the current budget.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2004-11-23T18:47:28Z</dcterms:modified>
  <cp:revision>9</cp:revision>
  <dc:subject/>
  <dc:title>PowerPoint Presentation</dc:title>
</cp:coreProperties>
</file>