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8AC9EA-2523-455B-9E9E-6FA3688044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CA14BD-C774-4511-9FF1-B94844A12D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2A7440-4A39-435F-B610-1C7B1765DF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543653-40E6-4454-9A69-9BAA978C46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1576BA-B251-4E52-83EA-63B38AF067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A6B0EB-4656-4552-B5F6-CBCEA12537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E23023-2006-4E63-87D1-A587C8D5B4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05F5C4-C3C7-4486-8616-A2D2BB5A90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9E4537-6EA2-4EFC-8932-77340065B7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B745F2-0E7C-496C-B068-1B55B70911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8CC161-94A3-4223-9590-99E715BA099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6864DE-9B15-4082-9FCE-895A3E240C0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4857D2-68C0-4977-844D-A7D74DA459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FBEE03-6045-4EA3-98C5-E87DE1340E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C436C3-27D9-44AE-9854-ABF8EE5BFF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795C77-478D-44D9-8EEA-9907317B70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BA95D6-E00C-4A48-9382-14C87FC3D2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2AAD45-E22F-4F8C-9D58-BE2D076C82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36D27E-9A3A-4BE2-872C-C998AE85AF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AED081-EFD6-4729-A01B-3248EDA8E1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31A419-89D3-407D-87DE-0F4DE46C96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9CC7C3-A86A-4295-AD4F-F3BCE676F1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A6D4F8-F966-42B8-9C1B-6C8D311D150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FCB689-1A54-4182-A5E2-94A9270BE5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0BD182D-3379-4F20-B28C-A69E7CDEDCC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79D09B3-7513-4325-B15C-D47CF573A6B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50920" y="3213000"/>
            <a:ext cx="143820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476360" y="1773360"/>
            <a:ext cx="2048040" cy="377028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74995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7715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7380360" y="3213000"/>
            <a:ext cx="143820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2004-11-23T20:00:21Z</dcterms:modified>
  <cp:revision>19</cp:revision>
  <dc:subject/>
  <dc:title>PowerPoint Presentation</dc:title>
</cp:coreProperties>
</file>