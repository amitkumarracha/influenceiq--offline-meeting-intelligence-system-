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194CAE-3127-48C5-B286-A889933C39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A9B15E-E57D-4EB9-9CF0-2FFD2F961A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7418FF-031A-4CE5-94D7-EA4930DEAC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FE8A1D-43B7-4097-9312-897509832D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CD90A0-7D32-4220-93B9-11AA8E99BD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CC6A9F-F99A-4E40-A952-1DB5020D20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D7A71-B860-47E2-BBC4-59B26A19CA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34208E-206B-443E-B0A5-09C8B904E8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35AEEF-4173-4BAB-A36D-C1A50781D4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FD466C-4670-4A50-940F-0174676BCF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F9CE5D-6F06-431E-9499-6C3B52497D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372E0D-8ABD-408A-961D-CC0C1A917D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7E30BE-CD27-42BE-8CF2-E076372465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23A0C2-9FD3-48E0-A309-36DD9BD5A6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296AF2-7F6D-4C18-B192-CF19EEDEF3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C3F20C-8CC0-4639-8312-09262EC2B2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8D5585-2B78-484C-B762-A6500D7029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8FD4A4-1E68-4CC3-ACCF-4B4EE85A94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A69834-2C88-4211-8962-5DE1C1C38A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A90AE8-F6B9-468C-9185-78FC463DA8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2F9F56-CE65-435C-A269-DDAFE0D295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093FA0-4984-40D3-BADB-8C4353503D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B50AD3-FA05-4151-ACF7-656E291123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DA7CF6-4C2B-4B6F-AFBE-11F1259AB6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DC153A-553C-4269-8E24-18FE35A0353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6DA79F-6E2E-4EC1-8B99-05A8CA08A51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List of criteria based on the user requirements.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Each criteria will be evaluated using a scale ranged from 0 (true) to 7 (false).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fancy.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handy.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completely functional.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like the cool features of this device.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Yes, this MANDO banana is easy to use.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Of course, I would buy the MANDO banana for 25 euros if I needed a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would change my remote control for a MANDO banana.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2004-11-23T20:24:53Z</dcterms:modified>
  <cp:revision>15</cp:revision>
  <dc:subject/>
  <dc:title>PowerPoint Presentation</dc:title>
</cp:coreProperties>
</file>