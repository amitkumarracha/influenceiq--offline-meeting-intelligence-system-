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8170E5-BD20-435D-83F3-F80B55BD6E2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933BFD-2254-408C-9291-2108884CC0D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52EC90-37AA-4B37-98E8-840FD89996A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438964-74DD-4144-B1D0-74ADD755DFB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E87B23-5312-4CEB-BDD0-5F0081526BE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99E560-D3DC-40F8-9B29-094739B7780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5FC5F1-39B3-4F41-ABB9-3C688D2C789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70AD8E-2CD4-4DC7-9EC0-AD518377FF9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72D924-8793-4869-87C0-7BCFFC67800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3B5360-2CE4-495B-B5A6-84645471807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51F2BE-53C5-4B27-8F30-DFE15399C84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91A3B8-1431-49E7-B09E-85897E4D8FA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D7A2F4-4985-4262-8E3F-249F7F59C90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2EFFC5-8BFB-4EB4-9CAF-865BFBDC5A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4680F1-0914-43A8-84A5-A628FF2DFE1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134703-409D-4C33-A38E-32309159BDF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D295E9-C2FD-41EA-AEA2-917BFED94EF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C1EBAB-B431-4840-88F3-98E97F85FF5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C65290D-D3D0-4594-BC48-F5A72432DFD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1EC875-233E-449C-BC16-8DEBED19632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F7027C-1EAE-4738-B358-B0133F608D5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913E471-F4A0-4617-B091-162D757607A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8B132E-F3A5-4368-9A64-7E57709ECE2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126DB7-6288-45CC-A052-5FE48DA6D5E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F8A2F25-D0FB-4567-862D-081DA8909CD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30218B3-FB8E-473B-837B-0CAE9BD0D7D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S. Marcel,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Project Name: ReMo, PowerStick?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Now: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2004-11-23T16:40:48Z</dcterms:modified>
  <cp:revision>21</cp:revision>
  <dc:subject/>
  <dc:title>PowerPoint Presentation</dc:title>
</cp:coreProperties>
</file>