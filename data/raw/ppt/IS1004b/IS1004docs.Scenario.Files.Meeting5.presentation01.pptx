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AAE0FC-1F64-44A3-9776-7CC7D6302E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65C6C-8CC5-4D69-8778-B59B7634D8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00C11-F4DD-4DEF-9F67-0CE2D29ECE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5684A-6FA2-494A-9026-18B9AB48AB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5CC8B-88AE-4851-B09B-A07A7FBEDA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C43B06-0289-49BE-BA49-47B2FDB236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ACBE2B-C7B1-4989-A97F-09B0D95BAB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D79D1-341F-4A10-8B41-E796A12AF9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4EF842-8D13-4B4D-A630-1A8174B7C1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EB757-0319-438F-A38D-D4382961B8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7DF061-E857-4D5E-8CAA-35AE30C32A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6D4918-5A10-4C4A-8F69-5EA588AC46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CEC5B9-E53C-413B-AE0D-FA3B2E0206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32AA8-D4AD-4AA0-9ADE-3ED3D51718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200BF3-AC63-4E7C-AF68-F978477B12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DCB2C5-1422-47A6-97D7-FFE5DCAAC5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C1FC83-ADE1-4234-AF68-829BE37550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778694-64BB-4638-867F-FF29954205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A3FCFF-EB2B-41CD-AD59-2D2B0CEA29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494C4-8FBC-4CEB-85BB-9A02DC148A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EAB797-1B9F-4888-902F-5B7B3F1DC1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55ACF6-C724-4DE7-9273-6F67460AD3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679F97-98CD-479A-BABD-B1D3689B3E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099E5B-A34E-41EA-9F84-46379040C9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06EBA4-D10C-40F9-B9B2-3FF755A9A40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8E697B-9637-4A15-B53B-597EC7F19E0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