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3E7D49-6E61-4807-A513-B439132DBC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6F5D25-6764-48B4-85B4-8BF3CDB645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501D71-3857-4BE3-AF5E-461734186F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DECE77-7FB1-489F-8F5F-49AA5936CC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48EED7-4E68-4E44-80B1-04CAEC47FD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971818-C198-4637-ABF0-86104DB8CE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2160B-9DA6-4B69-AE02-F8F8DFC170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5DBF0-012C-499E-9BE6-DCF7EEEF2E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5759E-575E-4CE6-861D-4A7F4C2A72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47A78E-5716-4EF6-8B3A-47A5026BA1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5AD7F-BEB3-40BA-93CE-67696770CF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73520A-A3A0-4820-BC91-BB2952486C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27A56C-D2C1-454F-817A-240E833E6A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ABA6FE-3DB9-4BBA-ABD2-963BA5039D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345596-9C76-4CB4-B310-6EBA703A96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9827E0-2404-47DD-B2B1-AA7E495BF0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03B32A-8B83-426D-A7AC-99E244B081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9A638C-7BDE-40DF-A2A0-18B99BC51F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16B018-A053-4AB6-B21E-970BF63A55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352512-033D-4557-8B64-52D842C8B8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5C38AA-8E4A-428C-B158-6272E966C3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66A4EA-70A9-4295-B990-99AC7CAD95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CF05A4-5FEF-4268-AEE0-C82697C992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9B86C9-73CF-471D-B696-A382831A3B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748472-F856-4368-946A-898ED911EDC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3910AD-0A48-4DE4-8980-84DF717401E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