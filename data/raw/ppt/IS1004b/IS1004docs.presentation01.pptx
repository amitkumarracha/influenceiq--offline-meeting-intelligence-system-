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5CAC11-5B4D-4024-BA5F-3708ADA6648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F15204-1D26-4654-A302-BBBC5C67E6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2B09B2-9BEF-4D90-A2EB-D76F5448105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B782EC-DBCE-447B-9012-F6835EEF614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1F4903-BD3B-4F08-92A6-249EC2867C3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5CCADF-2543-4549-A8BA-63752516236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6716FC-5069-4644-93AE-D04C183DBD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B9F7C4-E2C8-4AA9-8F71-4F7D6335D4F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3E5D4B-167C-4F41-973D-5439EE82871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3FC729-6AAE-4F40-9896-6EF527797D2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1D225C-3431-43FC-9818-CDA48CFBC4D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60EAA8-144D-4602-BCA6-2DCDA99E051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98DA4E-343E-4FAD-8835-0E21A863A42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E4602A-6C38-4713-8DD5-EC41536A165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D83A3C-2B7F-4ED4-ABF5-3492782C90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C47016-BA2C-416D-B8DB-E2C256F0712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77C9C5-7361-45B9-BE24-1A37045F772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BF1C24-E4FA-4CF3-9049-6111795018F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6121BD-7476-43AD-B9CD-E24C27EB767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D7C6BAA-9728-4811-A724-F2F9D22EDB4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10063F-BC16-4963-ACFA-BE1E4E4B29C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4A763D-B7C4-4B8A-8CB1-AB12144CDFF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8F821A-7BD4-4F1A-8698-1F739B357B7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B9D86A-2F9F-4E8C-AD0C-E9081745D8C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7E47592-263A-4B1D-84A3-618E7E49AF0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E079443-BCC1-483B-92AC-1E309719B5F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://www.remotecentral.com/take/takebig.htm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Michael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Searched for features that I came up with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Looked at top remote controls on epinions.com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range from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cheap to the extravagant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Many universal remotes now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have LCD screens but are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expensive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Clear Take Control. Click for a large (140kb) version.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6659640" y="836640"/>
            <a:ext cx="1904760" cy="402912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7020000" y="5084640"/>
            <a:ext cx="1368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349USD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6840" y="1600200"/>
            <a:ext cx="4259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Highest rated on</a:t>
            </a:r>
            <a:br>
              <a:rPr sz="2800"/>
            </a:b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epinions.com: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Harmony SST748</a:t>
            </a:r>
            <a:br>
              <a:rPr sz="2800"/>
            </a:br>
            <a:br>
              <a:rPr sz="2800"/>
            </a:b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Simple: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Buttons can have multiple functions depending on the task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"/>
          <p:cNvSpPr/>
          <p:nvPr/>
        </p:nvSpPr>
        <p:spPr>
          <a:xfrm>
            <a:off x="7020000" y="5084640"/>
            <a:ext cx="1368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112USD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5" name="" descr="Harmony SST-748 Remote Control"/>
          <p:cNvPicPr/>
          <p:nvPr/>
        </p:nvPicPr>
        <p:blipFill>
          <a:blip r:embed="rId1"/>
          <a:stretch/>
        </p:blipFill>
        <p:spPr>
          <a:xfrm>
            <a:off x="4788000" y="1125360"/>
            <a:ext cx="3705120" cy="370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Program-driven rather than channel # driven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LCD screen displaying program names, scroll to them (probably too expensive for us)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We put the fashion in electronics”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Extensible to perform as many “cool” tasks as possible.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2004-11-23T16:34:14Z</dcterms:modified>
  <cp:revision>8</cp:revision>
  <dc:subject/>
  <dc:title>PowerPoint Presentation</dc:title>
</cp:coreProperties>
</file>