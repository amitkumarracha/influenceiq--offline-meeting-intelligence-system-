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2DBDA4-720C-4585-AB0B-11D1EA8F9B2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76DED1-ADA6-43B4-AC89-834CCBCE596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6AE4FA-842F-4E6B-B6E5-03B79E62E53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1C86B2-834B-4CC5-9A7F-F9F035A20E5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CA02976-9C6B-491F-BD8A-49F281F2866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95F9A2-27CC-4B03-B81C-25BCAE8C2D7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C2EF1A5-522B-4225-8646-D30025977D4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83B0F6-455E-46E8-83BD-447A93A0528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CA5E3D-BE67-4CF6-AAFA-0F8A7797615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DFE0B6-8342-4D0E-A436-B068DD22A10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82A468-A48D-4824-A6F2-D2606BAF07F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248608-1338-4622-80E2-D6F859174FE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2CD8B88-8F2E-4E19-97EF-DA158BA7613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DF9503D-C9A6-4B87-BC41-9461F7C2563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6737680-C22C-4F40-BD5E-B304C14DF79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9881E6E-6873-4312-B6A0-B48CAE0272E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20C6DE3-15BC-4CD6-B957-7AFBB27438A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BA70FEB-8320-4B20-855A-CF0A837D375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49F6B46-4237-45AF-A1BD-51B215EBE39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ABA1D4A-9FF6-4833-821C-F1D09945C1A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478A379-1B50-41C0-BB41-C98CC2DECF6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4D448A0-8728-4D67-9008-6A8D31B9D29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E1CCDBA-DDFB-4DBA-B032-7064E8EC136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55FCF28-4A84-44A1-97FA-9F2889F7013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4D27CBD-469C-4418-B012-F0B5ECA6F794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226D48D-6185-424C-A8FF-746EC22B1A0F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Detailed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S. Marcel,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96" name="" descr=""/>
          <p:cNvPicPr/>
          <p:nvPr/>
        </p:nvPicPr>
        <p:blipFill>
          <a:blip r:embed="rId1"/>
          <a:stretch/>
        </p:blipFill>
        <p:spPr>
          <a:xfrm>
            <a:off x="250920" y="3213000"/>
            <a:ext cx="1438200" cy="2648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" descr=""/>
          <p:cNvPicPr/>
          <p:nvPr/>
        </p:nvPicPr>
        <p:blipFill>
          <a:blip r:embed="rId1"/>
          <a:stretch/>
        </p:blipFill>
        <p:spPr>
          <a:xfrm>
            <a:off x="1476360" y="1773360"/>
            <a:ext cx="2048040" cy="3770280"/>
          </a:xfrm>
          <a:prstGeom prst="rect">
            <a:avLst/>
          </a:prstGeom>
          <a:ln w="0">
            <a:noFill/>
          </a:ln>
        </p:spPr>
      </p:pic>
      <p:sp>
        <p:nvSpPr>
          <p:cNvPr id="98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749952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Production evaluation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Excel sheet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Calculate production costs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Are the cost under 12.50 euro?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No: 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redesign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Yes: project evaluation (next slide)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process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Satisfaction on for example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Room for creativity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Leadership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Teamwork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Means (e.g., whiteboard, digital pens, etc.)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ideas found?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6840" y="1600200"/>
            <a:ext cx="771516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Are the costs within the budget?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Is the project evaluated?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Then: Celebration!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7380360" y="3213000"/>
            <a:ext cx="1438200" cy="2648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2004-11-23T20:00:21Z</dcterms:modified>
  <cp:revision>19</cp:revision>
  <dc:subject/>
  <dc:title>PowerPoint Presentation</dc:title>
</cp:coreProperties>
</file>