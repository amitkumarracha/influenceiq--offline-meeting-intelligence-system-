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85364E-5F68-4F32-9E20-9E94E97FA8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196A0A-8B9B-4BB6-B706-44E544B224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163E02-D5C9-4D89-B9BF-19C3B5F0A8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5F68EC-CB19-41D3-9147-531C6BDC09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FF202E-7116-4081-A63B-FD551E65DD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42E5F9-81A9-4FF5-BDAB-25BC44035C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CB3CB0-1C70-4A86-B038-589B0789C6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36BE00-F851-4CA9-BEFD-2DEAE499D4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15D1E7-550F-4115-9485-ECE45F070A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309ED0-B404-4ACE-912A-F75D1F4EF5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E5E922-0038-4D63-B516-58B8F14F6BD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2EBAA8-88F1-4D12-BD60-5FB18B73B4D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2A9AA0-DC9F-483F-BDEB-A0D947EF56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2E0E6D-CB98-4915-B93A-6CCCA715C1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A1B7F0-E504-40F4-9DF0-B7E92C49F6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76036A-D31E-4325-9126-C69BE2600B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49909E-2187-4193-9131-0E3E8B337C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C7FB1F-EC91-452F-BC7D-A577D41FB3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5B4466-29A4-42F6-AB15-34338C918A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81AB02-CE4A-429F-A643-A0C714DE9D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779631-2A58-4CB5-A4F1-EB92601BB8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B98EBC-0D16-4717-993B-9DB42A632C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438B99-663A-46D4-96AD-8203034A95E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1182C1-BCD9-4360-B190-36B091A4E65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161194F-070D-468E-A54D-7CBF7030E52D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9CEC25C-CD4E-453B-AF0D-8C798ED15EF4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Product Prototypes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Norman and Guillaume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Final Product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Two versions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With LCDs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Without LCDs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Both comes with: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charger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Detachable (add-on) parental control module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Detachable big buttons (for old people)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Other important 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Detachable (add-on) speech recognizer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Security feature (robust to mishandlings; for kids)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Endurable battery life (high autonomy)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Robust-to-misplacement reminder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User-programmable channels and vocabulary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Pre-filtering of TV programs by genre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Cheap-to-produce and –manufacture materials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Light-weight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Fancy design and colors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Speech recognition feature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Demonstration of prototypes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2004-12-13T18:34:59Z</dcterms:modified>
  <cp:revision>19</cp:revision>
  <dc:subject/>
  <dc:title>PowerPoint Presentation</dc:title>
</cp:coreProperties>
</file>