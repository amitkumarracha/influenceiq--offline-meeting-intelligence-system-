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8D10FC-F918-4941-AFA0-DC30161AED6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04D063-AC49-4A37-A1C1-DA55D59EB23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660E52-B9CC-434C-956E-B4E1A084BF2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479F91-89E8-4256-9168-0F7454364DE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BE87D8-82DD-44A0-B076-0C78A3D92F1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E6C16C-6720-4348-A749-8FA44E0B980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471AA2-DB37-4BCC-A27F-5232AF6700A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F85C62-28EA-45B0-AF73-9F0A0210BE3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1D2672-C562-4A3B-A12D-E75E328B5EA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869234-A429-4A28-8337-9122B1F5FE1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17A697-78B8-48D5-B5F0-9B5BAE84007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D6BF5F-094A-4AB2-8FF9-CA4271E4DFD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510613-3981-4212-867A-27D3BB7F900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27062FD-5787-41DC-81C2-A953DC5A199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4CBE58-0C92-4B69-873D-42DC154D473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4C5BE4A-693A-4F05-8FFB-A28E28E9F5E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7E139A0-110C-449F-9EBB-1430D73F4BF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4D3594B-8FCE-4996-9983-C356ACA1741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A0E13E5-9AD0-4FAE-802D-64ADCB70E85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4CF85B2-DF59-4B76-83B6-3F0896BA58A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160F08-5CB8-4413-86E2-31FCB3E33D0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A8B14A2-AF3F-4748-B1CF-9AA0CAAB61C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76823B-F18B-4BFB-8049-6BC52E6B103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659B155-88AA-4218-8188-081A3222577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E6A48B3-C6C6-4C60-A03B-ADDBFDCFD9D1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78405AD-2EB6-4434-AF63-175FC95AAE8D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Product Prototypes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Norman and Guillaume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Final Product Design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Two versions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With LCDs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Without LCDs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Both comes with: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charger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Detachable (add-on) parental control module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Detachable big buttons (for old people)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Tahoma"/>
              </a:rPr>
              <a:t>Other important features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Detachable (add-on) speech recognizer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Security feature (robust to mishandlings; for kids)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Endurable battery life (high autonomy)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Robust-to-misplacement reminder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User-programmable channels and vocabulary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Pre-filtering of TV programs by genre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Cheap-to-produce and –manufacture materials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Light-weight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Fancy design and colors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Demonstration of prototypes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2004-12-06T19:38:40Z</dcterms:modified>
  <cp:revision>18</cp:revision>
  <dc:subject/>
  <dc:title>PowerPoint Presentation</dc:title>
</cp:coreProperties>
</file>