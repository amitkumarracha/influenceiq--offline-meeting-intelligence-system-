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8F3EFA-341B-4CA4-984F-CA92A0A8F1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731BDE-C09F-4ED8-AC00-59FBAE30A7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9E661-8491-4B7D-AD9F-8CBA44E747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3EBB0A-1493-4133-8672-C84BCF73F4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AC0E98-253D-4354-A7F8-255C991B38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F532B8-FCBA-4426-9012-A3318DC17A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CB624-61D9-41DA-89B5-55DE05D630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11B324-7B44-4D95-85CA-FB78AE7AEE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14E889-3428-400E-B9A7-63FD862941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7BB718-3B32-48F8-BD5E-2BB8FDEB72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24DE2F-0C02-4712-BC92-C4A658A761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F113D4-6C06-4754-9330-4E95648619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FA4F7B-D1C2-4B47-82AA-5A46E381AC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F08F12-2490-41D4-9166-97A3D39027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550828-33E7-4094-86AF-DE9F944CA1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19A06-2435-416A-BF64-7322957FEA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F45BEF-5DCF-44EE-99BB-FCC9F65589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281BAF-BF2E-4907-A564-53831EE4B7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33133D-AD45-4A15-B136-D9D81F5BEF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FFCB85-C324-478D-B4A6-C89D6FA56D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98523-FAC5-4F33-8240-FE2CFAB7EE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0C9F33-9AAF-4EA5-8593-86EDEF5FD4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4C9FBF-7DF8-4BB2-8FD9-2D2C0F77D6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6C3BB-3E27-492C-BCEF-C57CFF5646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368684-4E5F-4925-B75A-66AEB5BDBB1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E5F2CC-273F-4DE5-8D6D-DF9BEB93DDB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- The aspects of a computer system or program which can be seen (or heard or otherwise perceived ) by the human user , and the commands and mechanisms the user uses to control its operation and input data . </a:t>
            </a:r>
            <a:br>
              <a:rPr sz="2800"/>
            </a:b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 graphical user interface emphasizes the use of pictures for output and a pointing device such as a mouse for input and control whereas a command line interface requires the user to type textual commands and input at a keyboard and produces a single stream of text as output 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some examples of remote controls: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826920" y="1341360"/>
            <a:ext cx="7286760" cy="321012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10920" y="4868640"/>
            <a:ext cx="7643880" cy="82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Tahoma"/>
              </a:rPr>
              <a:t>The interface exists of a clutter of button functions, colors, and forms. This inconsistent use of interface is confusing and doesn't improve the use of the product.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Control multiple devices and surf your favorite channels with your voice! Stores Up to 80 speech samples, Controls 4 Devices -TV, Cable/Satellite, VCR/DVD &amp; Audio. Record your own verbal labels that is connected to a remote control function. 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580000" y="2133720"/>
            <a:ext cx="1811520" cy="347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spinning wheel with LC display: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3457440" y="1957320"/>
            <a:ext cx="2229120" cy="381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3106800" cy="45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scroll button with integrated push button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500720" y="907920"/>
            <a:ext cx="36129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Child Friendly design and ease-of-operation ensures kids will love using their own remote!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Supports TV's, TV/VCR, Analog and Digital Cable, DirecTV, Dish, TiVo, ReplayTV and Ultimate TV.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More features and options.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857680" y="1971720"/>
            <a:ext cx="3429000" cy="378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Big Button, Oversized TV Remote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132000" y="1557360"/>
            <a:ext cx="3103560" cy="430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Turn down the TV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771640" y="1844640"/>
            <a:ext cx="2776680" cy="312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Big buttons are convenient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 helps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Push buttons, scroll buttons, spinning wheels as navigation tools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User-customizable (kids, old people,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Simplicity is the key!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2004-12-06T18:18:45Z</dcterms:modified>
  <cp:revision>10</cp:revision>
  <dc:subject/>
  <dc:title>PowerPoint Presentation</dc:title>
</cp:coreProperties>
</file>