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9C2C750-B793-4502-9307-7D5624EFBB0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34FD9AF-F65E-4BDE-B148-1F7ED5716EA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D945B9D-5756-421A-9B51-7980E8BCAAB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8DCF815-EDEC-4B20-BED1-1A0C9A8FE437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C17CA33-6396-43F9-BAFD-530693B6745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E0E3349-3390-4BCF-B4AB-BECC2D68BD4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F3B70AC-340B-4DF6-B388-6A6DE13FD58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559AF26-BDE6-4C0E-9C7C-03DF9A89A56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7B43D08-A93B-4526-8C1C-4888D563191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2D4AA6B-49C9-4EAF-9A9F-D79C314032C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8DA83A2-F973-418E-B3E5-609234114BB4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C5FE897-9A32-4968-B49D-69A15B58819E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E53154A-2B99-4F8D-8280-05719B72735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D3AD930-3E1F-4184-BABA-416695DCE76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1F29A4E-440B-42F8-96E9-5FD6318DB48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61A925E-6818-4A62-874A-954D342854A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24FE18C-E357-4325-B043-6814A5700C0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7E2E388-32AC-4303-9DEC-9376A503790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0EF35AD-3B21-498E-8BCC-9226A01709B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9D0062D-28F7-44DB-A35D-2035EFBF18C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6FAABF2-E70A-4D83-A0BF-079DD465D44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46A65F5-2E7C-455B-B663-0C749FC11CB7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E6991CA-779D-4DE7-902C-FEDF105408EC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8B7BE40-CA82-4041-8C57-5B35BEFB7804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5BB57A64-960D-4838-A3F2-D67F5B25EA17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E3539A18-3F12-482A-AB20-B97F17EBE8A5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Trend Watching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Presented by: Maganti Hari Krishna ,Marketing Expert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br>
              <a:rPr sz="4400"/>
            </a:b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Responses from the questionnaires</a:t>
            </a:r>
            <a:br>
              <a:rPr sz="3200"/>
            </a:b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Prizes for the most creative suggestions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4000"/>
          </a:bodyPr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75% of users find most remote controls ugly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80% of users would spend more money when a remote control would look fancy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Current remote controls do not match well the operating behavior of the user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75% of users said they zap a lot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50% of users say they only use 10% of the buttons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4000" spc="-1" strike="noStrike">
                <a:solidFill>
                  <a:srgbClr val="ffffff"/>
                </a:solidFill>
                <a:latin typeface="Tahoma"/>
              </a:rPr>
              <a:t>Frustations-Present Remote Controls</a:t>
            </a:r>
            <a:endParaRPr b="0" lang="en-IN" sz="40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Remote controls are often lost somewhere in the room (50%)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It takes too much time to learn how to use a new remote control (34%)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Personal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LCD on remote controls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Speech Recognition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Button on charger to find the remote control (or Voice command)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Fancy look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2004-12-06T18:12:59Z</dcterms:modified>
  <cp:revision>8</cp:revision>
  <dc:subject/>
  <dc:title>PowerPoint Presentation</dc:title>
</cp:coreProperties>
</file>