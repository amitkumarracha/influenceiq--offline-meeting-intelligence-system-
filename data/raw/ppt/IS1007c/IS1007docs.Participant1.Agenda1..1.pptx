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66EC7D-258B-41AB-99DC-A6022A8D8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C85A0F-418C-43C4-828E-9983425EA5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FC1497-9A8C-466C-B14A-DCF46BFE28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034392-5768-448A-B472-E514FC6C9A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E43C4E-11F2-4D70-A47B-3111098D11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CE3E7-FC3F-48AB-8B55-2616C1C1A4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303A23-45F9-4542-B0CA-EF28341CB5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FF860C-C9A8-4514-AE2D-5C06ED102B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6DA53E-8429-45B8-9869-C1CF374402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191C38-E22F-4CAD-8669-5A31B5CF52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6A92C8-A193-43B6-804A-E9DDE50284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18175F-F5AB-473E-9AF7-8E31C3E2DA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BA35CF-4A31-45CF-B3B3-5A471EA71D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EA59D7-FE7F-48D5-9744-AC1064708D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1526E-2858-4C21-AFCE-48398BC7AC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E2B452-30A9-4A77-A8CB-2AF0F551E6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FE0D3C-A0B0-45F8-AD04-EE494B905F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D7145-B4B3-45CC-8E97-17DAA7F7C1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B2E409-6763-418A-BBE5-9357DDC05E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219D8B-1205-4CFC-9B59-72EE903F46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8A8EC8-7213-4071-ABA4-888041FA17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E45CD5-FEE4-4F93-947D-C551519770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AE3726-5690-4237-87BF-F39D911B86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0E5360-8A61-4A15-A924-408D7548B8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247A65-C8F0-43E9-8C29-5146EB2915E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9765AD-8A9F-4BA9-B011-FFABAD93DE0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&lt;BenZeghiba&gt;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2004-12-06T16:08:55Z</dcterms:modified>
  <cp:revision>19</cp:revision>
  <dc:subject/>
  <dc:title>PowerPoint Presentation</dc:title>
</cp:coreProperties>
</file>