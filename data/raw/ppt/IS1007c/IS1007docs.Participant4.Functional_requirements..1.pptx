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C845AE-CBA0-410D-BE76-7A758E1F9C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82EA85-CA60-49BD-8684-568BCA6B63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6ADA2-CAA2-464D-A83A-6D7F7DB650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F96BE9-EC73-4A0D-9703-F31B27389B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33DD2F-BEE9-4F35-A2C3-531B172C8B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FDFF0C-0A76-4CF6-8BA5-4D3A92427E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1BF8A3-6535-4745-97FA-16AC538DF4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0CE6D8-DA18-4E18-AB09-764EE893B4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2C2212-37CD-4C52-9315-1E5F391FFF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5662AF-D204-4373-8750-24AC1959F2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163D26-6919-4903-A060-3B4BBCB720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362E1F-4B0A-4ADE-8415-DE7B86A4F2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1C91F2-D16D-485F-9989-308AF3B2E1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583B50-5AE6-47D6-B3EA-2CF1A8EC0F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97BC31-9F20-42B6-97D3-3274D6237A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7F6C43-A53C-466D-B290-67528E349B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0B3DC2-965F-4892-BD36-688CBF5B61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C61FE6-CAF5-4449-8A9D-8BA75D35AC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F9B667-CBED-43A7-B258-CD705AFCC6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3D3431-EF0F-463F-8B25-D4CF077DEE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CF29E9-02DD-461F-A998-D9264CA12F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56594-35F9-46CD-96DC-59B8D69A07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96C823-17C3-489A-AE34-9125684CA1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27CAF-F313-47B1-ABAE-5F8C1F9036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73A3E2-55B3-418D-A752-5594D2FC4CF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3F1510-D2A8-4464-8FC2-5477958ED36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HariKrishna,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Find most interesting features the users would like to have.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Get feedback from the users by providing feedback forms in magazines, journals,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 adds up the value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Slim 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for various languages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Lighting Adaptive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Task Remainder display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2004-12-06T15:59:31Z</dcterms:modified>
  <cp:revision>14</cp:revision>
  <dc:subject/>
  <dc:title>PowerPoint Presentation</dc:title>
</cp:coreProperties>
</file>