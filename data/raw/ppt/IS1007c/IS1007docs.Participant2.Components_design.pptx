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068148-EC6F-45CD-885D-546E6E5E4D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5D84E-806D-494B-9FE2-DBD7B1773E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832CB0-2375-457C-98B0-0DF88A604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8760B1-6A3E-41B1-A642-CE2D5655A1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347DE4-3921-4F07-A386-6B01306A09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2581D8-D452-467C-BB25-644E03E160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0B7A0-77D4-4638-B7C4-29C6D33AB7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661AD2-B98C-4B60-B8DD-E2D13B1E86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53743-2F05-4A90-A659-DD2788344D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6EF37-16C4-436E-B0A1-3CDB2894EC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4844E6-B56A-424D-8812-9730120CCB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BE9C54-A53E-4FF4-B859-E96683F93F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EABD3F-DC91-4C29-9524-059F2C4B58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F40C9-DB56-42C9-82EC-E2EB0B034D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006A5C-7EDC-4879-BBBA-84A6C1E66C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927DB3-9A6F-4F18-900F-79DC6CCCEE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ED691C-BCA4-4DEA-862F-A4110BA977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D446EC-E4E6-47B8-819F-86193DF4E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44B22F-4CD7-4152-B74F-639CE6DCF2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D4C7FD-DCBB-4945-B81E-5ED5FBF5C3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82350-BFAE-4889-A08D-C51EC0A074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389237-50DD-445C-BE0A-9FD2C34DF3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B5A1F7-5D44-428B-9B30-CA9E4B5A0B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185752-FC16-4AD3-AA47-1B46D5EC40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220944-8254-468C-9EAD-B1C0845B884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E3F985-F00C-4DDF-994B-906F1D9BB4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Review of existing material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energy sources: solar, hand dynamo,…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case material: wood, rubber, titanium,…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interface: buttons, scrolls,…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kinetic or basic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single-curved,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Interface: rubber buttons (cheaper)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Electronic: regular chip (cheaper)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Rubber buttons are sufficient for our purposes (navigation). Moreover, only regular chip are necessary when using simple buttons (cheaper).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case: trendy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Is the kinetic method sufficient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2004-12-06T18:20:07Z</dcterms:modified>
  <cp:revision>11</cp:revision>
  <dc:subject/>
  <dc:title>PowerPoint Presentation</dc:title>
</cp:coreProperties>
</file>