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E7360D-10EE-43A9-9A04-3148A3C4119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C10169-FF59-482E-94A9-3E94E9A67A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F05266-5ABB-4D32-B33D-9ECAE1E44E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AD21A2-80BC-48CC-BEAD-25E500A2124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44C532-F158-4901-B20D-40AB0EE3F03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0636F1-0475-47A9-AC90-1FEFE14D857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65A483-1CB6-4142-9D1F-5EF91FD0A7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490C49-43FC-4987-AE5B-A1BAEC7DB99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AF10DD-250E-4E00-BAD5-C1CDC14A82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D06CC6-A257-464B-87C4-7E25175E934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1F6E8E-F79D-4CDA-82F5-68A36FD6583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8B5727-70D4-46B7-9003-80FD20FE0B9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1E79CD-38C3-4763-AED9-FCAF9AE1909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798B77-53F9-4540-9976-A0DABE279C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46A170-D24F-4B34-859D-386371C6CB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13E735-A063-4E13-927E-226CB10765B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81D53C-C934-445F-8109-1F4C3302DA8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C37E85-0304-4ECB-8A80-3FAB48E2133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192167-86B3-4A0F-B4F9-95E528E5AC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15A400-32DB-4432-9311-FF5F4F19A92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931184-1D0D-4D29-8782-94F22B872B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420F03-A482-4690-871A-DB81DCDBA05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924405-4E4A-49A9-9E09-ECA63BF2F35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0C7D51-88D1-4741-810D-6A68FBAC0D6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0C57D88-BC41-448A-BD13-E199FD3BEC0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BF34E0A-F5B4-46C5-B649-7CEB962A127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Guillaume,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Define the hardware material needed to achieve the required functionalities.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Build prototype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Add software functionalities (e.g. browse by content, remember favorites, …)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68360" y="1628280"/>
            <a:ext cx="8229600" cy="3816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Battery used for alimentation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Chip for software functionalities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Chip for communication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Communication through infrared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"/>
          <p:cNvSpPr/>
          <p:nvPr/>
        </p:nvSpPr>
        <p:spPr>
          <a:xfrm>
            <a:off x="5724360" y="2924280"/>
            <a:ext cx="84636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"/>
          <p:cNvSpPr/>
          <p:nvPr/>
        </p:nvSpPr>
        <p:spPr>
          <a:xfrm>
            <a:off x="468360" y="155736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5691240" y="350208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4035600" y="24210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"/>
          <p:cNvSpPr/>
          <p:nvPr/>
        </p:nvSpPr>
        <p:spPr>
          <a:xfrm>
            <a:off x="4106880" y="357336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"/>
          <p:cNvSpPr/>
          <p:nvPr/>
        </p:nvSpPr>
        <p:spPr>
          <a:xfrm flipV="1">
            <a:off x="4467240" y="2997360"/>
            <a:ext cx="144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7" name=""/>
          <p:cNvGrpSpPr/>
          <p:nvPr/>
        </p:nvGrpSpPr>
        <p:grpSpPr>
          <a:xfrm>
            <a:off x="4754520" y="3614760"/>
            <a:ext cx="954000" cy="174600"/>
            <a:chOff x="4754520" y="3614760"/>
            <a:chExt cx="954000" cy="174600"/>
          </a:xfrm>
        </p:grpSpPr>
        <p:sp>
          <p:nvSpPr>
            <p:cNvPr id="108" name=""/>
            <p:cNvSpPr/>
            <p:nvPr/>
          </p:nvSpPr>
          <p:spPr>
            <a:xfrm>
              <a:off x="4754520" y="378756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5132160" y="361476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0" name=""/>
            <p:cNvSpPr/>
            <p:nvPr/>
          </p:nvSpPr>
          <p:spPr>
            <a:xfrm>
              <a:off x="5378400" y="378936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1" name=""/>
          <p:cNvGrpSpPr/>
          <p:nvPr/>
        </p:nvGrpSpPr>
        <p:grpSpPr>
          <a:xfrm>
            <a:off x="3387600" y="3573360"/>
            <a:ext cx="673200" cy="665280"/>
            <a:chOff x="3387600" y="3573360"/>
            <a:chExt cx="673200" cy="665280"/>
          </a:xfrm>
        </p:grpSpPr>
        <p:sp>
          <p:nvSpPr>
            <p:cNvPr id="112" name=""/>
            <p:cNvSpPr/>
            <p:nvPr/>
          </p:nvSpPr>
          <p:spPr>
            <a:xfrm>
              <a:off x="3638520" y="3573360"/>
              <a:ext cx="1260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3827520" y="3724200"/>
              <a:ext cx="1260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" name=""/>
            <p:cNvSpPr/>
            <p:nvPr/>
          </p:nvSpPr>
          <p:spPr>
            <a:xfrm>
              <a:off x="3387600" y="391788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5" name=""/>
            <p:cNvSpPr/>
            <p:nvPr/>
          </p:nvSpPr>
          <p:spPr>
            <a:xfrm>
              <a:off x="3826080" y="390348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6" name=""/>
          <p:cNvSpPr/>
          <p:nvPr/>
        </p:nvSpPr>
        <p:spPr>
          <a:xfrm>
            <a:off x="2522520" y="364644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000000"/>
                </a:solidFill>
                <a:latin typeface="Arial"/>
              </a:rPr>
              <a:t>Battery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1979640" y="1989000"/>
            <a:ext cx="4968720" cy="2735280"/>
          </a:xfrm>
          <a:prstGeom prst="rect">
            <a:avLst/>
          </a:prstGeom>
          <a:noFill/>
          <a:ln w="255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FPGA for functionalities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Bluetooth for communications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2004-12-06T16:10:39Z</dcterms:modified>
  <cp:revision>14</cp:revision>
  <dc:subject/>
  <dc:title>PowerPoint Presentation</dc:title>
</cp:coreProperties>
</file>