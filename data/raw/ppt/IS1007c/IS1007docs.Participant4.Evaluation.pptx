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D3222D-2682-462B-92B1-D4AE8EAE22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AE9C67-8B93-4B3B-9472-17B72A10732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6DE86A-CEE6-4C23-BB09-07A2993321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6F0917-CF75-4B5F-BAAA-3BDE4A273CC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EF1A13-08FF-4F2F-8566-FD3F85AE2A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6178E4-2D45-4905-8D60-6947FF56929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DF55F9-D506-495F-B7F9-CDEA13FB8B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85AE7F-A29F-44B5-B7CB-AC0B309564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A5BC74-90DC-4A6B-94BE-514F877BBC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AC1DBF-40C3-4907-B3EF-79211D4E9E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5A070B-4B44-4C74-8D55-53553232AD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5BDE08-3B4D-4AE5-82C4-9489E95D8F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C95A08-2194-40D0-9323-7F15DBBA34D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3926FBC-CB27-40F1-ADB3-49332BBF6A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9F5581-241A-42A5-AAC0-A7277CE61F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7880FA-A7D0-4C6F-A438-3E233740E3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8673BB-C250-4EA1-8A00-5D2C30D2B4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3EF025-F681-466E-98BF-5FBF02EEED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C933EE-B259-45DE-AF3C-A918DE3C65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7C73D4-E688-4D3C-BEE3-7073D51427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BE7091-CB32-4915-A05A-B0AAEE8503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9601D8-10BC-45A0-A3ED-0A9F93942A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1F4D2B-E902-411B-899A-C55DEF54BEB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833820-BDFB-4052-95AC-0DEC0A92436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34F1FD-015B-44E2-AC68-782750E5668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B6A77AA-BAAA-4827-A81C-F2F2575C834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Maganti HariKrishna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Recent investigation of the remote control market shows the following.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most important aspect for remote controls happens to be a fancy look-and-feel, instead of the current functional look-and-feel. This aspect is twice as important as the second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second most important aspect is that a remote control should be technological innovative. In turn, this aspect is twice as important as the next aspect.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The third most important aspect is that the remote control should be easy-to-use.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4400" spc="-1" strike="noStrike">
                <a:solidFill>
                  <a:srgbClr val="ffffff"/>
                </a:solidFill>
                <a:latin typeface="Tahoma"/>
              </a:rPr>
              <a:t>Recent Fashion Update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Fashion watchers in Paris and Milan have detected the following trends.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- This year,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fruit &amp; vegetables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will be the most important theme for cloths, shoes, and furniture.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-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Also in contrast to last year, the feel of material is expected to be </a:t>
            </a:r>
            <a:r>
              <a:rPr b="0" i="1" lang="fr-CH" sz="3200" spc="-1" strike="noStrike">
                <a:solidFill>
                  <a:srgbClr val="ffffff"/>
                </a:solidFill>
                <a:latin typeface="Tahoma"/>
              </a:rPr>
              <a:t>spongy.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2004-12-06T19:38:24Z</dcterms:modified>
  <cp:revision>13</cp:revision>
  <dc:subject/>
  <dc:title>PowerPoint Presentation</dc:title>
</cp:coreProperties>
</file>