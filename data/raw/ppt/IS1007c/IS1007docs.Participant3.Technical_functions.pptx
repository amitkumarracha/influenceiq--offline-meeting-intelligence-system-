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477E6C-AFA7-4DDE-A3E3-3027EFD822C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E9318C-42C2-47A8-9F01-35CA467768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919050-CA1C-46BE-8895-5ECE5F4111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46541D-49D5-41F2-8C14-F7238026CFB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A5FF89-06E9-408D-A655-9DF9E20B5A0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7BF79A-BD4E-4402-A984-F59A15DFF02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7A0B8C-CB0C-4958-9C81-3D43D498E29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C74028-1034-40DA-ABF8-81DA5034CA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90CD60-6BDC-43C8-AEC4-080732B5545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32D752-1EB2-4D0A-92C5-D5D8CF38E65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5A58D5-9F5E-4394-BECE-2297C18AC29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3B6E52-B146-4C20-9EF7-F91B6AB7682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800A8A-ADB8-4C9E-8223-4B4C17559AE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564431-A554-44D6-A316-7A64BE9CDD4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F64DAD-3C73-4FFB-9897-9CC095386F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C37AE1-CF21-4173-A554-159A1B0F483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88DF1C-F36C-493A-B4FC-8F1F53044F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2D58B7-6960-425F-843C-BE9287FCDD5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906577-0613-46A5-8430-9A2496E9A44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3D4783-6F2A-413C-AB28-55535A37C4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F13956-AC65-4AC6-9BB6-5E24C12B520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39CAE2-2D0D-4F3E-BA90-1D060E17897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07089E-3D09-42D7-8E9B-38E4FF89A2D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029B26-6345-4087-A2CF-7F659872DFB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AC08FDB-2A4A-46AC-BAD9-D032E9D7B63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1AB8C28-944F-4CE2-8410-8A0352EAA08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Norman Poh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design: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what </a:t>
            </a:r>
            <a:r>
              <a:rPr b="0" i="1" lang="en-IN" sz="3200" spc="-1" strike="noStrike">
                <a:solidFill>
                  <a:srgbClr val="ffffff"/>
                </a:solidFill>
                <a:latin typeface="Tahoma"/>
              </a:rPr>
              <a:t>effect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should the apparatus have 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function of a remote control is basically to send messages to the television set. Example messages are: "switch on", "switch off", "switch to next channel", "switch to channel 9", "turn volume up", etc. The followings are two examples of a remote control interface through which the functions are fulfilled.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Examples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1692360" y="1125360"/>
            <a:ext cx="1339920" cy="452628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2"/>
          <a:stretch/>
        </p:blipFill>
        <p:spPr>
          <a:xfrm>
            <a:off x="5867280" y="981000"/>
            <a:ext cx="1339920" cy="452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Problems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577044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Too many buttons; complex user manual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6343560" y="1600200"/>
            <a:ext cx="647640" cy="2185920"/>
          </a:xfrm>
          <a:prstGeom prst="rect">
            <a:avLst/>
          </a:prstGeom>
          <a:ln w="0">
            <a:noFill/>
          </a:ln>
        </p:spPr>
      </p:pic>
      <p:pic>
        <p:nvPicPr>
          <p:cNvPr id="106" name="" descr=""/>
          <p:cNvPicPr/>
          <p:nvPr/>
        </p:nvPicPr>
        <p:blipFill>
          <a:blip r:embed="rId2"/>
          <a:stretch/>
        </p:blipFill>
        <p:spPr>
          <a:xfrm>
            <a:off x="7308720" y="1628640"/>
            <a:ext cx="648000" cy="2187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Proposal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Easy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Navigate on TV screen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Pre-filter users’ preference by program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Having the TV connected to the Internet to access XML plus some preprocessing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KIV: speech recognition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1"/>
          <a:stretch/>
        </p:blipFill>
        <p:spPr>
          <a:xfrm>
            <a:off x="6343560" y="1600200"/>
            <a:ext cx="647640" cy="2185920"/>
          </a:xfrm>
          <a:prstGeom prst="rect">
            <a:avLst/>
          </a:prstGeom>
          <a:ln w="0">
            <a:noFill/>
          </a:ln>
        </p:spPr>
      </p:pic>
      <p:pic>
        <p:nvPicPr>
          <p:cNvPr id="110" name="" descr=""/>
          <p:cNvPicPr/>
          <p:nvPr/>
        </p:nvPicPr>
        <p:blipFill>
          <a:blip r:embed="rId2"/>
          <a:stretch/>
        </p:blipFill>
        <p:spPr>
          <a:xfrm>
            <a:off x="7093080" y="1628640"/>
            <a:ext cx="647640" cy="2187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2627280" y="-485640"/>
            <a:ext cx="2982960" cy="10080360"/>
          </a:xfrm>
          <a:prstGeom prst="rect">
            <a:avLst/>
          </a:prstGeom>
          <a:ln w="0">
            <a:noFill/>
          </a:ln>
        </p:spPr>
      </p:pic>
      <p:sp>
        <p:nvSpPr>
          <p:cNvPr id="112" name=""/>
          <p:cNvSpPr/>
          <p:nvPr/>
        </p:nvSpPr>
        <p:spPr>
          <a:xfrm>
            <a:off x="2268360" y="-819000"/>
            <a:ext cx="3527640" cy="3500280"/>
          </a:xfrm>
          <a:prstGeom prst="rect">
            <a:avLst/>
          </a:prstGeom>
          <a:solidFill>
            <a:srgbClr val="00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"/>
          <p:cNvSpPr/>
          <p:nvPr/>
        </p:nvSpPr>
        <p:spPr>
          <a:xfrm>
            <a:off x="2268360" y="5273640"/>
            <a:ext cx="3527640" cy="3500640"/>
          </a:xfrm>
          <a:prstGeom prst="rect">
            <a:avLst/>
          </a:prstGeom>
          <a:solidFill>
            <a:srgbClr val="00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 simple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5" name=""/>
          <p:cNvSpPr/>
          <p:nvPr/>
        </p:nvSpPr>
        <p:spPr>
          <a:xfrm>
            <a:off x="1979640" y="6135840"/>
            <a:ext cx="4032360" cy="3500280"/>
          </a:xfrm>
          <a:prstGeom prst="rect">
            <a:avLst/>
          </a:prstGeom>
          <a:solidFill>
            <a:srgbClr val="ff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2125440" y="1557360"/>
            <a:ext cx="469620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Keep the navigation buttons!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2004-12-06T16:07:45Z</dcterms:modified>
  <cp:revision>11</cp:revision>
  <dc:subject/>
  <dc:title>PowerPoint Presentation</dc:title>
</cp:coreProperties>
</file>