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470F9E-FE82-4986-9FBA-3BEF8D20B8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D297C-CCFD-43A7-B8C1-1505F90F7E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47E654-F2C7-4935-A348-326F990DAD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8369CC-3A88-418B-A85E-4C4C326271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68FDD2-4D8E-4E90-B3DA-6C70861BF8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59851-E21D-4854-B444-EC64A39929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4E68B-A09D-4918-8A72-4670465739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473349-5067-4CCE-88B0-740F5309DA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D6BFC2-C143-443E-AF4C-0710F78CAF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7B9516-FAE2-44A9-BDC9-AE278F30F9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0947C-079E-41A2-94A6-940A22158F1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E98316-9548-4EB8-898F-8007A4F70B8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A776FB-541A-4662-B0E1-767727BD8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7F5670-C1AE-4D93-9305-2F7877EC08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AF6A16-172A-4E54-ABF2-A72D7C4827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BC677D-566A-45F0-8683-325155DAAF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4D546A-E6BA-422B-AD0C-B85B18039A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3C2E88-CF66-4F91-A206-866A909763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2E211-38D5-4339-B1B0-AE2576BD41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188F5-2AE3-4C6F-8E60-98F7BF78ED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74B7B8-FF57-4755-BB42-5A28550482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57A90F-BA29-4D17-8338-6C40CEA606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F9BFA5-6858-4A54-A696-A08E75B2F7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017DE1-E72F-403D-A63C-E291A7729E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5FA4DE-976B-468D-93E7-3E3D0473A7E2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A5867E-B23D-424E-973B-6BADFE713BA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