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3.jpeg" ContentType="image/jpeg"/>
  <Override PartName="/ppt/media/image4.png" ContentType="image/png"/>
  <Override PartName="/ppt/media/image6.jpeg" ContentType="image/jpeg"/>
  <Override PartName="/ppt/media/image8.png" ContentType="image/png"/>
  <Override PartName="/ppt/media/image7.jpeg" ContentType="image/jpeg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2D7524-FF4C-42C3-9646-8288967912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B24DA0-24B9-46A9-841F-09958957EF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8DEFA6-C723-4BB7-84CE-3DD36C20A7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BB6D52-1064-4C50-AD5F-C6E722FC37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9D6F49-4F74-49CD-B932-9582A18A00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5DDFCC-90A7-446D-9380-080AF7A26B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AA7A34-76C1-46AD-8EF0-F0E9C9E877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CF1ABE-3D4E-4D5B-87D6-A31DF88A5C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B2BE73-BD1C-4688-9F31-B089DD9E8A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E6D650-26A2-4BFE-BF0C-43C82E5585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27F04-E1EF-4294-9D0E-0390DD69912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B61AF7-0ACC-4E08-B09B-5EE788648E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3CA2A-6F67-4B92-BB52-082BF3827E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2C2D11-EEC7-43F4-8D51-E2E5DFA822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F98486-FA0E-4071-8F75-958C31783D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975CB1-10DB-4688-B31D-37BC27D35A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54914E-21B0-4912-BAF9-9122CDF18F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F0D6F5-8D73-4F5A-AF1D-B36B16FA5A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99559A-5206-4786-884F-440FBDFE81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166BFE-884E-47F0-8C37-76058AECC2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53620A-BB2E-4BCF-B3C2-A840DA4971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039518-953B-4893-964D-138AD937D5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C63F6D-97F9-4BFE-AB87-D3E72E8E73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6FB309-8BBB-4B7D-B243-6CD1E13406C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C1F09A5-2853-4418-BA31-E4A6C977ECF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E4C2FB-F7F2-44C7-AEE9-E14D628D492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://www.fcc.gov/oet/info/maps/colorpal/cpmipal.gif" TargetMode="Externa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- Mark Twight,  Rama Rao -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468360" y="620640"/>
            <a:ext cx="2860560" cy="452592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3851280" y="2781360"/>
            <a:ext cx="1297080" cy="0"/>
          </a:xfrm>
          <a:prstGeom prst="line">
            <a:avLst/>
          </a:prstGeom>
          <a:ln w="127080">
            <a:solidFill>
              <a:srgbClr val="00ffff"/>
            </a:solidFill>
            <a:miter/>
            <a:tailEnd len="med" type="stealth" w="med"/>
          </a:ln>
        </p:spPr>
        <p:style>
          <a:lnRef idx="0"/>
          <a:fillRef idx="0"/>
          <a:effectRef idx="0"/>
          <a:fontRef idx="minor"/>
        </p:style>
      </p:sp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5580000" y="549360"/>
            <a:ext cx="315432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02136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260360" y="234936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7668720" y="5516640"/>
            <a:ext cx="12610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TITANIUM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>
            <a:off x="826920" y="1197000"/>
            <a:ext cx="5635800" cy="3445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Function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Position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Material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Form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  <a:p>
            <a:pPr marL="457200" indent="-457200">
              <a:lnSpc>
                <a:spcPct val="100000"/>
              </a:lnSpc>
              <a:buClr>
                <a:srgbClr val="bbe0e3"/>
              </a:buClr>
              <a:buFont typeface="Arial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bbe0e3"/>
                </a:solidFill>
                <a:latin typeface="Arial"/>
              </a:rPr>
              <a:t>Color</a:t>
            </a: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189600" y="125280"/>
            <a:ext cx="2786760" cy="825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ffffff"/>
                </a:solidFill>
                <a:latin typeface="Arial"/>
              </a:rPr>
              <a:t>Prototype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5508720" y="1557360"/>
          <a:ext cx="2495520" cy="31622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09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508720" y="1557360"/>
                    <a:ext cx="2495520" cy="31622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3964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"/>
          <p:cNvSpPr/>
          <p:nvPr/>
        </p:nvSpPr>
        <p:spPr>
          <a:xfrm>
            <a:off x="2275920" y="1557360"/>
            <a:ext cx="5877360" cy="3749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Power ON/OFF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Volume control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LCD controls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Speech Recognizer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bbe0e3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4800" spc="-1" strike="noStrike">
                <a:solidFill>
                  <a:srgbClr val="bbe0e3"/>
                </a:solidFill>
                <a:latin typeface="Arial"/>
              </a:rPr>
              <a:t>Location </a:t>
            </a:r>
            <a:endParaRPr b="0" lang="en-IN" sz="4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68360" y="43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Position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>
            <a:off x="3708360" y="1916280"/>
            <a:ext cx="2495520" cy="316224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340000" y="1989000"/>
            <a:ext cx="1440000" cy="289080"/>
          </a:xfrm>
          <a:prstGeom prst="line">
            <a:avLst/>
          </a:prstGeom>
          <a:ln w="63360">
            <a:solidFill>
              <a:srgbClr val="bbe0e3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>
            <a:off x="613080" y="1700280"/>
            <a:ext cx="160416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bbe0e3"/>
                </a:solidFill>
                <a:latin typeface="Arial"/>
              </a:rPr>
              <a:t>strawberry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Material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"/>
          <p:cNvSpPr/>
          <p:nvPr/>
        </p:nvSpPr>
        <p:spPr>
          <a:xfrm>
            <a:off x="169200" y="4508640"/>
            <a:ext cx="8977320" cy="642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600" spc="-1" strike="noStrike">
                <a:solidFill>
                  <a:srgbClr val="bbe0e3"/>
                </a:solidFill>
                <a:latin typeface="Arial"/>
              </a:rPr>
              <a:t>Ultimate fruit-smelling spongy titanium alloy</a:t>
            </a:r>
            <a:endParaRPr b="0" lang="en-IN" sz="36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8" name="" descr=""/>
          <p:cNvPicPr/>
          <p:nvPr/>
        </p:nvPicPr>
        <p:blipFill>
          <a:blip r:embed="rId1"/>
          <a:stretch/>
        </p:blipFill>
        <p:spPr>
          <a:xfrm>
            <a:off x="3419640" y="1773360"/>
            <a:ext cx="2409840" cy="186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Form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3132000" y="1628640"/>
            <a:ext cx="2901960" cy="2092320"/>
          </a:xfrm>
          <a:prstGeom prst="rect">
            <a:avLst/>
          </a:prstGeom>
          <a:ln w="0">
            <a:noFill/>
          </a:ln>
        </p:spPr>
      </p:pic>
      <p:sp>
        <p:nvSpPr>
          <p:cNvPr id="121" name=""/>
          <p:cNvSpPr/>
          <p:nvPr/>
        </p:nvSpPr>
        <p:spPr>
          <a:xfrm>
            <a:off x="3133440" y="4581360"/>
            <a:ext cx="2753280" cy="5205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- Simply perfect.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Color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23" name="" descr="Color palette from MapInfo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468360" y="1341360"/>
            <a:ext cx="4753080" cy="3865680"/>
          </a:xfrm>
          <a:prstGeom prst="rect">
            <a:avLst/>
          </a:prstGeom>
          <a:ln w="0">
            <a:noFill/>
          </a:ln>
        </p:spPr>
      </p:pic>
      <p:sp>
        <p:nvSpPr>
          <p:cNvPr id="124" name=""/>
          <p:cNvSpPr/>
          <p:nvPr/>
        </p:nvSpPr>
        <p:spPr>
          <a:xfrm>
            <a:off x="5850000" y="1073160"/>
            <a:ext cx="2160360" cy="5335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Monday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0000"/>
                </a:solidFill>
                <a:latin typeface="Arial"/>
              </a:rPr>
              <a:t>Tuesday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</a:t>
            </a:r>
            <a:r>
              <a:rPr b="0" lang="en-IN" sz="2800" spc="-1" strike="noStrike">
                <a:solidFill>
                  <a:srgbClr val="ffff00"/>
                </a:solidFill>
                <a:latin typeface="Arial"/>
              </a:rPr>
              <a:t>Wednesday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99cc00"/>
                </a:solidFill>
                <a:latin typeface="Arial"/>
              </a:rPr>
              <a:t>Thursday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1bfed"/>
                </a:solidFill>
                <a:latin typeface="Arial"/>
              </a:rPr>
              <a:t>Friday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333399"/>
                </a:solidFill>
                <a:latin typeface="Arial"/>
              </a:rPr>
              <a:t>Saturday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dce2bc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Sunday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……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bbe0e3"/>
                </a:solidFill>
                <a:latin typeface="Arial"/>
              </a:rPr>
              <a:t>  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Party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"/>
          <p:cNvSpPr/>
          <p:nvPr/>
        </p:nvSpPr>
        <p:spPr>
          <a:xfrm>
            <a:off x="1189080" y="3933720"/>
            <a:ext cx="126000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Welcome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2004-11-30T18:38:03Z</dcterms:modified>
  <cp:revision>9</cp:revision>
  <dc:subject/>
  <dc:title>PowerPoint Presentation</dc:title>
</cp:coreProperties>
</file>