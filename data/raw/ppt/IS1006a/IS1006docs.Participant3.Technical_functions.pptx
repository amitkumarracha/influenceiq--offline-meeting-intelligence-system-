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FAB660-6390-456D-AA86-62FB8C5AB7B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B62F47-B7F9-4143-8C1F-95538B5F63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EC481D-FE33-49DC-ADF4-7445752C92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48DFB3-818A-495F-93A8-ED0601DA03C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5881B0-650A-4A79-BDED-A8AAFE7E16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185BFF-21DE-42D6-8DC1-43A555DA2B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DCD203-B90D-4AF0-B16C-1526828F0B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3E6BEA-0208-4A1D-BA14-C6C0B94752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99E425-91C0-4BB2-A3C9-2FC1F8D6FA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00DC81-2049-4CD6-A6DF-11AB8B7269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F41744-BF1A-426C-81EF-566E0B95251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5F2E5A-5DE5-47F8-89D8-918EA9B0AA3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77F6BF-BFDA-4860-AF97-769FDAF647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4638E8-A7CA-4C82-A076-67171F9271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CA9150-22DD-41A7-9BE2-15E9E2629E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65931B-42C2-418A-813E-9171527867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EEEAF0-F9FC-4AFF-9B4C-B4419BAD3C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286D96-1656-445D-9FF3-89C9E915FA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101302-F772-497D-B7A5-A2E589CD80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C23C72-4D5D-4AC2-AEA9-E09113E447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C25AFF-1136-4968-A27F-6E38FCEB1E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5B39AB-C8BB-4618-A23C-6B7261F5232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62FFB8-1CC5-4699-9952-928FB976B3A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E16D50-A11F-44D9-928F-4987B6FBD9E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28CF16D-2CF7-4D04-B828-4AAAEACBD9B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31AC74-89C6-4129-8C2F-BDA5437D97A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://images.google.ch/imgres?imgurl=http://www.gemini.no/downloads/photolib/Remote%2520Control.jpg&amp;imgrefurl=http://www.gemini.no/shared/photo_lib.asp&amp;h=776&amp;w=1028&amp;sz=127&amp;tbnid=8Ic1yOc1mlEJ:&amp;tbnh=113&amp;tbnw=149&amp;start=4&amp;prev=/images%3Fq%3DRemote%2Bcontrol%26hl%3Den%26lr%3D%26ie%3DUTF-8" TargetMode="Externa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Mark Twight,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84360" y="981000"/>
            <a:ext cx="78595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Occam Razor Princple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- not to complicate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- never easy-to-use enough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1116000" y="2781360"/>
            <a:ext cx="1749600" cy="1326960"/>
          </a:xfrm>
          <a:prstGeom prst="rect">
            <a:avLst/>
          </a:prstGeom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3"/>
          <a:stretch/>
        </p:blipFill>
        <p:spPr>
          <a:xfrm>
            <a:off x="6012000" y="2708280"/>
            <a:ext cx="1728720" cy="1300320"/>
          </a:xfrm>
          <a:prstGeom prst="rect">
            <a:avLst/>
          </a:prstGeom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682920" y="5013360"/>
            <a:ext cx="7947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Arial"/>
              </a:rPr>
              <a:t>Provide simple desires into simple actions.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6836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"/>
          <p:cNvSpPr/>
          <p:nvPr/>
        </p:nvSpPr>
        <p:spPr>
          <a:xfrm>
            <a:off x="5650560" y="5229360"/>
            <a:ext cx="3243960" cy="520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imes New Roman"/>
              </a:rPr>
              <a:t>*) style is the passion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3997800" y="3429000"/>
            <a:ext cx="131004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Be simple.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9528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324000" y="1052640"/>
            <a:ext cx="4835520" cy="3605040"/>
          </a:xfrm>
          <a:prstGeom prst="rect">
            <a:avLst/>
          </a:prstGeom>
          <a:ln w="0">
            <a:noFill/>
          </a:ln>
        </p:spPr>
      </p:pic>
      <p:sp>
        <p:nvSpPr>
          <p:cNvPr id="107" name=""/>
          <p:cNvSpPr/>
          <p:nvPr/>
        </p:nvSpPr>
        <p:spPr>
          <a:xfrm>
            <a:off x="5317920" y="1197000"/>
            <a:ext cx="3824280" cy="1800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Titanium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Screen Backlight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Few buttons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Easy-to-find-and-click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6302520" y="5229360"/>
            <a:ext cx="24285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- Automatic turn on\off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2004-11-30T15:05:22Z</dcterms:modified>
  <cp:revision>9</cp:revision>
  <dc:subject/>
  <dc:title>PowerPoint Presentation</dc:title>
</cp:coreProperties>
</file>