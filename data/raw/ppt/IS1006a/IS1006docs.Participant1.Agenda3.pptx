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0F5A1-7EB6-41D4-B731-3468C7DB2A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1595A1-E6E2-4794-8B22-AE23EBD99F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1E7EC8-414E-4C23-BB57-63F60CDE69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9F99F4-426F-4798-A7DC-7AB42B31AB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7F8AC5-A271-48F5-8D17-43E7D5B4E9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5DF21-EF8C-4868-B1A3-5F965B75A3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BFE88D-5D1A-4DCC-A037-85A8F5531E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B69FAA-8C1F-491C-BADB-22DCCD4361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532BB-B18A-439E-8747-E300C88DD0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281901-84BD-4E52-B78D-70B3A826F0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B18ED0-09A1-41DD-8F47-24C6E6BE8A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BAC764-2BB5-4AC7-873B-7DC02CFA27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75198E-FF1D-4CB2-8A9B-136711F141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409024-7FE5-40CC-A3B3-779758B89B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7EC3D5-6AC9-4A2D-81A2-DCED5EFC70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520F60-6AA0-4520-ABE9-7DFF5EB175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51C06C-17DC-4B03-A2F0-86A4564D28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08AA02-2DCF-465A-805F-3828052C16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2D66AF-514B-4AA0-AC61-528BCCE3F1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A48E55-0C55-44B2-AFF7-81673AD405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639591-1C90-4E51-BEE6-86C3D2FA27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E5D924-CCDC-4666-B42A-01E09C42A8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585EE4-C3F1-4B17-9EDD-EFBEE26663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1FFB71-E0E0-438C-A5E6-3B5C2F2920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AC1305-359F-4578-8765-06939D16417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735F21-9E06-4B77-BE3E-C777597B46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