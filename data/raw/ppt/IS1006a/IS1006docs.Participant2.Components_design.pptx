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0CEEED-47E6-412A-8072-4E3EB1D09AF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4C76C4-7DB0-4D09-8957-816BFD56B2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BF2FAA-1CF0-4944-9F17-5C4B9F3C9C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A50A5A-EBEA-4BD5-B50D-7524DE21B9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CC5C01-1286-46DE-8716-A9D62CA7CA0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314482-7084-4D30-B472-E7B6645608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36BF39-1EB0-4014-90BE-89A9518995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0F2153-07D9-479D-8DDE-8E51F53D5C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F97E3B-1A97-42E5-BDC7-5286D48E4B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B709BB-977B-46D0-BBDF-8F2741CAD1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D9B000-D089-46CE-8587-5080AAFC78A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80D8A5-07E0-4B79-9A05-8043F40B02C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FFF1E1-32B2-458D-84AE-0219B4EB6D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69446A-43C2-4A93-8D9A-BA4F81DEB1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E21425-4BB6-438E-A1E4-5B9B889C1B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E7683B-E6D8-498A-8F21-E2CFA2E933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34D137-A9BC-433C-A1A9-3A4B1616705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B3DF00-9C1D-4BC4-B205-EBE7E96965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4EC2F6-4224-4E03-9FC8-B27E6C8699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4AEE4E-3322-4163-AF5C-5706456F0D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5F4DA4-31F5-48E4-AFE8-B624AD1E63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FCCA5C-2041-4453-94E8-BA13A688797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F7136D-DEE5-4D5A-BAFC-2872284CDD8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43786C-D1D4-4D5B-81DA-8ED88932A8F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BC7168C-112B-4B5A-9362-59835F5A2BF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A915C51-8091-46CE-8F1B-BD71A6AA0C9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Rama Rao,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Energy source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Battery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Use of Solar cells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Material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plastic, rubber (such as used in anti-RSI stress balls), wood, and titanium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Push buttons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LCD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new speech recognition feature: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integrated, programmable, sample sensor/sample speaker unit.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Location of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Battery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Titanium (no double curved)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Push button as it requires simple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2004-11-30T16:17:18Z</dcterms:modified>
  <cp:revision>13</cp:revision>
  <dc:subject/>
  <dc:title>PowerPoint Presentation</dc:title>
</cp:coreProperties>
</file>