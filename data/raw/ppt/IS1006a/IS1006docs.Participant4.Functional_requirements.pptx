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89082F-D737-45C6-8AA2-884629C5E5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2394F-A645-42C3-842A-E8E86CE401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BBF30-2F2B-4C39-BFB6-EA13F9C8EC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CB242-E5A0-4097-A65F-F703FDF8A7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72B53-74B4-4FA9-83E8-AA93E86382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512A51-253B-4D30-9226-C0BE5255D4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DCE21B-FFA3-4DF8-9A6F-6ED60A4A32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F57980-6F21-43E7-86A0-0491FFB36A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A0C36-C11A-41C4-A289-FACD35DD13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CBEAC1-C534-4457-A509-BC28F7217E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A19AFF-2401-4471-A1F9-241092BE6E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D8589-DBBD-40C3-999F-6474A32674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EF3C32-FBCD-4EF0-A7E0-A034155B72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8899FD-4FEB-4CAA-B677-78E7BC7855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1EED5A-7999-4201-BBDF-E9F7917D7F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54EA41-7853-4D3D-86FA-508DE2340D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851016-D040-44B8-9DA1-1ED16C6687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92BF66-5335-47F3-912D-2159C4BCAC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B30686-55A7-47C3-8E91-B52822C4A0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154018-B9D4-4809-9722-35FCEA6A8F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536C2D-1A84-41DE-A0FC-EED913528B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1C142B-E5B3-4F45-A738-3101667A94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CB0168-02CF-453D-B004-69F6CF7F2A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CEFEA-3089-427F-9070-4A5982F4B4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D0F670-01CC-4AE7-A53B-F559328A5FE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BE9D6D-4218-484C-882C-860D25D45EE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Ask the users themselves about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don’t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And what they DO with them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Functions used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often but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selection often and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Volume selection not often and very relev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Audio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Screen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not often but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ahoma"/>
              </a:rPr>
              <a:t>Speech Reco in the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547640" y="1989000"/>
            <a:ext cx="5667480" cy="3105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2004-11-30T15:03:10Z</dcterms:modified>
  <cp:revision>13</cp:revision>
  <dc:subject/>
  <dc:title>PowerPoint Presentation</dc:title>
</cp:coreProperties>
</file>