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7A01D8-8512-4DA8-AF02-24E17DFE55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1EA45F-DA98-4222-AB7B-18ADA7B3B6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C03889-881F-48C5-BA21-A0BC5637ED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8E6751-3C09-409B-83FF-E5C1DDEDA7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1EB5D8-7077-49D8-B0E9-693726C430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0F4403-4BFC-42E3-8922-E80D8AF38F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FC948-CD6C-45EF-941E-3454B09C67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FEE3FB-BD3A-4EB4-AF7A-2403105C9D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5FB50D-BA34-4BC0-BA92-ED85964FC0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83C46E-6402-4A35-942F-887F485116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1A67CC-3A19-4619-808C-6C1806395F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1E7490-C7EF-4528-A078-51D1BF22F5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448DED-1D58-40D3-9294-6A42DB9348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99DF98-95F9-418F-9163-BF1C67A523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DC9D27-CE9B-4942-AFDF-159D5E287F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E01A89-1C34-49CC-A671-FD3E9A0B68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26C3E6-ADCB-4959-8713-B75FEB50E5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6630D7-5B97-4F34-A261-72E45376D8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DBCD25-097B-4B10-B742-1FEB238107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47FDBB-883B-41BC-BDF8-B97CE3BB6C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0D1829-F4D2-4748-A6E0-87C7E96452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05D39B-0C3C-4936-9FB0-26075ED78B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6C63CC-103C-438F-9113-5D6A6F124D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34B50B-7357-4A12-AD71-AC9F8CFAEB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A70442-B321-4C87-BB1E-E44CAFEC4CC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D5B700-0E57-4943-8DD2-2BD2E4E703A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