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1854A3-BA6C-4BEA-924E-E02FFD2971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921DE4-D65A-4802-9656-F2738788BF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C288D6-8A00-49B0-BFD6-E653EABC1D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C88DED-2138-489C-A70F-A633570CDA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46EF8-0F78-43C4-90E3-4760AEEA15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CE9766-BD9F-4FD9-9F30-9176A4B63A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650AEF-ECB2-45C7-B06A-51FA5EDD3C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9ADA1B-E20A-48AB-85FC-6EA167EFC2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5492FF-517D-4F57-849B-17945549FE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1FFED-3BE1-41A9-84D0-E419B4AD5C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224502-2438-4EE3-B586-B82C4694A8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D02124-6358-44F1-8B6C-C3D9735A72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EC5352-92FD-4466-8119-6AAF548AAB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109474-901D-435C-BB73-234DC102DB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469DF0-688A-4C90-A9E4-029ECF3789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60A253-1FEF-4153-947F-31E2DE47B4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C0E1D2-4E1F-4A47-A375-F24F3E6923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A36F25-5202-480D-8C72-EBD0512A71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B48160-736E-408B-A1EF-BC5AB83304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D8A5BD-A343-482D-B831-FB0017951F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5B5DE7-686E-4F1B-AB7C-0265836EF4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A08891-5FAA-40D5-BE7F-A263E19633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8E2C4F-4105-4125-BCFC-3B7BAF1BE8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C91CDC-3D39-49C2-BA3A-1274D1E91A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17D7D4-9E2A-4F0F-A33C-8F7C1D0775E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76C043-E726-48A2-86A0-44FCE117916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Evaluation of the prototype is VERY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need quantitative methods to assess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Let us use a quantitative scale: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From 1 (strong yes) to 7 (strong no) for each criterion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Then, average!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Technology-full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size and weight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color and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Adaptive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2004-11-30T18:34:08Z</dcterms:modified>
  <cp:revision>15</cp:revision>
  <dc:subject/>
  <dc:title>PowerPoint Presentation</dc:title>
</cp:coreProperties>
</file>