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33A394-70E3-481A-BC6C-30DE527B3C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2EDC4B-FCC5-4C21-B6A0-4811A78CF3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ED5BFC-3A6A-4D5A-BB08-B03DF899C1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3D7355-28B3-477F-9E9D-647ABFA661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C54CA3-4928-4A86-A6AE-8E4672EFB3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CAD1E6-3CA4-4593-BA37-3842BD1451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74CD46-FFAF-4295-8CE5-B941E01B24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2D03AD-5176-4A0C-BCE3-4EA42AE8CD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743DFA-85B3-42A4-BA5C-9D1BF8ECE9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DDDA8D-318A-4010-A698-1436CB5E72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719B57-2D98-4FD3-BA1F-D8BBD2CD776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2E48EE-8974-482A-A322-A35693522E4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8F29C4-6B6C-48ED-A171-FBEFFCD3B9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5D986A-BEBC-4F1F-B2FF-6DE22AA791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6954BD-3656-40CC-BA3A-3C34626222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A5C5C9-EC8A-4BC4-BAFD-10245159F6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C2558A-A6F7-4982-9FD6-0FAE6C07A8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E8568E-AE1F-4498-8A82-110EEAF799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6A4F25-1DD1-48DE-AF0E-D18C59EB93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B767CF-11B8-4AB9-BA68-3804D637B1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B96046-A015-4E2E-9640-7572469797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3E4FA5-17BE-4C8B-A53C-9AC4369F74D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CB0469-C666-4635-9CE4-68CAE66B81D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E9AD5C-7873-4C41-BABF-54BE862D4CB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7E33CD1-C671-4122-8102-76B4EB8C788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63298B-58C1-4E10-8F2B-DF88577F6AE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Rama Rao,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The basic function of a remote control is to send messages to another system.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An energy source feeds an integrated circuit (chip) that can compose messages, often in the form of infrared bits.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A user interface controls the chip, and accordingly the messages.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 Interface (keypad, VR, etc)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Programmable DSP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IR LED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Switch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Encryption codes for different TV makes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2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3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7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08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1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2" name=""/>
          <p:cNvGrpSpPr/>
          <p:nvPr/>
        </p:nvGrpSpPr>
        <p:grpSpPr>
          <a:xfrm>
            <a:off x="6516720" y="2421000"/>
            <a:ext cx="791280" cy="720360"/>
            <a:chOff x="6516720" y="2421000"/>
            <a:chExt cx="791280" cy="720360"/>
          </a:xfrm>
        </p:grpSpPr>
        <p:sp>
          <p:nvSpPr>
            <p:cNvPr id="123" name=""/>
            <p:cNvSpPr/>
            <p:nvPr/>
          </p:nvSpPr>
          <p:spPr>
            <a:xfrm>
              <a:off x="6811560" y="2421000"/>
              <a:ext cx="14760" cy="720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4" name=""/>
            <p:cNvSpPr/>
            <p:nvPr/>
          </p:nvSpPr>
          <p:spPr>
            <a:xfrm>
              <a:off x="7034040" y="2584080"/>
              <a:ext cx="14760" cy="4057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" name=""/>
            <p:cNvSpPr/>
            <p:nvPr/>
          </p:nvSpPr>
          <p:spPr>
            <a:xfrm>
              <a:off x="6516720" y="2793960"/>
              <a:ext cx="2764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"/>
            <p:cNvSpPr/>
            <p:nvPr/>
          </p:nvSpPr>
          <p:spPr>
            <a:xfrm>
              <a:off x="7032240" y="2778480"/>
              <a:ext cx="2757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7" name=""/>
          <p:cNvSpPr/>
          <p:nvPr/>
        </p:nvSpPr>
        <p:spPr>
          <a:xfrm>
            <a:off x="3059280" y="4005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"/>
          <p:cNvSpPr/>
          <p:nvPr/>
        </p:nvSpPr>
        <p:spPr>
          <a:xfrm>
            <a:off x="900000" y="4005360"/>
            <a:ext cx="1656000" cy="68112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User Interface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(buttons)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2556000" y="4292640"/>
            <a:ext cx="5032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"/>
          <p:cNvSpPr/>
          <p:nvPr/>
        </p:nvSpPr>
        <p:spPr>
          <a:xfrm>
            <a:off x="7885080" y="400536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"/>
          <p:cNvSpPr/>
          <p:nvPr/>
        </p:nvSpPr>
        <p:spPr>
          <a:xfrm>
            <a:off x="6012000" y="400536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"/>
          <p:cNvSpPr/>
          <p:nvPr/>
        </p:nvSpPr>
        <p:spPr>
          <a:xfrm>
            <a:off x="7740720" y="4292640"/>
            <a:ext cx="14436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>
            <a:off x="6651720" y="4272120"/>
            <a:ext cx="1076400" cy="274320"/>
          </a:xfrm>
          <a:custGeom>
            <a:avLst/>
            <a:gdLst/>
            <a:ahLst/>
            <a:rect l="l" t="t" r="r" b="b"/>
            <a:pathLst>
              <a:path w="678" h="173">
                <a:moveTo>
                  <a:pt x="678" y="8"/>
                </a:moveTo>
                <a:cubicBezTo>
                  <a:pt x="634" y="21"/>
                  <a:pt x="652" y="33"/>
                  <a:pt x="631" y="63"/>
                </a:cubicBezTo>
                <a:cubicBezTo>
                  <a:pt x="614" y="87"/>
                  <a:pt x="587" y="101"/>
                  <a:pt x="560" y="110"/>
                </a:cubicBezTo>
                <a:cubicBezTo>
                  <a:pt x="493" y="99"/>
                  <a:pt x="483" y="86"/>
                  <a:pt x="434" y="47"/>
                </a:cubicBezTo>
                <a:cubicBezTo>
                  <a:pt x="419" y="35"/>
                  <a:pt x="402" y="26"/>
                  <a:pt x="386" y="15"/>
                </a:cubicBezTo>
                <a:cubicBezTo>
                  <a:pt x="372" y="6"/>
                  <a:pt x="339" y="0"/>
                  <a:pt x="339" y="0"/>
                </a:cubicBezTo>
                <a:cubicBezTo>
                  <a:pt x="267" y="15"/>
                  <a:pt x="267" y="48"/>
                  <a:pt x="221" y="94"/>
                </a:cubicBezTo>
                <a:cubicBezTo>
                  <a:pt x="207" y="135"/>
                  <a:pt x="158" y="160"/>
                  <a:pt x="118" y="173"/>
                </a:cubicBezTo>
                <a:cubicBezTo>
                  <a:pt x="90" y="164"/>
                  <a:pt x="47" y="118"/>
                  <a:pt x="47" y="118"/>
                </a:cubicBezTo>
                <a:cubicBezTo>
                  <a:pt x="28" y="60"/>
                  <a:pt x="55" y="130"/>
                  <a:pt x="16" y="71"/>
                </a:cubicBezTo>
                <a:cubicBezTo>
                  <a:pt x="8" y="59"/>
                  <a:pt x="6" y="44"/>
                  <a:pt x="0" y="31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/>
          <p:nvPr/>
        </p:nvSpPr>
        <p:spPr>
          <a:xfrm>
            <a:off x="7236000" y="2781360"/>
            <a:ext cx="5029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7740720" y="2781360"/>
            <a:ext cx="0" cy="216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7596360" y="2997360"/>
            <a:ext cx="288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>
            <a:off x="7667640" y="3068640"/>
            <a:ext cx="1443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3419640" y="2781360"/>
            <a:ext cx="0" cy="1224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"/>
          <p:cNvSpPr/>
          <p:nvPr/>
        </p:nvSpPr>
        <p:spPr>
          <a:xfrm>
            <a:off x="3708360" y="4292640"/>
            <a:ext cx="23036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"/>
          <p:cNvSpPr/>
          <p:nvPr/>
        </p:nvSpPr>
        <p:spPr>
          <a:xfrm>
            <a:off x="3132000" y="4581360"/>
            <a:ext cx="0" cy="792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"/>
          <p:cNvSpPr/>
          <p:nvPr/>
        </p:nvSpPr>
        <p:spPr>
          <a:xfrm>
            <a:off x="2987640" y="5373720"/>
            <a:ext cx="2890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"/>
          <p:cNvSpPr/>
          <p:nvPr/>
        </p:nvSpPr>
        <p:spPr>
          <a:xfrm>
            <a:off x="3059280" y="5445000"/>
            <a:ext cx="1443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"/>
          <p:cNvSpPr/>
          <p:nvPr/>
        </p:nvSpPr>
        <p:spPr>
          <a:xfrm>
            <a:off x="6300720" y="4653000"/>
            <a:ext cx="0" cy="6476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"/>
          <p:cNvSpPr/>
          <p:nvPr/>
        </p:nvSpPr>
        <p:spPr>
          <a:xfrm>
            <a:off x="6156360" y="5300640"/>
            <a:ext cx="288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"/>
          <p:cNvSpPr/>
          <p:nvPr/>
        </p:nvSpPr>
        <p:spPr>
          <a:xfrm>
            <a:off x="6229440" y="5372280"/>
            <a:ext cx="1443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"/>
          <p:cNvSpPr/>
          <p:nvPr/>
        </p:nvSpPr>
        <p:spPr>
          <a:xfrm>
            <a:off x="3500280" y="4724280"/>
            <a:ext cx="17229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All powerful chip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6481440" y="4797360"/>
            <a:ext cx="8193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IR LED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7170120" y="3716280"/>
            <a:ext cx="160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Phototransistor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 flipH="1">
            <a:off x="1763640" y="2781360"/>
            <a:ext cx="165600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"/>
          <p:cNvSpPr/>
          <p:nvPr/>
        </p:nvSpPr>
        <p:spPr>
          <a:xfrm>
            <a:off x="1763640" y="2781360"/>
            <a:ext cx="0" cy="1224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"/>
          <p:cNvSpPr/>
          <p:nvPr/>
        </p:nvSpPr>
        <p:spPr>
          <a:xfrm>
            <a:off x="1763640" y="4724280"/>
            <a:ext cx="0" cy="792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"/>
          <p:cNvSpPr/>
          <p:nvPr/>
        </p:nvSpPr>
        <p:spPr>
          <a:xfrm>
            <a:off x="1619280" y="5516640"/>
            <a:ext cx="288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"/>
          <p:cNvSpPr/>
          <p:nvPr/>
        </p:nvSpPr>
        <p:spPr>
          <a:xfrm>
            <a:off x="1690560" y="5587920"/>
            <a:ext cx="144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54" name=""/>
          <p:cNvGrpSpPr/>
          <p:nvPr/>
        </p:nvGrpSpPr>
        <p:grpSpPr>
          <a:xfrm>
            <a:off x="4643280" y="2637000"/>
            <a:ext cx="954000" cy="174600"/>
            <a:chOff x="4643280" y="2637000"/>
            <a:chExt cx="954000" cy="174600"/>
          </a:xfrm>
        </p:grpSpPr>
        <p:sp>
          <p:nvSpPr>
            <p:cNvPr id="155" name=""/>
            <p:cNvSpPr/>
            <p:nvPr/>
          </p:nvSpPr>
          <p:spPr>
            <a:xfrm>
              <a:off x="4643280" y="2809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6" name=""/>
            <p:cNvSpPr/>
            <p:nvPr/>
          </p:nvSpPr>
          <p:spPr>
            <a:xfrm>
              <a:off x="5020920" y="2637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7" name=""/>
            <p:cNvSpPr/>
            <p:nvPr/>
          </p:nvSpPr>
          <p:spPr>
            <a:xfrm>
              <a:off x="5267160" y="2811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8" name=""/>
          <p:cNvSpPr/>
          <p:nvPr/>
        </p:nvSpPr>
        <p:spPr>
          <a:xfrm>
            <a:off x="3419640" y="2781360"/>
            <a:ext cx="12236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"/>
          <p:cNvSpPr/>
          <p:nvPr/>
        </p:nvSpPr>
        <p:spPr>
          <a:xfrm>
            <a:off x="5580000" y="2781360"/>
            <a:ext cx="936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2004-11-30T15:08:33Z</dcterms:modified>
  <cp:revision>19</cp:revision>
  <dc:subject/>
  <dc:title>PowerPoint Presentation</dc:title>
</cp:coreProperties>
</file>