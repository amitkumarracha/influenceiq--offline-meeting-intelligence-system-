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5DA47-F638-440A-86C1-04101C7A10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752585-329A-4911-8222-96E5C0892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A660B8-CB22-4474-8BFF-2831FD22E0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13E990-FFAA-4B2F-B2DD-370D8DE185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0B1B67-154C-4431-B92F-20A8F1009C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03E846-2507-4789-8421-6D31C58EA2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17EE8-710E-4217-AEC9-9BAB2BE276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E7755-9A25-4577-82DA-859325481B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4FA538-4ABB-4893-ABBD-3A39ABC34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698B2-C5E9-4EB3-9B84-C9B1E2C7B2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5212D-D22E-4316-AFB8-913AB7C9EE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0B995-1E61-4C73-A1D3-E224127311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C872ED-8D16-442C-A291-16EC804309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47109-1136-4624-85D5-FBBCADA4E9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1F4CF4-91F2-4182-8B0D-07304F640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4DF2AB-0201-40D6-91ED-7AF040E521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9B99DD-E996-45A9-B920-4E11B20978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304CCD-786D-4231-A076-4CD00D8005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ADE8E-A2EA-4794-A68B-9BB37C3207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CE0A13-BF0E-4F51-A065-F4B1532B91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B77E68-C584-42DE-AA5F-A2F1FE7144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860E4A-3FB6-4687-844D-E36CA7EFF9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5147C4-D3E0-4EAD-AC77-616FF5561F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4ED510-BEC4-4EA8-B8FC-1B266F4A91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C0F1DC-987F-4676-8B25-108421C5873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0C3116-951F-4A7A-A869-F49FB59CFFB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771640" y="333360"/>
            <a:ext cx="3476880" cy="53816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1260360" y="476280"/>
            <a:ext cx="6581520" cy="521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3600" spc="-1" strike="noStrike">
                <a:solidFill>
                  <a:srgbClr val="ff0000"/>
                </a:solidFill>
                <a:latin typeface="Arial"/>
              </a:rPr>
              <a:t>NO</a:t>
            </a:r>
            <a:endParaRPr b="0" lang="en-IN" sz="3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755640" y="260280"/>
            <a:ext cx="7488360" cy="558324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044720" y="321300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619280" y="404640"/>
            <a:ext cx="6346800" cy="441504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325800" y="5229360"/>
            <a:ext cx="84988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SHOULD THE REMOTE CONTROL PROVIDE ANY ADVANCED REACTIONS?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2004-11-30T16:16:07Z</dcterms:modified>
  <cp:revision>8</cp:revision>
  <dc:subject/>
  <dc:title>PowerPoint Presentation</dc:title>
</cp:coreProperties>
</file>