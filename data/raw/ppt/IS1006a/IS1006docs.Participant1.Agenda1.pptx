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541D6C-4DD6-438B-83F1-9EC8680D37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985C02-F782-475F-85A0-98948432D4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FEB830-B62D-4DB8-B935-E6AC880527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BBF803-FF89-4430-BC4B-D84EE496C9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9AF3AF-1AAA-495C-97A4-DA00CA6025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550E16-F8C1-4D28-BDB9-AE0FE41687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7916C1-A7F5-4532-9B87-10BF029362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00A137-DA06-4384-B7F1-501E6EC318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5D059D-A8B0-421B-B699-D5EDC3E549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21B695-C619-46D0-BFCC-76DE975675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530050-709C-4B06-8453-2C7F70DB0A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E23083-4E9A-494A-A927-005DF0BBC2D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060FF9-3F78-4D97-A9DD-5A308F875E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476789-4AD6-4EAE-94C7-77FB57B7CF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0BF2DF-56D1-4420-A13B-8B0C530ECD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F45381-2A3A-4004-A1CA-B764EF04FE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6E8679-7F42-45ED-A556-CB0D913918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AD2E4F-6B6F-4BB5-8364-AD24BC01C5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034F9B-5B0D-49C8-A8EF-2D80E1D3F2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216ECB-2E39-4A86-B0F9-88BB524B1B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9162E4-EA14-49E9-8C16-D45EC3DD30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76DAC1-E3C4-432E-BC0F-12C184C6EC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FBB112-C911-4250-920A-060EEF47A21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49EFB7-DD7B-4A8D-9202-D8EA918E5F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66C4ACA-DC9F-4642-B8A0-AA8D2172EE4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6FA0F1-6E53-4F25-8840-D3720D16FAB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2004-11-08T18:27:56Z</dcterms:modified>
  <cp:revision>18</cp:revision>
  <dc:subject/>
  <dc:title>PowerPoint Presentation</dc:title>
</cp:coreProperties>
</file>