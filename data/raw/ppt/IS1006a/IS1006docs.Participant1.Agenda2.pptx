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9E79F-D206-4234-94DE-275467C5B3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9619A-4618-4761-A970-187A30CF57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63AA4-B4AF-4E57-A138-8B1D5EC03E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3DAAF-EC8E-4805-A018-7B3FC71877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BEF42-B4A5-4BD0-AE77-3AAB61AF04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D951BC-3155-4899-9520-5BBD61008E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AC6FD-A41C-4006-84D5-8805648798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1D7A0C-3E63-47C5-ABB9-86DF260BE5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85D47-9FF3-4642-B216-D45EF007A4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2B571A-E873-4307-82ED-E763FEF080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624B6B-57F0-4916-AAC8-8A76053422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35732-D87C-487F-A41B-40F1F4B1D0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B7845-A2A0-4C83-9E46-CE829500BA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FF1296-8F02-4278-B0B9-ED97966A10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5A3603-B575-4BEC-8792-84427EFC6C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BBFC1A-DAB1-469C-93D8-CC6FC91FB6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B1D5B-B39C-444D-A5FC-84F9F9FF9E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6D827C-8B59-40DC-9508-06BE4FA68F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F0BD8A-1220-411D-BFBB-AD2493F135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BBEA8A-AD94-4FD7-963F-DB5AA68AAE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2D9027-557E-477A-B3D1-C18F361621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763A50-1B0B-45DE-ABAB-3883E09FC7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64DBBD-09DA-4A59-83EF-FBCAB4AA43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4EA24F-4771-469D-9E77-ED185E5870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323345-7F9E-4A3D-A6F0-7A8E9552C5A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51B596-4EAD-4353-949E-CE7F88B10C0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