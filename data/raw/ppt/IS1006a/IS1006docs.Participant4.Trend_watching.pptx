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B368C6-DFAF-4ED5-BAAE-33F236996A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D8D4BA-5159-4230-8424-E54F05F4B4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7C67F5-2632-4A82-8C5E-4BB4CBB634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AB962-66E2-47AF-A9D0-7A0A5207FF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DA6E49-912F-45A9-82E5-66A46F5932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5FCFD5-E666-4E5D-8D3D-C216235318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4308FD-AC86-46DE-ABF1-E7CC90F8C1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C7CEF9-526D-4F1E-A54C-6F0AD598DF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51822B-44CE-4C8B-B8BD-8300AA463F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7492F1-FA68-42ED-A40D-A3AA5A8BE6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AAA36-596A-4B90-B5B0-4771F9E082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47AD60-C83F-417C-AFA1-E70BAD086D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ADC5FA-9B92-4CB8-B8AA-87B20B850A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F79356-2C19-4C2F-884B-AD53ED351B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506B09-4ED1-42D9-916E-3051147719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37384D-7F9A-40CD-9939-A79AFA0916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BC4111-D3D0-4C80-8869-CBFA24E4E9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F030B4-423D-445E-8197-987EE70670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D0D7FD-60B1-488D-B1B6-299516167D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1B6838-FFCF-4BD2-A739-B309C3817D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B633AB-A1CD-451A-8A13-66AEC3E812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FCB647-DF2B-4A8F-A0F2-C00C4219C7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717584-274D-4930-AC0B-D02FD53DB2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56D86B-C6B1-4CE0-9592-6AACFD953C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2B9994-9167-431C-A767-581061D48B8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A5A7FC-B70C-4E21-A683-3E4D9087E47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How to watch the trends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on the web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 people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Be inspired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Invent it (risky but $$$)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2004-11-30T16:10:29Z</dcterms:modified>
  <cp:revision>9</cp:revision>
  <dc:subject/>
  <dc:title>PowerPoint Presentation</dc:title>
</cp:coreProperties>
</file>