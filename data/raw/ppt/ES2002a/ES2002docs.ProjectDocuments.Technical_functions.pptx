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9CC7E9-9D51-48D2-A2C3-4EE63EBE6AE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505AF2-547A-4670-9A73-CF6D72AD5F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310777-F958-488D-8D0B-AD97637D10A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C73A65-B007-4D64-B63B-4A9C9A443CC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638354-E1BF-42E5-B520-E0F404BB556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E73138-2BEF-47C5-ACCA-FD29BB95AEA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A66CC5-C912-449F-8A28-EB8AC770B7D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C06352-0AEE-4E42-B11A-3D042BAA497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0C2D6E-EF14-4F31-BE88-14D1E48CCA0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0B7D5B-FB06-483B-9FE7-DF557397653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6CBEFC-7542-44E1-B265-F7B7AEC4944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CB1E7F-7781-48B5-8B2C-28C6ED2E128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F82583-0D9A-4054-9D26-57682818999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B48519-1165-49D3-B48E-B59041565D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A6F9EF-13EC-46D1-A0A9-A05A9BD5E36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D40EAE-8A52-42B9-A7C4-492341C3204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60B0B7-FCCB-4AD3-AA6E-DBD87AF2554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F3100B-D7CF-430D-88F5-00056BF6996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BACE9B-126E-4F10-B940-BAFAB4F7F18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EC9476-F2E3-4F84-A199-343F6AF64DC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1CE08A-72B7-489B-82C4-4DE44171010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CFCA9FC-75DA-4A13-A769-0301B898B15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B9284F-E468-4B84-BCAA-ADCA228C947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FCAF396-8E41-425E-A8E2-B5391D61C5E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BCDA072-BD36-445D-BD86-19A018B72DB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21DA3FC-F1AC-43BF-BAD1-916437785B8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Craig,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Research online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 at existing products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Would ask other users for opinions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Will do so at end of meeting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Many controls too complicated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Too many buttons can confuse user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Confusing labelling is bad eg PROG/PRG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Simplicity good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but can lead to “clunky”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Hard to access advanced funcitons eg slow motion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Prefer simplicity and attractive look to lots of advanced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Advanced functions should be available but not directly accessible to reduce confusion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Your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 at example remotes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Favourite features?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Dislikes?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Required functions?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2004-12-13T17:23:34Z</dcterms:modified>
  <cp:revision>10</cp:revision>
  <dc:subject/>
  <dc:title>PowerPoint Presentation</dc:title>
</cp:coreProperties>
</file>