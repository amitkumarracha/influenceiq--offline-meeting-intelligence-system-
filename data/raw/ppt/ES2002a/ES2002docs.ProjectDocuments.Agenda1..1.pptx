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273C44-8BC6-4096-AE50-9E4AC0E3FB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BFF5F7-B022-4A0B-AE7C-E1EBE53C6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FC6F44-5A6B-41B4-96AC-0710D136FB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ABD11E-0431-42BA-B81D-2A0B403ECB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87E259-83D0-429E-B0D3-A29F6CCE90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85FB21-145F-4F1D-9A8D-E1A63C3925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C1B42F-0841-4717-B8A8-ABA266E9A9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43C9D3-3F62-4B48-97FE-F39EE48C38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6834F-AC4F-484E-9981-C4BFE996DA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924F16-948D-43CE-B88B-6A4E5C8603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41809C-53EC-4F00-920F-06DA4794A75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878A36-4A3F-43C8-A4A9-3EBA81F996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4D6BC9-4CA2-46E2-930A-1298F33B39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CA5C8D-01DC-4DA0-8474-1BC08EAF07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168B59-A57A-4A7B-A46C-F29BD55646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3687DB-249A-4813-9778-DBC760D675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3F7E9B-0855-461B-B147-5D5C24DBA3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F18114-989C-44FB-9762-807896334C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4A9ACB-93AD-4183-8908-DACDE5A3A6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F9E4DA-4CCE-434E-9377-8E65EC64C0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9673F9-982C-4627-B496-F43090D1B6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0662DA-4EBE-469C-B411-E609D8A912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F21DC8-8093-44E5-BD3F-12937EF9FC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344219-89C9-4652-82B7-6CABC8B095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DEAC7A-1D3F-4BF0-82D7-6533A8A51EF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6268A6C-711F-444E-89E3-475DCFC9265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Laura,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2004-12-13T17:56:49Z</dcterms:modified>
  <cp:revision>20</cp:revision>
  <dc:subject/>
  <dc:title>PowerPoint Presentation</dc:title>
</cp:coreProperties>
</file>