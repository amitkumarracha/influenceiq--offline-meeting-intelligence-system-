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78B057B-4D09-4F5F-BD65-90EBF27214E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15484C-5DEC-4C4E-94D3-A62239B8FA5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A18052-5DA6-405C-B7FC-5FE6A77A906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54FDE5-AACB-42F2-B564-2A501197B59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4273A7-B33E-4F52-952B-9EBC9FDF3FB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2651C1C-2AB8-4FCD-B22F-CA10CCA3538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3415B98-A1C1-4044-A48E-4FD2897FC52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A726DFA-4176-4B42-AD5A-ADAB29F4794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56252A7-BCEE-4D08-A062-60C9E986F1B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FEEEBB-A17E-49A2-A6E2-BC0281AE63B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E666B1B-48DE-4660-BEDD-2D3B16BD8BE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1357D0-01E4-4136-84A8-A5183972360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B752D84-5B15-46BE-A284-4B410B7A89C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A94AEA4-D334-4B33-9AFF-BB32B34E662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5D9CAD0-9F6F-4103-8AEB-C16ED50EA6D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CA6BC3D-781E-4C91-AAA0-FE6F58499F4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D7AF124-9CB8-473E-B6E5-646DB9ADC3F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72862E2-6DBC-4521-931A-12E63581CC7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C23BF87-7D57-45F9-A68A-BD8D33EC0DB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112AF66-6030-42D5-8210-8DC192F449E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B28116A-DA12-455D-8573-AD8CA7217C3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8584A38-EAD1-4A25-B7EE-0B5901EADCD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4589137-785B-40DE-BEC3-C6D6A55F539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39CD74B-7973-405A-89FE-74DCFA2D16F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03B2A8C-C993-4A2E-87B1-6BA50A2525DB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223AB33-F41F-4392-B95A-34DCB3C8C596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737712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Andrew Stokes-Rees,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0" y="274320"/>
            <a:ext cx="91440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 of Evaluation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Product evaluation based on original market research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Based on design goals (i.e. company logo)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Together lets rate (1 high 7 low)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Rating – 1 is most true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Remote control conforms to stylish look and feel?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Remote control conforms to high-tech innovation?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Style reflects a fruit inspired colour?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Design is simple to use, simple in features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Construction is soft and spongy?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Company logo is included?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Within budget? 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Refining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Should we be thinking more 3 dimensional?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Could our design involve a series of colours available?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Should we go with vibrant colour or earthy tones?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2004-12-13T22:47:26Z</dcterms:modified>
  <cp:revision>14</cp:revision>
  <dc:subject/>
  <dc:title>PowerPoint Presentation</dc:title>
</cp:coreProperties>
</file>