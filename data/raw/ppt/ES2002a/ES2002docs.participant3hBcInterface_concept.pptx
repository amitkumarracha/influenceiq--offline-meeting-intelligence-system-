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D5FD1A-6788-490E-95B6-BEEC2B3C0F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F99F63-C989-415A-B23F-A75B921C96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9FFCC9-80AC-490E-A741-D6471D657A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D6320-3271-4025-8038-354973CAAD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CE4635-CADD-430E-81C3-4E72FEA988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088B0B-8B10-4F5A-9688-9C5699E01F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752107-2CCB-4D43-8253-17B7D5ADD6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B2C483-79A3-4AC0-8177-32FE0EF468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54701D-108B-4F2E-9F49-48E1B29A1E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3204BB-18A7-45C8-9182-761F6A8488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596C52-AB71-4225-92D0-DC390050FD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08DB8C-4916-4D87-82A4-23AEE02025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EFF396-B092-45FD-9D5B-FB9B8D4152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57E025-81E4-45CF-BE54-7697F35A42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25D511-0388-4EAC-A191-C7EE5A362E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E4653F-8C37-4AFD-8DFE-DC92366D7E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D0D0E3-0C1F-47B7-82ED-4794D3A4E1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DE75B2-F4B3-4374-91D8-0B6D18E14F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47CE5C-1863-4157-BC68-FD2DAAA9DE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9F3EE3-6E02-443C-AE02-3F9D2EC6E1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3D1F7F-EAA5-47F9-B1A2-C36A8CF0C3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51CE1D-6D2B-45FE-959C-8D54914F83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F32B81-9C46-40B7-9F46-603258E968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6A7D7F-B45F-41F9-BB6A-059B7518C9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C2295F-5EB6-4E82-8578-E00D0E5DDAD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5646E8-B76D-4BF3-90BA-F7B9B8C31FA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Online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Review existing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Read user reviews of these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Suggestions 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Size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Button location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of “Large Square Brick” type design – not attractive nor comfortable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dark colours – easily lost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Inconsistent colour scheme / icons which can confuse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 coding eg red button for standby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Large, easy to use and identify buttons – but not huge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Intuitive markings on buttons eg volume up shouldn’t be “V”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Easily visible colour (if possible with corporate colour scheme)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features will be hidden by hinged opening mechanism – something like a tin pencil 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activated options should always have a button based alternative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 &amp; attractive shape overall – “Big Square Block” is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control confirms action by talking back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Issue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should corporate slogan go?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flexible is colour scheme?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2004-12-13T19:37:49Z</dcterms:modified>
  <cp:revision>11</cp:revision>
  <dc:subject/>
  <dc:title>PowerPoint Presentation</dc:title>
</cp:coreProperties>
</file>