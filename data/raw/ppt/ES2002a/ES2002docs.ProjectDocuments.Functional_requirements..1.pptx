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EFD1B8-3FC9-4545-A29D-189674B49E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D9D0F0-05F5-4736-B65F-0C16C62FBE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198F6C-0058-46F2-AD13-2CBF5EF646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03F5B-A770-4FA1-B6FB-FBC857D635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CE570-553C-48F6-B0FF-A85E777F4E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ADBF19-DCF3-4AF9-81E5-1A80190418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90260-C84B-463B-A892-246D4C8233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FF8DC7-D1EB-4971-8CFC-8558B730A5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B96604-836E-4A05-8134-856224AE47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28B9F-30DD-4D53-94F3-246C8B84CF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EFEB7B-EC64-462A-8608-EDB30E4156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AAA26F-9796-4524-93F3-56E2B2747B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1A66C8-B75C-46EC-8F54-3A20A1C85F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3FBB3C-82C3-4E03-8A7F-FC80F7D7D6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420D3-76C7-4453-A0C9-793EDFDAF2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BA90B-72FA-402A-986E-248C95B825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34A202-9A20-4048-80AA-2238F02FEC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8F92B5-63D5-4FA1-8093-4FFEA6D6B5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7F7F4B-D332-44C1-902B-46731D959E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A5F44F-4A73-45DA-A768-3C5DA53811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36D032-CF6C-4BF4-8082-D4056EBB1A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1A7E14-368D-4C0D-9821-91F1986A66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E38619-08F8-409F-877A-82AD254351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3523A9-67CD-4ADC-ACBC-CB3A65A88E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DBB507-C14F-47CB-B4A3-505DEA75892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E6C4F6-E42E-42A8-9B10-B05F8F8294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899640" y="3860280"/>
            <a:ext cx="730404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research on customer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Brainstorm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Connect with company 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Putting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Prioritise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Begin planning marketing identity and marketing strategy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773000"/>
            <a:ext cx="8229600" cy="435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controls: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majority of adults would pay more for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Users find it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features get used very little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Controllers get lost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Locator beep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UI Design Reviewing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Craig: some controls could be hidden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2004-12-13T17:45:30Z</dcterms:modified>
  <cp:revision>15</cp:revision>
  <dc:subject/>
  <dc:title>PowerPoint Presentation</dc:title>
</cp:coreProperties>
</file>