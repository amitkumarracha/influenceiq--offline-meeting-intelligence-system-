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C566F82-BFC5-4F98-A568-9EBEC3CC3F2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2AD8C0-FEF3-44CA-A901-C959439A2EB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E7471C9-7140-4246-9297-36A2207164E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6DA7921-45F8-4516-8CA3-1CC6DDDCDFF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F50D620-A5B6-4A3D-8DB6-8397FDF743A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86BEA67-9924-4B24-9347-043875F83F2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E9D616F-1B24-46E9-B990-38EEBDD6497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B94D89-92B9-490C-B65E-061A8AB82A5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4CC2FCF-A290-436D-BFCB-B57CE677CE8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93034A7-CA47-40E8-A770-B95295EDF31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562BE43-9063-4064-BFEA-C616D58475F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0707718-D2AC-4858-857C-43981F0FD05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0920F5A-6F57-42EB-B4CC-2CD0B2781D5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7B38E12-8804-4A9C-ADDA-349A4B988DA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A022A1F-7B7A-4E6B-8970-9D7464E199D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BA63906-9D90-4724-AFE7-69AF7436224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15DD009-4BE9-4BBB-A1C1-775274C8F25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61F2B94-E8D4-43EC-841A-AD0A24F9149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3FD2190-CB31-42BC-A038-EA297F0267C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030B116-864E-4315-B822-806D0306EF8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E2AD626-A5B0-4A9B-9382-73C90B9ADED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1CEB138-974F-4DEB-BACC-A2102186AE0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36F862B-467D-4427-AE7C-36051F18DC0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A44185D-2755-4106-ABDF-07BE83B37AF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1C8E8E9-43D2-4AF1-8F6B-FD20D5152D23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BD9DD65-6789-4EE4-A03C-8FCD42A61AC2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Craig, 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Research online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Look at existing products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Would ask other users for opinions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Will do so at end of meeting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Many controls too complicated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Too many buttons can confuse user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Confusing labelling is bad eg PROG/PRG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Simplicity good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but can lead to “clunky”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Hard to access advanced funcitons eg slow motion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Prefer simplicity and attractive look to lots of advanced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Advanced functions should be available but not directly accessible to reduce confusion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Your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Look at example remotes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Favourite features?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Dislikes?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Required functions?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2004-12-13T17:23:34Z</dcterms:modified>
  <cp:revision>10</cp:revision>
  <dc:subject/>
  <dc:title>PowerPoint Presentation</dc:title>
</cp:coreProperties>
</file>