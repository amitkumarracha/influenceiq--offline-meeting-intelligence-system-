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85F450-8146-4B20-9F60-60B380AB3B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4FE489-5FBA-445C-877F-149562ECED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EF08D5-77AD-4448-8C43-E1EFFC6DBD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9E9F5E-E731-49BF-9E03-81B11A111F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E7C643-9F61-48B0-9B1C-64D134243F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5B4B25-BFBE-4207-A728-42685134A1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CA6DB1-E939-4C80-ADDF-179B8A540D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42116-D97C-48ED-A186-4EE5D31DB4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6FC73D-1B28-48CC-B2D9-05C5B50FFC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7F15C-F43C-426E-B88A-BE71563ADE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16915-FB10-4514-9AD7-F0DECDCF63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376E88-098C-4701-99EF-E08DD0C7A8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5D3B3D-5E53-49EE-85BE-0F7C90A4E5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ED7619-FA92-47FD-ABE8-A0AA966685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1D10BA-CCBB-4A22-8762-021F9748FD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132E65-3E64-4F25-A3D3-1B18D6EA5A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7DD52B-A95F-46FA-BE8C-3DA9083DC0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C91764-998D-49F1-A472-0ABAB9D19B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15F5A6-7747-4136-A9B2-81E8CB9A85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2B3C48-BD85-4BC3-A637-1C5D1410AA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B2D931-C346-49D0-BC61-0B4AF53B38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868FB3-A111-42EE-85CF-18C69698E6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CEC393-D865-426A-9343-96696D4EA6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52BEFD-8FAF-4006-B0AC-8105433DA8A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FD4B90-623C-4C6D-8BDD-39479629AC8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61D875-48E7-40E1-864F-0065C9F3BF5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240" y="3886200"/>
            <a:ext cx="70167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1-Develop a broad understanding of market trends based on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2 - Identify trends that will inform the design concept of the 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3 - Discuss design options with aim of narrowing down on the design that best suits the market and the project vision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Market Research 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#1 consumer desire is that the control have a “fancy look and feel” not a functional look.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#2 priority of consumers is that the device be 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3</a:t>
            </a:r>
            <a:r>
              <a:rPr b="0" lang="en-GB" sz="3200" spc="-1" strike="noStrike" baseline="30000">
                <a:solidFill>
                  <a:srgbClr val="ffffff"/>
                </a:solidFill>
                <a:latin typeface="Tahoma"/>
              </a:rPr>
              <a:t>rd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priority was for ease of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Top Style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European fashion trend is for styles that reflect a fruit and vegetable theme especially in clothes and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 trends are quickly shifting from hard materials to soft, spongy textures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Style Trend Overview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24000" y="1600200"/>
            <a:ext cx="88200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Style is paramount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Innovative design and technology also a must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Ease of use must be ensured throughout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Vibrant natural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Softness in materials, shape and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Think  mac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Design 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Shape: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 themes / series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 placement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identity theme: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Harvest, plantation, seed, lemon, lime, sprout, bean, green, pea,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2004-12-13T19:42:37Z</dcterms:modified>
  <cp:revision>8</cp:revision>
  <dc:subject/>
  <dc:title>PowerPoint Presentation</dc:title>
</cp:coreProperties>
</file>