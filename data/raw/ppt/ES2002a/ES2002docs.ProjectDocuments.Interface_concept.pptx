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3A63F-FD4B-46D6-BCBC-CA1CB7C8ED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23472-3E49-481D-BBB7-8D598CE3C1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D7DC56-DDF8-4651-9998-65F1E1FEDE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C44AE2-26A6-4D51-A205-B86B165558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84A188-B53B-41A4-8C8A-276DF88681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575A4C-CB0A-4F51-BBD7-A06A4DA7B9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9DD9B7-3D9C-41C6-9863-F5DEDBE14A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69633-9692-4FBD-8695-B9A1C15BAC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87521B-446A-4931-A1BD-868D6AAD46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46698-59C0-4C12-B736-952A971A0B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0FC543-08E0-4E31-A990-CF7D2077F1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5F25EA-7D61-4D9C-8C62-EB8CC63179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1B7E8B-B502-4ADA-B48F-9F8F6E4DEF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270BC8-9E6B-43F4-8F24-E1941284EC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BB89A2-AD98-4A9A-B379-1B3C836B23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854D9A-A629-476C-9140-88E49F9DDF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ECC8B9-4423-43AF-A0FC-8C9EAF1C79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08D4FE-5DF3-43F7-A0DA-9551DA817E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8CD25-C340-4543-A421-8DC3E5EC4B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788CD5-2141-4118-A374-EEB074C037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54973F-2DC1-44B0-A843-56DAA31BFE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43D40E-4BA3-4BF9-8237-F38F1B5F77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EB2D99-8008-4A95-8775-E26C6C15C1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69436A-2FF0-473D-8E69-EFFC97E86F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5613C3-C387-42A7-AB93-65857F33422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1508BB-5066-4F15-B881-FCED005C22B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