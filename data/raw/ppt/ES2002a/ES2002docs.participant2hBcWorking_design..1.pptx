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9146CE-E070-437E-BE78-7F7683174B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91CB48-F21C-4944-9547-41366381D0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9892DB-6B63-41F6-9B91-7971A7900D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16AA8C-3144-47E6-ADFB-19AF5F63A4C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23839E-15CB-44AC-B038-406F39AA196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2EE575-47FF-43AF-AF33-28F8419DB70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A7B572-BD66-40CA-8C59-C1CACBE5EC6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BD1F90-0FDE-445D-AE1A-D9EB6E645D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2F709A-B2B7-4969-987B-B17A8EC927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884E5F-DCC1-49AA-BCF6-A0F7961CCF1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9A6043-93A0-4495-AC4E-0AAC722BD93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569BFE-35AD-4CEB-8DFE-F3E3B9DD7DC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6045D8-56DE-430C-A26C-5FD3F42F0D0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270F86-352E-4C8A-8D92-E7252A75BF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754054-42F4-4315-BEEC-9870F5B21E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96CCE2-9097-455B-B8F6-FB569B2FDDF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4E3E46-7DC4-4282-B678-6BB2215BDA8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9B93CA-57E3-4BEF-90E0-5CF9F082C2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5BC094-C23D-4625-933B-474BA6A98C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3A1B62-7EC8-4CBA-ADF7-21125C0B52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6ACFF8-B5A1-4B03-B22A-3D7E6776CD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D8D585-E089-4CB9-9154-14035D479E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174C7D-A2E3-4193-A4FA-842546605D8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C0AE5B-9A83-4BB2-9C32-7AFA96D4688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560F44A-0958-42AA-98D2-26A33CE2210D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871B46E-0C11-4AC0-8CCA-37839ABDC979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David,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Define a list of requirements for the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Create personal list of requirements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Dream up a solution to the requirements (Problems!)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Gather requirements from Team &amp; other sources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Dream up new, better, funkier ideas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Iteratively “bounce ideas off the wall and refine”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Electrical energy powers transmitter, input device and logic chip to provide a unit that checks for user input and responds to input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When user enters input (eg. pushes button) the input is captured and sent to logic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Logic interprets the input and issues an appropriate signal to the reciever based on user’s choice of input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Reciever on the other end (often an external device we have no control over)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395280" y="1484280"/>
            <a:ext cx="8280360" cy="432108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1" name=""/>
          <p:cNvGrpSpPr/>
          <p:nvPr/>
        </p:nvGrpSpPr>
        <p:grpSpPr>
          <a:xfrm>
            <a:off x="684360" y="1971720"/>
            <a:ext cx="7561080" cy="3041640"/>
            <a:chOff x="684360" y="1971720"/>
            <a:chExt cx="7561080" cy="3041640"/>
          </a:xfrm>
        </p:grpSpPr>
        <p:grpSp>
          <p:nvGrpSpPr>
            <p:cNvPr id="102" name=""/>
            <p:cNvGrpSpPr/>
            <p:nvPr/>
          </p:nvGrpSpPr>
          <p:grpSpPr>
            <a:xfrm>
              <a:off x="971640" y="4348440"/>
              <a:ext cx="672480" cy="664920"/>
              <a:chOff x="971640" y="4348440"/>
              <a:chExt cx="672480" cy="664920"/>
            </a:xfrm>
          </p:grpSpPr>
          <p:sp>
            <p:nvSpPr>
              <p:cNvPr id="103" name=""/>
              <p:cNvSpPr/>
              <p:nvPr/>
            </p:nvSpPr>
            <p:spPr>
              <a:xfrm>
                <a:off x="1222200" y="4348440"/>
                <a:ext cx="12240" cy="66492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4" name=""/>
              <p:cNvSpPr/>
              <p:nvPr/>
            </p:nvSpPr>
            <p:spPr>
              <a:xfrm>
                <a:off x="1411200" y="4498920"/>
                <a:ext cx="12240" cy="3744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5" name=""/>
              <p:cNvSpPr/>
              <p:nvPr/>
            </p:nvSpPr>
            <p:spPr>
              <a:xfrm>
                <a:off x="971640" y="4692600"/>
                <a:ext cx="23472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6" name=""/>
              <p:cNvSpPr/>
              <p:nvPr/>
            </p:nvSpPr>
            <p:spPr>
              <a:xfrm>
                <a:off x="1409760" y="4678200"/>
                <a:ext cx="23436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107" name=""/>
            <p:cNvSpPr/>
            <p:nvPr/>
          </p:nvSpPr>
          <p:spPr>
            <a:xfrm>
              <a:off x="5651640" y="3411720"/>
              <a:ext cx="609480" cy="609480"/>
            </a:xfrm>
            <a:prstGeom prst="flowChartSummingJunction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2411280" y="2298960"/>
              <a:ext cx="846360" cy="609480"/>
            </a:xfrm>
            <a:prstGeom prst="flowChartAlternateProcess">
              <a:avLst/>
            </a:prstGeom>
            <a:solidFill>
              <a:srgbClr val="ffff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2195640" y="1971720"/>
              <a:ext cx="1296720" cy="520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User Interface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0" name=""/>
            <p:cNvSpPr/>
            <p:nvPr/>
          </p:nvSpPr>
          <p:spPr>
            <a:xfrm>
              <a:off x="2484360" y="3484800"/>
              <a:ext cx="679680" cy="565200"/>
            </a:xfrm>
            <a:prstGeom prst="flowChartPunchedCard">
              <a:avLst/>
            </a:prstGeom>
            <a:solidFill>
              <a:srgbClr val="99cc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" name=""/>
            <p:cNvSpPr/>
            <p:nvPr/>
          </p:nvSpPr>
          <p:spPr>
            <a:xfrm flipV="1">
              <a:off x="2843280" y="2908440"/>
              <a:ext cx="0" cy="56376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  <a:head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 flipH="1">
              <a:off x="3203640" y="3759480"/>
              <a:ext cx="792000" cy="1260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  <a:head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7164360" y="3268800"/>
              <a:ext cx="846000" cy="609480"/>
            </a:xfrm>
            <a:prstGeom prst="flowChartAlternateProcess">
              <a:avLst/>
            </a:prstGeom>
            <a:solidFill>
              <a:srgbClr val="ffff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" name=""/>
            <p:cNvSpPr/>
            <p:nvPr/>
          </p:nvSpPr>
          <p:spPr>
            <a:xfrm>
              <a:off x="6948360" y="2980080"/>
              <a:ext cx="129708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Reciever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6948360" y="4043520"/>
              <a:ext cx="1297080" cy="9464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TV, Stero, DVD, CD Player, Radio, etc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6" name=""/>
            <p:cNvSpPr/>
            <p:nvPr/>
          </p:nvSpPr>
          <p:spPr>
            <a:xfrm>
              <a:off x="3995640" y="3449880"/>
              <a:ext cx="846360" cy="609480"/>
            </a:xfrm>
            <a:prstGeom prst="flowChartAlternateProcess">
              <a:avLst/>
            </a:prstGeom>
            <a:solidFill>
              <a:srgbClr val="ffff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" name=""/>
            <p:cNvSpPr/>
            <p:nvPr/>
          </p:nvSpPr>
          <p:spPr>
            <a:xfrm>
              <a:off x="3780000" y="3106800"/>
              <a:ext cx="129672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Transmitter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8" name=""/>
            <p:cNvSpPr/>
            <p:nvPr/>
          </p:nvSpPr>
          <p:spPr>
            <a:xfrm flipH="1">
              <a:off x="4858920" y="3700800"/>
              <a:ext cx="792360" cy="1260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  <a:head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" name=""/>
            <p:cNvSpPr/>
            <p:nvPr/>
          </p:nvSpPr>
          <p:spPr>
            <a:xfrm>
              <a:off x="5291280" y="3051360"/>
              <a:ext cx="129672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Infra Red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20" name=""/>
            <p:cNvSpPr/>
            <p:nvPr/>
          </p:nvSpPr>
          <p:spPr>
            <a:xfrm>
              <a:off x="2195640" y="4059360"/>
              <a:ext cx="129672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Logic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21" name=""/>
            <p:cNvSpPr/>
            <p:nvPr/>
          </p:nvSpPr>
          <p:spPr>
            <a:xfrm>
              <a:off x="684360" y="4059360"/>
              <a:ext cx="129672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Power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http://messenger/ami_dev/InspirationID1.htm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2004-12-13T19:18:46Z</dcterms:modified>
  <cp:revision>14</cp:revision>
  <dc:subject/>
  <dc:title>PowerPoint Presentation</dc:title>
</cp:coreProperties>
</file>