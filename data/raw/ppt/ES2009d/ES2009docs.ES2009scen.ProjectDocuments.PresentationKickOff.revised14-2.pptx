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AFC9A7-6654-4742-9D32-DBE39AEFFA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BBCEE0-FF7A-4E04-9838-CBAB972769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98865F-1FF5-4C21-97BB-916B27B515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AA4A02-A1AF-4051-AC74-2AC2F0ED27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2BAEA6-CF12-45FF-AC72-3AFEC9422E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8CFAF4-EEAF-4562-B8FD-A80932A706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116FC6-DB9D-470E-8C99-3D8A41EFA5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84F31C-DCA0-4BCA-AB57-963F28F618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D68A65-724F-45B4-8F7E-73FA77B148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C78A13-6F60-4BAE-BFBE-60B4E1F3B3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A2BF6C-8768-44DE-84CD-16C6787E6E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9A07D3-84B4-49FA-B7D6-7651D3BE82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D94026-C5D1-4A61-8268-B175473C9C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44C252-D8B9-4F89-A277-A09C7B0934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765796-C7DE-475F-BF70-A729CA2A99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258300-438A-4777-A007-E3819B1874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F6BF67-0026-4D7E-88E3-B880081D5E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972144-00FB-4024-AF7E-6F71BA82A1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4BD771-D488-49AF-8FAA-63FF365E28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473B6F-A671-4F8B-96F1-0B98ABA415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4496A6-64E7-43C3-AF51-61122446BB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105116-7B60-45AA-A33F-B8BB920CB1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7C9C4E-1A32-4C4C-A5BA-6911BEA203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8B8F0E-30A9-46A2-AD43-D5D3324C879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619A3E-1A54-4626-ABFE-01A6E8BA6EF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9CCF8F-4A9F-4545-92B8-E51AB596761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Project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IRL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Proposal for Protocol – Don’t ask, Don’t tell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Introductions, Background, etc. (have fun if you like)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Our Goal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Remote Control – Reinventing the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absolute Basics – Whiteboard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Write down the name of one of your ‘desert island discs’ and why you’d take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TV show/Movie you like &amp; Why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Something you love about Edinburgh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Your hometown and something you miss about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‘Something you’d like to share with the class’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Experience with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Price and Finances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Size, Function,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Marketing,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2005-02-14T16:38:48Z</dcterms:modified>
  <cp:revision>33</cp:revision>
  <dc:subject/>
  <dc:title>PowerPoint Presentation</dc:title>
</cp:coreProperties>
</file>