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7DA49D-036B-44C5-80F8-F6192C0B7E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2163A8-A830-4F4F-B58A-74C84CA39E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84A8B3-D419-4C71-96D7-CE2FCF486E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BBDFCC-1003-4E72-8EA6-60DE2047AD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AB574F-A767-4582-B4AA-04FE12D0D6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51EA67-3537-4CBF-9758-1039526BF9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F31856-5668-4BF3-8A8E-0DA69CF0B4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B388D9-B6F1-4DC3-A27E-28C9B0B0AC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A68942-D68D-41E7-995D-3613774462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B3C12D-E909-4D84-B266-F896075F13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04F0EA-64ED-4628-9D21-D630DB63E36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F3C45B-BCA5-4486-B0C1-CF03C389B4E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991043-85C1-49A0-82D1-6912470D38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66E1F8-1C96-4BFE-AE4F-8AAB042AC3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E415B9-CC6E-4BA2-830A-3635254421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E3F7FB-AD3F-43C3-8A9C-A0B96FD52F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BE2E09-5408-4FC9-B436-8A0D8A543A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2C8BD6-CA05-4E7D-8A55-968038BF13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12AD33-BA57-4858-AD45-FCDE7E6970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666F36-1E08-4414-908E-E1B3B15DEA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4919BC-699B-4AD9-9496-689F822B5B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6F77BE-3EF5-4E60-9A10-8726A465B3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BAF7EC-7AD1-4D0D-9A6B-BCF82603727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FB1253-E5C4-4891-9731-BEAE581311F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16AFA4-D79C-442E-8650-95D14B21D2E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177021-F1AD-47F2-9F41-5E41F727AED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Minutes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2005-02-14T21:52:59Z</dcterms:modified>
  <cp:revision>21</cp:revision>
  <dc:subject/>
  <dc:title>PowerPoint Presentation</dc:title>
</cp:coreProperties>
</file>