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8394B-3977-476A-8F48-9E6C7D7CED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2F8A8B-83B1-4F47-9FC0-77FE7E9876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5D70C-59E9-48B9-9098-0FBF1B41FF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7C671F-DFE6-44D4-9AA6-7695E90F86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916005-1D68-4D8B-8CBA-2D19F1242E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621BE6-DE13-4302-8FF6-05B7853306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F0D3D-9E22-4728-A534-89402422DE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9F100B-1438-4E43-9989-37879A37E2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5F1EAA-1AE3-469F-AF25-E45C405E15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831A71-9A7A-40AA-B008-2E20FF5DF0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323D3-E266-4C7A-A335-D05B729005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46015B-F386-4D5E-A4CC-8517F42BB6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B26B4C-0273-43B8-A8DF-6AF2F505CA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F82AE6-B3E2-420F-88FD-5AEFA77F72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42A671-B01F-43FE-BC95-0903BF3220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F29ACC-442A-4FA4-9424-674C02EEB2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441F97-EF9A-4E89-A3BF-047B6F0F67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3995F-F324-4B9E-BB2F-4EF7A3969F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8C2604-41E7-41A4-BDC9-6ADA10F108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5FA7F0-4E70-494E-BF0C-D22B84DC7B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2D528A-3951-408E-A596-CE5CBFE322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D201D4-FE62-4A0A-9D5C-951C6CDBDF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158FD-78BD-44F2-B066-CF6C43344A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003972-A59C-48D8-9AF5-A1297F5E78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5F3FB8-D036-48EE-8A32-CD527B8A99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9A1241-FEDE-44A0-911F-4358BC849F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2005-02-14T18:03:47Z</dcterms:modified>
  <cp:revision>12</cp:revision>
  <dc:subject/>
  <dc:title>PowerPoint Presentation</dc:title>
</cp:coreProperties>
</file>