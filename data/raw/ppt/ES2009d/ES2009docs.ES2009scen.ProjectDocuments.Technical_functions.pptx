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53D8C-AEA7-40D6-AEDB-6BE2CBE3DB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F4EBD3-7A3B-4389-BACE-3928C2AF47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9579C5-FF80-4C9B-9ADB-9B41FFC29D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2BC18-7897-491C-996A-EE8814EA8B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FD915-E36F-4A9E-9B46-9D018425FC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EAF1E1-E7CA-4F70-BB63-67856F9CD2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81CE7B-3C61-47F2-94E3-A0969C4793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D3D57C-0330-4040-BD80-AB3C77E0AE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A38AD6-43CD-4DC6-A9C4-94E6C28E90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0036E3-CF6E-4975-B4FC-8C7E6078EB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568A75-23F3-4139-97D7-A9B14B1E10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ED0F1-1EF4-456A-9C15-8BDB01CF9D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16FCE5-AAF6-4CCB-A6C0-3B18BFFF8C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FB3FE8-5472-400A-B980-FC8EB9A582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7EC42B-BC0A-4FEA-BB34-FD395BE6DD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0F48AD-EDBD-4881-BA02-3A9F15AA55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1555DD-38B4-4B14-8867-AF4219D284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35B06B-23D7-4C0F-AC06-5BACC305BF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9B9BE8-9EC5-4752-B308-9997BC302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41806E-2EF4-4D48-91CF-C689674866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1EA2A9-718F-4483-9EC3-0EDC620120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CAA27D-E7DD-4809-9B05-BEA3E6C2C2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5441C-9B6D-488D-95CF-1BE7E6AD0A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4D9A64-A014-4952-8197-D0FD503B39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F97D70-9A6B-4FBF-97D9-B6D096871C9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F3FC2A-7D67-46AD-9A70-C4A94ADC538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2005-02-14T17:52:37Z</dcterms:modified>
  <cp:revision>11</cp:revision>
  <dc:subject/>
  <dc:title>PowerPoint Presentation</dc:title>
</cp:coreProperties>
</file>