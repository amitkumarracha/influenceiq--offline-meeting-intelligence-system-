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E84AAD-7B36-4751-BCA9-C23A8A027F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5CC24-E194-4823-AEB9-3B6F65C421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64BB4-C9C5-4914-8E75-B9AB65E49A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BBA7D-BF28-4472-BD27-BDA0A9C32D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33DC4-CDAC-4482-BB06-44BC71EFF7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0CFDA-300C-4AD0-85DF-DC0EFF0408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9BACF-0E0B-4BAD-80A9-2E0C149052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800B8-2BD2-4031-9499-6BD5CDF8C2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32136C-C0B1-431C-B453-F5255C6472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C357FF-2726-4C60-86CB-2775B4B133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27047-2CDB-47BC-865B-5C1D4D18D3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61C9A8-0314-4AA8-B898-E53D449C3E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976B6A-4D5C-4311-BB2C-7ACDA7CC72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8BD39C-7B0F-4998-BFBD-C0B0EE48DF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2E5750-357C-4FC9-A6B6-871852FEBE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EC911-C29A-4B76-A257-D535BFD4EE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A33C8-96E2-4DFD-A8C3-524C7C4C98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02574C-789B-4575-9FC6-29F966326B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E89584-565A-407C-B7B3-BC693EA8C1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141612-2BBD-4E7C-919B-6A244F36DE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4D3F86-840D-462A-8F7D-FDDCB4294C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FE215-A15E-425A-A4EB-D37CC4B7EF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B37D07-F249-4DD6-9EFD-83BD3E97EC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93E0A3-5578-4EA8-A6FD-841F854A2A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CAAD39-3A4E-4930-A045-26336FD0D09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848CB8-200E-44D5-A85F-C804632CF8B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 Mr. Participant 2,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Energy source – lithium or solar cells??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Case – plastic, rubber or wood?; flat, curved or double curved?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– multiple scroll buttons are possible (cost more b/c require multiple chips). note that, if you use a rubber double curved case, you must use rubber push buttons. Touch screen = many chips = ££££.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Infrared or “visible light”?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 aka “chip”, TA11835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very limited by what our current manufacturers can offer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look to other manufacturers or just make do w/ what we have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Visible light signalling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Variety of case materials to suit different tastes (but not different face-plates)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2005-02-14T19:55:32Z</dcterms:modified>
  <cp:revision>11</cp:revision>
  <dc:subject/>
  <dc:title>PowerPoint Presentation</dc:title>
</cp:coreProperties>
</file>