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BD4520-CCF2-4D41-B4D4-1AD084977A4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7C8843-767F-49E8-9055-60A544708B8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2E1779-6648-43E4-B481-DFC9697B292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C0BD5E-F55A-4B56-A339-FE06E500C42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1568D3-C1E4-4BE0-81B1-52E07F45407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8798B4-EF42-43A7-83A0-F121842E69A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D1C1A9-FB9D-4F3B-BB98-D5DC50D9CB1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A6C7BD-550C-4860-A9EC-91264698D30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77BB0C-F526-444A-84A4-8CE9C8AFAA2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E2878B-9C64-462E-9CCE-8E8CD991231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696FBF-5566-4F95-986D-DFB6DB659AE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CE59C1-9467-4DE7-A793-7733C370279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06750C-4DC9-4A1A-8161-53A172D8975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AB9740-22B1-47F3-A551-7D083719B1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724339-ABE2-4567-996A-09E756A8287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DDEC3BF-7E2A-4B1D-90D3-3214BB4355D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653AA3-B59F-4A56-918A-926DE994750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465BBB-02FF-4C23-88F8-E2001124289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4D41E2-36CC-46C1-834C-ED259A04788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3AB2089-B6B8-4195-9DD1-A57BAB52A5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B58396-7051-4552-9499-5677AB666F6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48BA6E-EA2F-49A9-8108-9E2494B3AF7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191D77-B9C1-4A0A-9E1F-E908BF33172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A3F2A7-66B3-4FB3-9EF7-709BF6771EE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A28353F-F4DB-44D0-99E0-41DBF6AAE5F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9BD57E0-131E-47E6-BED1-14DB5837FBC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Sara, 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Function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does it work the tv?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is the interface intuitive?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Technology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do the features work?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Aesthetic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does it fulfill our visual style requirements?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Function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Turns on, changes channels and volume sufficiently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Interface takes adjusting, but works well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Technology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Features selection solid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Voice recognition work within acceptable range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Aesthetic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Is unique and organic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graphicFrame>
        <p:nvGraphicFramePr>
          <p:cNvPr id="101" name=""/>
          <p:cNvGraphicFramePr/>
          <p:nvPr/>
        </p:nvGraphicFramePr>
        <p:xfrm>
          <a:off x="2771640" y="1484280"/>
          <a:ext cx="3456000" cy="4608720"/>
        </p:xfrm>
        <a:graphic>
          <a:graphicData uri="http://schemas.openxmlformats.org/drawingml/2006/table">
            <a:tbl>
              <a:tblPr/>
              <a:tblGrid>
                <a:gridCol w="2448000"/>
                <a:gridCol w="1008000"/>
              </a:tblGrid>
              <a:tr h="79236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Requirement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Success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280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Power On/Off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7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068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Channel/ Volume Up/Down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7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460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Paging Function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7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136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Settings Menu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7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068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Voice Recognition of Primary Functions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6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280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Spongy Feel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6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280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Unique Design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7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316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Ease of Interface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4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2" name=""/>
          <p:cNvSpPr/>
          <p:nvPr/>
        </p:nvSpPr>
        <p:spPr>
          <a:xfrm>
            <a:off x="1835280" y="1341360"/>
            <a:ext cx="6048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ffffff"/>
                </a:solidFill>
                <a:latin typeface="Arial"/>
              </a:rPr>
              <a:t>Seven Point Evaluation Scale of Product Objectives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2005-02-14T21:26:40Z</dcterms:modified>
  <cp:revision>15</cp:revision>
  <dc:subject/>
  <dc:title>PowerPoint Presentation</dc:title>
</cp:coreProperties>
</file>