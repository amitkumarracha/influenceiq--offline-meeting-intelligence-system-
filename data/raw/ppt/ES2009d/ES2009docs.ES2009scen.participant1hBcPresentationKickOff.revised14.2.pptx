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0837BF-EA51-4FB7-A180-3A619A6DFED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9DA340-D708-4FC0-BF2A-8AD46895604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02AFFC-DF38-4ACD-BD78-19A009FD82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872208-B270-4A7C-B520-27ED6EC52EB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CABB45-CF47-4097-A2BC-B66D21D522E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528F21-4144-4AF5-BAFD-5B9E35EE652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991007-A255-4F80-A9E7-7F70379F5E3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C873CB-FD48-4940-B08B-0758323AB2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913408-7EB5-4707-A230-B69005D80E5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A5BA9E-2A15-4BD9-951F-8A1B3F3D9B5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A6FE1A-E3D2-4959-B12D-66EA176F76F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0EA844-F66A-46AB-B1E0-2DEB3EA0CE6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7A178C-7484-42D5-92F0-8159883F6F8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5252CE-BA22-44B9-8F67-3826AE922C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CA13AD-9EA1-4C36-B2C7-7CDEA67599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DB2375-073B-4713-B6BF-FB195C816CE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D80CDE-4279-4392-A929-AC75FD542DC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FF5777-08AD-4B0B-B496-43CA4EC37E4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DF436C-4BA0-491C-B848-A4D95E5CBEB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D788BF-8658-4BAC-AA8D-A4FCCBDCC3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F32BD8-94F1-41F3-A090-256311D0A6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9AA18A-83F7-4B1A-BC6D-FFE81D7F93F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EE9DC6-31BF-4562-B036-DFC396C5728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9454AE-58DA-416C-80AB-4F1073E8BAA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0C17585-32B0-495E-9CB9-B56B1E5BA50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E63B3C4-DF12-4512-A9DB-9C6FB15D188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Remote Control Project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IRL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Introductions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Proposal for Protocol – Don’t ask, Don’t tell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Introductions, Background, etc. (have fun if you like)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Our Goal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Remote Control – Reinventing the Wheel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 absolute Basics – Whiteboard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Write down the name of one of your ‘desert island discs’ and why you’d take it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Or: TV show/Movie you like &amp; Why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Or: Something you love about Edinburgh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Or: Your hometown and something you miss about it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Or: ‘Something you’d like to share with the class’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Experience with remote controls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Novelty?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Price and Finances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Size, Function, etc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Marketing, etc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2005-02-14T16:38:48Z</dcterms:modified>
  <cp:revision>33</cp:revision>
  <dc:subject/>
  <dc:title>PowerPoint Presentation</dc:title>
</cp:coreProperties>
</file>