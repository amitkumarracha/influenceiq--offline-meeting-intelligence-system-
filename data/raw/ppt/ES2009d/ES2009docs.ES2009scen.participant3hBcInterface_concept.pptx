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5DBA3E-60A0-489C-B52F-9734FA6CB7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319060-E95C-4D42-9630-E9048E78C3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D9E5E-76C6-4709-8AE8-A973F8C60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B2516-132F-4104-B97E-DDFA10BB24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2C1A39-B248-4585-A327-C1851BBCED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44D2CB-8596-4D95-B6A3-E6F768C4E0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0B3CD1-5B6D-4ECB-9369-A5371D93A2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D7746B-CCAF-4053-AD5A-918179AD9F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ADD738-D128-4888-8836-80A8B5E1D8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16FD3B-04EB-4DAF-A181-59D48AD36F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3876EA-F6E9-4A70-9CCD-D9C011525D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276603-0B64-4E2E-8D24-31C8199123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54CA36-396F-403A-B1F9-71A0DA586A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6AFDFF-FD5D-4223-A508-3CEA20DC1C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0D424-E81C-49E9-89D2-CCB78EF686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08BEC1-51E4-4D24-9725-08B9251AF2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8D5BFD-E86C-4DF9-BA02-3401725243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8FF81D-28F4-4C73-8264-0B788BE466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621BE0-7BC3-4DDD-B12B-B014D2AB09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B12F26-EC90-4F8D-B7EF-35D688D0F9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A6E938-78C8-4F2F-92D9-04EB2C6942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BE1730-5FC6-44B3-98DE-86DA949976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379CD-65B4-4DE3-A304-0925AC0936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3AD743-FDD6-4842-A56F-AD2ECB04E2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C93252-F0ED-4677-843D-355CB304AC9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B6754B-C9AA-422E-AD29-E2AF8C0C23F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2005-02-14T20:01:57Z</dcterms:modified>
  <cp:revision>10</cp:revision>
  <dc:subject/>
  <dc:title>PowerPoint Presentation</dc:title>
</cp:coreProperties>
</file>