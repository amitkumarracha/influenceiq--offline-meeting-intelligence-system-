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052816-9E9F-454C-B5C1-6770CE18E2A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FDAAFF-A291-40E9-90BE-00369555BB9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9997DA-39A2-444D-8910-DA6236B9F7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16D6B7-8D02-4423-A3E7-362CED66AC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B4452E-2C1A-468F-AEC2-65B0CD01394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E61551-D4C7-4032-8B3B-5E6BFA69FB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83AC55-81AD-4700-8015-639E6FB2CA9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F7DDD7-4FF1-4893-B780-BCBCE9EBBE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F2FCCA-C82E-401C-9350-E630053EC4E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668E9D-5D57-4C3B-B660-F7724E39729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2D0F3F-4530-4A4B-823E-BF8F7349519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345B11-F873-44B7-A996-CA2BAFBF809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C9F5D5-8EC7-453D-84DB-4E48E02BF3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633D31-0859-4B77-A192-81BEE349C4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788C55-C5B7-44CD-A346-8D91F7B4486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1C680D-6B8E-47BB-845A-304B63C4EB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7929FD-F32B-41EC-BDE5-99EC11A069C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936B91-FC65-4262-BBA9-9E55A83C9AA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8EC41B-0B60-4442-91E3-4906A4C86A6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FF4B956-D9E1-4AD4-8E91-DDC20F2A3B1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0B4579D-E248-451C-81B5-D6E5A24503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292005-AA2B-4827-89C2-644CB8FC25F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9B04105-5B44-4301-9F0F-84804DBBC2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1D86FC-EF41-48C5-9DF0-C790E6531AE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0E188C5-69DB-4CF2-980A-619D872618C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8A8BE88-48F0-47CC-B26C-8F08763BA9D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"/>
          <p:cNvSpPr/>
          <p:nvPr/>
        </p:nvSpPr>
        <p:spPr>
          <a:xfrm>
            <a:off x="1333440" y="4203720"/>
            <a:ext cx="184320" cy="57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Broad Guidelines from the Board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Findings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Project Questions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Guidelines (restrictions)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Television Only…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 the Company Colours (black and yellow) and Slogan must be present…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No Teletext (?)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ID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UID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Presentation by ME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Need and Desires for the RC?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Who are we selling this to?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does an RC work?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it better/smaller/faster/etc?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How can we make it sleek?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Bearing in Mind…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6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Since it’s only Telly-Relevant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How Slick and High Quality can we make it?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Extra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Ideas from last time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Paging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Touch-Screen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Faceplates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2005-02-14T18:14:39Z</dcterms:modified>
  <cp:revision>21</cp:revision>
  <dc:subject/>
  <dc:title>PowerPoint Presentation</dc:title>
</cp:coreProperties>
</file>