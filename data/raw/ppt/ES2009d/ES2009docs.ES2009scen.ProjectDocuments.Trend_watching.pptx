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A6B0E4-C9A2-4A79-9A4D-1529498588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9488AD-2E96-4303-AC95-AC36567BE8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4544ED-6525-4225-A4BA-63FA0A6DAA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7D73D2-B8FD-44FC-9D89-4016D788F8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B89C50-7CE7-4314-AEAF-435305CF97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A6CBBB-77C8-482B-BEC0-2503894190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1249F0-2DF9-47FC-A8D8-76544B8BB2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892008-D82E-4941-BDD7-436BB9D81C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5BA033-5996-43B2-B3B3-FC3027E3CC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C5CAC0-DFD6-4920-A097-C8D211F582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A3ACBB-1B6C-42F5-8EE1-372D35D17A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4ED5BD-7EEB-4525-A038-B72C7999FA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68CD03-A8C1-4F11-8C8D-E473AFC8B7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2A3924-E20A-4057-B3D1-7FC101B958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AE2E46-0E15-47F0-B70E-8B787F6A44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B4B6F2-031C-44F7-AB42-EF677B2271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2598E7-1772-4C67-B0E6-78A0330625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C5C993-965D-49EE-97B9-D198A42837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71A0F-215C-4B5F-95C2-492FC38074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E2A096-F35F-4BD2-9C63-EB321794C9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238431-C38F-49F9-B376-8DE473936A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B7CD72-08C4-4C84-9E5C-967AF82C10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E8924F-AFFA-4670-A1D4-B882F5D8FB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3492CB-C38A-4E86-8B5A-EC0AD5423C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3424277-2864-4E5D-93C7-42F4AB0E899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88729C-4D5E-441B-8CFC-C8D1B67C6A4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 at remote control market demands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visual style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technical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current trends in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interior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advertising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Aesthetics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fruits and vegetables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spongy” feel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innovative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 clean lines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Fancy” design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Natural curves and colours to include current style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Reintroduce skin option, perhaps soft leather casing? Print cases?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 graphics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2005-02-14T19:58:37Z</dcterms:modified>
  <cp:revision>10</cp:revision>
  <dc:subject/>
  <dc:title>PowerPoint Presentation</dc:title>
</cp:coreProperties>
</file>