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B75AF3-83E7-4889-B1E2-A2E6ABE587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22AEE2-4FAF-483A-A982-9786D4CDC7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9A5102-4C24-49ED-AED2-55115D8411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D57050-14AE-42A8-A60A-0B8D80FCE3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57DBED-4FE6-41AF-A4EC-F389E80A98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4414E-4D7E-469D-82B7-5B5FD0500C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EF83B7-903C-45C2-AE0D-C3F4D636CC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F6BDE-F2D4-4EC9-A429-758F1BBDB1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D95E4F-3289-433D-8C54-40D4D72CD8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14DAFE-79F2-40BC-AAD2-27F9AF3ECC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3D9BE2-A459-497E-A15B-317EFFBB2D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3F197D-BF4A-4A8F-8BED-8A5E2F99E4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41A883-567E-47D7-84D9-787900CAF6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D75ABC-C0ED-427A-9540-12E5842691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3208BA-2439-4402-92BC-C931C190EA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DC997-791B-436E-94F9-E858D937DF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3EF51D-433D-4545-A46E-546DE73FC5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6FFC96-52D1-4D8E-B9B7-B0940ECDF4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0EBA0B-3E3E-43C7-876B-54AB40D833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92C9E4-A3E5-4259-B146-194FAD14CC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D697BC-F5EC-4962-8F61-4AC3CABF1B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67EC6A-8A6C-4E5A-A999-790F3E5A7C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F79D4B-A710-4FC5-9B98-FB20DE08D8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B9762E-D303-4A99-B4D3-BF34BEB311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B562E8-C2AD-4F92-84F8-DFD6F14119B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D91258-B6D1-48F6-A3E6-8999811FDBB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Research Marketing Reports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Testing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Primary uses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Behaviour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Questionnaire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Rank features and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List likes and dislikes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Survey future features options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413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functions ranked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frustrated by losing remote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75% find remotes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 75% of under 35s would like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Primary functions should be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2005-02-14T18:16:14Z</dcterms:modified>
  <cp:revision>15</cp:revision>
  <dc:subject/>
  <dc:title>PowerPoint Presentation</dc:title>
</cp:coreProperties>
</file>