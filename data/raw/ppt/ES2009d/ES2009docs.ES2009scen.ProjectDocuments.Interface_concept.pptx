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722F0D-4569-4ADC-982B-A8B1A4A019F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376F95-3E61-4FE3-B7BA-A69313AA48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6ADF9D-DD48-4D09-8AA5-E26F10E915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66E980-44C9-428A-B818-EF5DAE60F2A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6BE0FB-8099-46B6-A334-5818348F336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772D6B-435C-4FFD-8FAC-D75978DAA4F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94030B-844E-4BBE-960A-56D7E2BEC1E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93C01A-F8A9-4EAA-A59B-398BE278783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9640A2-0402-4C08-BE3D-14849D4010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32CCCA-CC1A-42BB-885D-542F0C95AE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D8C735-3A66-4968-A51A-90343BCDA66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94541F-2083-4F3E-A93D-8190A91D8E0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F5DB3B-BE6B-43F7-B00F-43C45A1BC0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D1EC12-3626-4BE0-9C3D-B8D3B902BC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D72760-F592-45C9-8590-B6DB69D6E1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0B4D8E-CC1F-4167-9FE9-FADD210B2B2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662236-5BCE-4011-AF07-F0276391BA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E4556E-C88C-464C-BF08-2198DE32AF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73D518-AE90-4D70-BDBF-FF3EF26B96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B76223-329F-430E-9CD0-00580EA572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28BCEE-07EE-44CE-A4F7-982627423A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F55CE7-BA0C-44F8-8796-FE0C7F6F89D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5AA134-8792-4580-9DBF-4F3D119CC01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E66585-B21A-43C3-8E3C-161AF66E44A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E7CC052-E41D-416F-893C-E5C25E6C1B9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254B7A7-1FC6-46F5-B95C-8DFDA6355E8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://www.apple.com/ipod/specs.html" TargetMode="Externa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User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aspects of a computer system or program which can be seen (or heard or otherwise perceived) by the human user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commands and mechanisms the user uses to control its operation and input data.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Remote Control Examples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9" name="" descr="Photo of a set of remote controls"/>
          <p:cNvPicPr/>
          <p:nvPr/>
        </p:nvPicPr>
        <p:blipFill>
          <a:blip r:embed="rId1"/>
          <a:stretch/>
        </p:blipFill>
        <p:spPr>
          <a:xfrm>
            <a:off x="1116000" y="1484280"/>
            <a:ext cx="7201080" cy="41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Voice recognition: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Stores Up to 80 speech samples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Record own verbal labels connected to remote control functions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 spinning wheel with LC display: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2" name="" descr="iPod 40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7236000" y="4005360"/>
            <a:ext cx="1314360" cy="1828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A scroll button with integrated push button (such as in modern computer mouse) at the side of the remote: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3059280" y="2565360"/>
            <a:ext cx="3095280" cy="3027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TV remote control for special user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Program in only the channels you want your kids to watch - all others are automatically blocked!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Program in up to 10, 4-Digit channels. Dedicated buttons make getting to channels easy.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Secured and hidden programming and battery covers protect your settings.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>
            <a:off x="3419640" y="4005360"/>
            <a:ext cx="1730160" cy="1911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IV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pc="-1" strike="noStrike">
                <a:solidFill>
                  <a:srgbClr val="ffffff"/>
                </a:solidFill>
                <a:latin typeface="Tahoma"/>
              </a:rPr>
              <a:t>Big Button, Oversized TV Remote is the largest universal remote control available!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pc="-1" strike="noStrike">
                <a:solidFill>
                  <a:srgbClr val="ffffff"/>
                </a:solidFill>
                <a:latin typeface="Tahoma"/>
              </a:rPr>
              <a:t>This jumbo universal remote control is almost impossible to misplace or lose.</a:t>
            </a: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 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1" name="" descr="Large universal remote has big high contrast buttons."/>
          <p:cNvPicPr/>
          <p:nvPr/>
        </p:nvPicPr>
        <p:blipFill>
          <a:blip r:embed="rId1"/>
          <a:stretch/>
        </p:blipFill>
        <p:spPr>
          <a:xfrm>
            <a:off x="3276720" y="2852640"/>
            <a:ext cx="3095640" cy="2857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Slightly larger than reg. IPod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Hard plastic casing (stylishly curved)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Changeable casings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Touch screen interface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Go To” Buttons remain on screen at all times.  I.E. Power, Volume, “Jump”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Voice command system for advanced features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Development of new voice command system with response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Use of recognizable colours and shapes to aid recognition of feature (conform industry standards)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Programmable jokes and lines for remote to say! (FUN)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2005-02-14T20:01:34Z</dcterms:modified>
  <cp:revision>10</cp:revision>
  <dc:subject/>
  <dc:title>PowerPoint Presentation</dc:title>
</cp:coreProperties>
</file>