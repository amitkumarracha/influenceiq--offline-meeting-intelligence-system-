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54F70-B1FB-4004-A97A-B7F2253846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83ADB5-B6B5-4D06-8E77-EF87F7CE9D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BC658E-450F-4825-AFF4-98C27FBDB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D92951-750A-4C75-B161-565D13F648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D864E-8218-4715-BF94-2C733425D7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9AB49-50AE-4D68-AEB1-5C474EA182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90E0E-269B-4E33-82FE-19E8737B50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36968D-04C8-4345-8754-3BA83612A6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4A9F1-E198-41C4-B85A-F9378BD2FD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76546-3432-41C4-8949-A4EE8AB852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51160-022B-4D1C-8524-1A7327CEB8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B0A51-BF93-4E5A-9112-22477E2FE2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83675B-D041-4053-95A8-5669B6DEC9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AED7E9-AF28-4BF3-B952-4010AE7DC3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46D44-C1A4-4290-AC31-E4B7E7F5F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048F7-EA9F-41DF-ABBF-5EF9D13FD0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B4599-07E4-4AE2-98EC-CF4C940935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A8FA00-8C2A-4E98-977F-CA419AC24C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1E1903-A2D0-496D-AD85-2497C4AECF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B8F61-70F4-4D19-B8CE-BE8AEB7961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D38BB-0AA6-456A-ADD6-1E677E3DB4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BB6679-886C-467C-9E50-48AD3FDA80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81C49-5A6F-4B59-942D-D234918BC4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6AEB2-09EA-4AA2-822F-706525B5B2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79FA81-F589-4887-9400-1315F136986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74186A-50F0-4C2D-AACA-5C07EE76D9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