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70D56-F20C-422C-9112-9B2D67F0AA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AE047-F8C2-4079-A6B8-2C0869EFFE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1F68F8-4E7A-45AD-9A59-8ACBC5044D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762613-7760-4C3F-9FA7-81974118BA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FD24F3-E324-4FAB-A7E7-FB1D7EE61F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1A221F-B4DB-4EEF-8585-D967DACE33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13B0E-43AB-449F-97E5-1D34E7F096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6D5424-D804-4D3C-A640-48C2B3F816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CED3F5-91F9-40AE-8C7C-AAC0267246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38F7FC-48F9-48C6-AF3C-4BFCDA09D0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AA325C-218D-4A94-AEE4-97E963EEE5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16B56-268F-4043-A9A0-BBF9A320E1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DD337-AD95-48D5-B1AE-2F8A5B90D9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D88B52-5107-4593-89B7-EC2D4D9F3B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DDB197-F865-40EE-A5D6-6FFFCCF2F6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65967F-5824-499F-BB12-75D9B8FC73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41A588-98EC-4389-8381-A4C9720E2A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A01D21-9F26-4E72-BDD9-CBB94CF8DB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118A1D-ED95-488E-A16D-6A789167B6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37BADE-57CA-400B-A2C9-47AB7C12F7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D53211-AF7E-4486-A643-CE0F4F9B2B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29E29F-9672-490B-9A91-E0DAF37361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E02577-6062-487E-9DE9-9E0A05EFC4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51B3F5-1913-4107-92B4-2FAF9CA78D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618C73-988C-4161-A0F2-E19523BF8C7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6BAD37-E3AD-41A5-A294-E46F4F99EDA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2005-02-14T21:52:59Z</dcterms:modified>
  <cp:revision>21</cp:revision>
  <dc:subject/>
  <dc:title>PowerPoint Presentation</dc:title>
</cp:coreProperties>
</file>