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649371-91A3-4EFF-A943-BDB84FEC8F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F9ED0A-4798-4781-90E8-312B36AD90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8001D0-7790-4AB2-8B91-2B2C2F89B8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8D34A3-D9C0-485E-A6B5-1BDCBF4AAF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8BB062-F4D5-4F14-9428-7839890F58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5B64CC-5AB7-4BCA-8887-A8C881523B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9A9FF6-B4D6-45D5-8078-0DE8FA2E92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DD2370-A42B-40DC-A8B0-CE14882F45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69DA2F-BD93-41C2-81B6-84CE08AB99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5260DF-B899-44A1-AFF4-21BEE53504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68BFED-BFD5-424A-8A54-401EDECCEE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20AE26-C703-4FA0-8ACF-885E227224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C2A505-6C17-4B64-A2B9-3C10CE45A5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83AABA-C629-43DF-B08B-6E05B28E42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129A9D-7C48-4692-A1AB-8A62019B76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DBFD95-EDF2-4D36-A515-A0B74B5B3D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727C2E-2970-4FC3-952D-B6FD22DC4B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7E16A-ED66-4C2A-B56B-FF79A50B17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6B0625-BEE5-4B3C-9349-66275D6367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BBD5B4-23A6-4F65-B567-57880E9CEC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FA5EC5-BCA2-41C8-957F-8BDA063173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872A69-44AA-4C2B-9BDB-41088309D4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93E848-35CE-453A-BD65-6CA9287DE1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177AC1-20FF-45EC-B112-1E21FE2426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214F5B-8A45-414B-81CF-4A85F698B68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91EE2BD-D52F-4F42-9EE4-513EEDC25D8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 Mr. Participant 2,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Energy source – lithium or solar cells??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Case – plastic, rubber or wood?; flat, curved or double curved?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– multiple scroll buttons are possible (cost more b/c require multiple chips). note that, if you use a rubber double curved case, you must use rubber push buttons. Touch screen = many chips = ££££.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Infrared or “visible light”?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 aka “chip”, TA11835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very limited by what our current manufacturers can offer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look to other manufacturers or just make do w/ what we have available?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batteries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Visible light signalling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Variety of case materials to suit different tastes (but not different face-plates)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2005-02-14T19:55:32Z</dcterms:modified>
  <cp:revision>11</cp:revision>
  <dc:subject/>
  <dc:title>PowerPoint Presentation</dc:title>
</cp:coreProperties>
</file>