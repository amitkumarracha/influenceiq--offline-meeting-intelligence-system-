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106A43-3C23-4C27-96BF-F94CA4F5FD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8F9822-5E5D-407B-8B19-89A864D817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0BF8F3-9A67-440E-B824-836CB862E1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BDB3E4-8EBD-4D08-B5D3-356689BDE3E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07C7C5-CAF7-4E6B-A44C-8288D84BA8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EA04EC-91A2-4742-B885-DD0EDAA0F76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C31DE2-8201-4943-8944-E9C55C7C2B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395BDB-1226-418A-A178-382BC111E2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BB0701-D371-4C65-B4DE-0557909A1B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6DAA42-135A-4D62-A3FF-6DED6248B7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91EE04-09D9-48E4-BD58-D5F8B394A80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4111CA-1003-4676-B16B-CBFBA798B7E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113512-FC57-4F8E-B9F3-B4DEF45EC9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1535E3-5223-4B32-BE92-DB41987A4A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24775B-8186-4F16-91CF-160BE017A0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58308B-8FCE-44E4-A698-928AA1210D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6F080D-BD82-4E80-9C28-0532A371F19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84DA15-950C-4B23-9D4F-64A7FBB76AB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DBE6C3-B5E9-41E8-BE21-1C8D4C1429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B85AB1-240B-4A15-8B36-6A4E8D0BD7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633DF0-C2C7-4248-810F-AFA30B2172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23E162-D107-4C5D-A69A-EE675D8CF1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FB0B9E-E2F8-4878-A022-FB576A1D8E4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025E14-7857-45AD-AF2D-B8A0C4C29B4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07BCEAB-DB49-49B5-8BDF-B6668FA4252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99262F4-C144-459D-8AA3-BCC246CD699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Sara,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Research Marketing Reports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Usability Testing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Primary uses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Behaviour interface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Usability Questionnaire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Rank features and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List likes and dislikes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Survey future features options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95280" y="14130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Basic functions ranked 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50% frustrated by losing remote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75% find remotes ugly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Over 75% of under 35s would like voice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Primary functions should be 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2005-02-14T18:16:14Z</dcterms:modified>
  <cp:revision>15</cp:revision>
  <dc:subject/>
  <dc:title>PowerPoint Presentation</dc:title>
</cp:coreProperties>
</file>