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84AA42-4FBF-4570-8FDD-BCD2F367A2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7BCA3E-8C1E-4119-B388-9CA5F3E06A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21DE9A-672E-44CA-902A-6413B6AF6B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08BD7-4A92-45B9-916C-02BD5E6F55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8737C-BCCA-4621-BC6A-0A6D2AFC57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B935CC-4261-4F66-BD6B-99FC13FA37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615CD7-791B-4B19-A7C5-A8D94F6375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373B3A-A48F-43D2-BC05-71D65E61E1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EDF455-4396-46FC-A8CB-62270B9E66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24A96-3D12-4183-A94D-DB9754583C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590616-577F-453F-9B7D-B1905BA67F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E586C-4063-4356-BCE2-A7A3877F63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1E8D28-B94D-4D59-8662-DE78ED35C6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E339F-58CF-4890-AB89-04457ECB9F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CE060-BE69-42B6-9273-FC7257A56D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1B55C4-29B3-49B1-A51F-E9F69D0B1F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97E29C-71A4-4CD2-9D12-E9F7D23C79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3702D-E252-43AB-BFB4-DA6503BC09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0BCEF2-0B94-43B0-874C-79E66AA6A7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02DEA4-5779-472E-805F-C9656BD6A5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64D8DC-9BE5-4ED0-9760-8D67FFC624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0F9414-AC0A-452C-AD8D-0F982F5414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17E82F-6B3D-46B5-9303-F457CE7079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2E60A8-15B0-4DBE-9139-C0EE347FC4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46ADA7-82D0-4531-8FA8-ED7219BFD1C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6AC117-0624-4E44-8128-8F14989BC2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2005-02-14T18:03:47Z</dcterms:modified>
  <cp:revision>12</cp:revision>
  <dc:subject/>
  <dc:title>PowerPoint Presentation</dc:title>
</cp:coreProperties>
</file>