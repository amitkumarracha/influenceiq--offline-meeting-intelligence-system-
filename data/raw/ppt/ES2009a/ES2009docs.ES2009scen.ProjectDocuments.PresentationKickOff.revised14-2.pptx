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70FDF3-9B85-4A8A-B9C6-00C1A5AF031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97D47E-900E-4B3C-9F39-84A91D658F9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E3B636-8DFB-4822-83E3-091EB29A758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9F0929-5DC9-471A-8C39-57504175FC7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4F657C-B2F4-4B0E-BD74-D54FDD92595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969318-ACF7-486B-B009-D2A0908B4CD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83D4CE-2B4F-471C-AC66-5B45BEB8872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DE401C-765F-4BF4-86B3-9B3AC50C85C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D86659-65A2-411A-BB93-794B2E05049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08B03A-9415-4641-B702-55191125E18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8973D0-97BD-407F-877E-38C28A04976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AEAB45-A9B2-47D6-BBD8-BACEAB7CC5F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F42342-2CD1-4845-A20F-FA8F0BA716F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C99AC9-7812-4CB8-8017-152416934B2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409660-5CF6-42A0-A948-69675CE8B8A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F228330-42C4-47E5-8FAB-D3AFD6EDB30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BAAA4F5-3F13-47A2-9E90-61BE99BA65D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11DF90-ECF3-4F89-8217-C8FC646971F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540F5F-35D7-41CB-9485-E824FC256C8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D99DADF-0840-4B78-B6C0-21C75F29853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661F26-51EE-4444-A1F6-91D0D8381F8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4B3287-BCF4-4213-9836-DF3C538DD0E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1BD322-59BE-44FD-B0D8-E6E6E30B39D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65C1312-9DB6-4B2A-B516-F7F173D5257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0397F40-CB04-4F8C-BF4D-DCDA1D5DA5C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0356108-EBF8-42A5-A1C0-E4E74553D67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Remote Control Project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IRL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Introductions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Proposal for Protocol – Don’t ask, Don’t tell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Introductions, Background, etc. (have fun if you like)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Our Goal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Remote Control – Reinventing the Wheel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 absolute Basics – Whiteboard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Write down the name of one of your ‘desert island discs’ and why you’d take it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Or: TV show/Movie you like &amp; Why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Or: Something you love about Edinburgh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Or: Your hometown and something you miss about it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Or: ‘Something you’d like to share with the class’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Experience with remote controls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Novelty?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Price and Finances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Size, Function, etc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Marketing, etc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2005-02-14T16:38:48Z</dcterms:modified>
  <cp:revision>33</cp:revision>
  <dc:subject/>
  <dc:title>PowerPoint Presentation</dc:title>
</cp:coreProperties>
</file>