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1A3B08-5CE7-4A6A-ABFB-3BABFD466E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17164-6A38-46D5-9661-810ACDFFF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638BBD-EB36-4A6B-9D3D-5D2AA32C57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F7386C-70C9-4DE0-80E6-59EFA60E01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9B100-FA52-4686-876E-0D03DE8248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870CF5-B73E-4213-9047-96D8F84A8B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9494A2-43B9-449F-9C4A-49113E12A6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83BC32-44FF-4FF6-869B-C0BD9F1544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92A2E1-4212-4D7C-94CD-2119F6854C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8C058-E170-4A21-81CD-4057B54A4C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D83807-2585-4361-872E-7CD352AEA00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3B708-8DA8-4B35-8913-E423535520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51A6CF-3C6D-4413-A807-6B1AA10DF8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B17ADF-64C0-42B4-8A0F-68EF70FDCB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01F25-C338-4A50-B913-1EE0E73DE4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C6A5AC-A7FD-41FD-AAC2-AAADBA9FE3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E679EA-E4C9-489E-9711-5179851AFA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0B9372-F8CD-4177-B15A-851D8D300B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59E991-F9AA-49B9-9EF4-F3A4130460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994A1C-D483-413D-B37D-BA74794647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A54828-0E0A-410A-A5CA-D302A0B712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B5ACE9-149F-4AEC-9B85-3D0D87E229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A8499F-033C-4DEE-AFE9-CBB3648AAA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F83692-C381-4997-8284-2C64029E87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07B3EF-D139-41DB-89B8-677C3171CE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17C1E5-DF60-482F-AADF-9C4EAF9505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work the tv?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is the interface intuitive?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the features work?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it fulfill our visual style requirements?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Turns on, changes channels and volume sufficiently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Interface takes adjusting, but works well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Features selection solid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Voice recognition work within acceptable range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Aesthetic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Is unique and organic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2771640" y="1484280"/>
          <a:ext cx="3456000" cy="4608720"/>
        </p:xfrm>
        <a:graphic>
          <a:graphicData uri="http://schemas.openxmlformats.org/drawingml/2006/table">
            <a:tbl>
              <a:tblPr/>
              <a:tblGrid>
                <a:gridCol w="2448000"/>
                <a:gridCol w="1008000"/>
              </a:tblGrid>
              <a:tr h="792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Requirement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Success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Power On/Off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Channel/ Volume Up/Down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6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Paging Function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13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Settings Menu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68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Voice Recognition of Primary Functions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Spongy Feel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Unique Design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31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Ease of Interface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"/>
          <p:cNvSpPr/>
          <p:nvPr/>
        </p:nvSpPr>
        <p:spPr>
          <a:xfrm>
            <a:off x="1835280" y="1341360"/>
            <a:ext cx="604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Seven Point Evaluation Scale of Product Objectives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2005-02-14T21:26:40Z</dcterms:modified>
  <cp:revision>15</cp:revision>
  <dc:subject/>
  <dc:title>PowerPoint Presentation</dc:title>
</cp:coreProperties>
</file>