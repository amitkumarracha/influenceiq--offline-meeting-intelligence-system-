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248EE2-29C3-427A-AFB6-E77831E40E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2F7B87-8E25-4DC0-A214-38181C680E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055AE9-77ED-4F8A-B18C-C2AB326E70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5C1D88-07EC-460A-9FB4-B3707F77A4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192FFE-AE04-40C2-82AC-7AF06C5341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4EDB1F-77A8-45A1-90FF-719E050569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59DF3C-9361-44EB-89E0-143F2A8AC5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C4FEA1-CA2E-46C1-8B0A-E14D00BADC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C950CE-3EEC-4609-A43F-1EE46C39D8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D2D1C1-F966-4AE0-A2A4-B09EC43CE7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B68372-AF0F-4401-8743-68AB9DDA3BD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A20109-ABD0-440F-AEB9-A6412123AB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424D22-065C-431F-BF2F-2BE7BCFE49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A60FE9-6C6F-40FF-B28E-05FC59D538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BF534A-82F7-4752-B91E-270B917F28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778A5C-07B9-435E-8BEA-2830717044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71364E-A7F1-454C-B4B1-B504EA28E6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88B25B-04B5-4E24-AA8B-E951F08F53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453037-5CA2-427D-8290-21C612DC83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9A8283-6EEB-4759-98F5-BD7683D6B0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3B9654-F2CF-4304-815F-EC8B8B5661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96CFF3-48FE-4CC2-B49A-15EF17AA89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06C8E2-A909-43B9-8D3E-8C0BEF67F4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A7E7F7-F94F-4B7C-8611-C14D52DC3B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00FD1A-D86C-4CC8-8192-7252B4C3719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A06228-523F-4CF1-8123-DC2DF5A031D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"/>
          <p:cNvSpPr/>
          <p:nvPr/>
        </p:nvSpPr>
        <p:spPr>
          <a:xfrm>
            <a:off x="1333440" y="4203720"/>
            <a:ext cx="1843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Broad Guidelines from the 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Findings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Questions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Guidelines (restrictions)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Television Only…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 the Company Colours (black and yellow) and Slogan must be present…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Teletext (?)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ID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UID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ME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 and Desires for the RC?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are we selling this to?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does an RC work?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it better/smaller/faster/etc?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it sleek?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Bearing in Mind…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Since it’s only Telly-Relevant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Slick and High Quality can we make it?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Extra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Ideas from last time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Paging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Touch-Screen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Faceplates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2005-02-14T18:14:39Z</dcterms:modified>
  <cp:revision>21</cp:revision>
  <dc:subject/>
  <dc:title>PowerPoint Presentation</dc:title>
</cp:coreProperties>
</file>