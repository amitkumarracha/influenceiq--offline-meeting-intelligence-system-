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3C4F0B-2DC5-4B9A-81FC-D855DA29E6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1195E2-88AA-4E87-93C6-14E7CFC299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A19284-3F61-4D54-95F3-EE555DF7C8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30CDE5-881B-4E25-88DB-49E266E80D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26770B-003C-4412-95A2-7B8A0ACD5A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17485B-AACF-4C47-B6D0-190E499519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512914-7AA0-45CA-B7CA-24AB780E90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26F689-5AEA-4D4D-9A6D-4264DE4298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DF576A-C919-4EFF-8494-59735E157B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62CC23-5B0A-4952-A663-3A5A8BA127C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E17711-8763-42B1-9F99-4C28E917A22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BDADFD-6FE3-421D-90F7-8E4E6AD80E0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C4E7E5-CBCB-48D3-8430-2F742DF6A4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5A3249-A9C6-4440-8932-F8DEC6EE2B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B3C160-8FBA-4298-8802-69B5B1B2C5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1051F7-7595-433D-A737-95742072ABC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3E91AE-8854-4FE9-A369-ECB7AE2C74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0639B0-5BFE-40BB-BB7F-C3826DD8A3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45C622-69E6-4482-B64C-DC1776D733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FBCD36-2FD8-4C75-BE7E-FB42B766C7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DAE082-072B-44E8-9766-FAB277581A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5B9C1B-F826-4840-AE40-1C8563D87BB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73A8A0-6867-46E7-814E-9C366061748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E376E1-F499-47D8-96F5-E8B93EC6367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49CB1B2-2386-4D50-8722-0BE06F2E4C0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71BD05F-4A83-46CB-9EFF-E012FA515CA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www.apple.com/ipod/specs.html" TargetMode="Externa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User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aspects of a computer system or program which can be seen (or heard or otherwise perceived) by the human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commands and mechanisms the user uses to control its operation and input data.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Remote Control Examples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9" name="" descr="Photo of a set of remote controls"/>
          <p:cNvPicPr/>
          <p:nvPr/>
        </p:nvPicPr>
        <p:blipFill>
          <a:blip r:embed="rId1"/>
          <a:stretch/>
        </p:blipFill>
        <p:spPr>
          <a:xfrm>
            <a:off x="1116000" y="1484280"/>
            <a:ext cx="7201080" cy="41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Voice recognition: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Stores Up to 80 speech samples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Record own verbal labels connected to remote control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 spinning wheel with LC display: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iPod 40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7236000" y="4005360"/>
            <a:ext cx="1314360" cy="182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A scroll button with integrated push button (such as in modern computer mouse) at the side of the remote: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3059280" y="2565360"/>
            <a:ext cx="3095280" cy="302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TV remote control for special user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Program in only the channels you want your kids to watch - all others are automatically blocked!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Program in up to 10, 4-Digit channels. Dedicated buttons make getting to channels easy.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Secured and hidden programming and battery covers protect your settings.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3419640" y="4005360"/>
            <a:ext cx="1730160" cy="191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IV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pc="-1" strike="noStrike">
                <a:solidFill>
                  <a:srgbClr val="ffffff"/>
                </a:solidFill>
                <a:latin typeface="Tahoma"/>
              </a:rPr>
              <a:t>Big Button, Oversized TV Remote is the largest universal remote control available!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pc="-1" strike="noStrike">
                <a:solidFill>
                  <a:srgbClr val="ffffff"/>
                </a:solidFill>
                <a:latin typeface="Tahoma"/>
              </a:rPr>
              <a:t>This jumbo universal remote control is almost impossible to misplace or lose.</a:t>
            </a: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 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1" name="" descr="Large universal remote has big high contrast buttons."/>
          <p:cNvPicPr/>
          <p:nvPr/>
        </p:nvPicPr>
        <p:blipFill>
          <a:blip r:embed="rId1"/>
          <a:stretch/>
        </p:blipFill>
        <p:spPr>
          <a:xfrm>
            <a:off x="3276720" y="2852640"/>
            <a:ext cx="3095640" cy="285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Slightly larger than reg. IPod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Hard plastic casing (stylishly curved)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Changeable casings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Touch screen interface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Go To” Buttons remain on screen at all times.  I.E. Power, Volume, “Jump”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Voice command system for advanced features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Development of new voice command system with response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Use of recognizable colours and shapes to aid recognition of feature (conform industry standards)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Programmable jokes and lines for remote to say! (FUN)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2005-02-14T20:01:34Z</dcterms:modified>
  <cp:revision>10</cp:revision>
  <dc:subject/>
  <dc:title>PowerPoint Presentation</dc:title>
</cp:coreProperties>
</file>