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0B1975-5071-4203-B0F6-B742B39D89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BB42F-F733-4740-9B5C-229E6EEBD6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140EB1-92A8-4E59-8822-DB7D14EE28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2C194-5CEF-46BA-A961-21CADAE751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29C076-2DC7-42FD-8061-077087FD93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6E979C-C3CC-4628-A084-B13D8FD151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1BF078-5BC2-4039-9E10-57298548DE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730D57-917F-4ACC-B7CB-8927C50D0B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04197C-6775-4BF6-BF39-3DA22335BC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4E398C-E99B-4594-84CA-8D7820E48C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691A44-372D-48E6-AB84-5CD7BE1154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9FE77D-18DF-4107-B9C5-850E17C893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8F7ED0-96C7-493F-BBBA-436AE94897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6C27CA-A045-4769-B970-E10E5D2EAD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687010-FE69-4961-B1A3-213BD26C6F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7B34E0-B463-4FD0-982C-F989BDEAE9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D253A1-ABA3-4362-80B5-E630738A77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A3FEC9-6EC6-41A5-9F1E-79C3402081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30451B-2BAE-4C5A-B68E-9792F6BA54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BFAF94-4A20-4F40-90A5-5F7A4825B5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D03B30-DB5B-48E5-A0DB-C2314C8B73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126F56-5BC7-45AD-A1C9-667BED0B47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91D3AA-BBCA-46B3-8DB1-489796AA01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00668B-2AA8-4F09-809A-5D43AF46E4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725ECC-7980-4B18-B134-B731CAD87E0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D64256-1C55-4332-898E-87CFBF9A869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aspects of a computer system or program which can be seen (or heard or otherwise perceived) by the human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commands and mechanisms the user uses to control its operation and input data.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Remote Control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1116000" y="1484280"/>
            <a:ext cx="7201080" cy="41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Stores Up to 80 speech samples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Record own verbal labels connected to remote control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spinning wheel with LC display: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36000" y="4005360"/>
            <a:ext cx="1314360" cy="18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A scroll button with integrated push button (such as in modern computer mouse) at the side of the remote: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59280" y="2565360"/>
            <a:ext cx="3095280" cy="302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419640" y="4005360"/>
            <a:ext cx="1730160" cy="191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IV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Big Button, Oversized TV Remote is the largest universal remote control available!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 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276720" y="2852640"/>
            <a:ext cx="309564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Slightly larger than reg. IPod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Hard plastic casing (stylishly curved)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Changeable casings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Touch screen interface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Go To” Buttons remain on screen at all times.  I.E. Power, Volume, “Jump”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Voice command system for advanced features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Development of new voice command system with response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Use of recognizable colours and shapes to aid recognition of feature (conform industry standards)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Programmable jokes and lines for remote to say! (FUN)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2005-02-14T20:01:57Z</dcterms:modified>
  <cp:revision>10</cp:revision>
  <dc:subject/>
  <dc:title>PowerPoint Presentation</dc:title>
</cp:coreProperties>
</file>