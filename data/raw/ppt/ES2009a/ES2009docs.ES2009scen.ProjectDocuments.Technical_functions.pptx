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AE5A44-6ACA-4652-AF4A-49F72D7D25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402C62-476E-4D94-B92E-BAA922D75F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DFA5BB-D060-42C8-BA98-F459C0D52C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233878-D09F-4DB9-96A3-539646F826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DD16DF-955F-401B-887D-135E5B580D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A40D5E-B5B5-47FB-A43B-B577EF3CF6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7C2FBF-4309-4C32-AFC4-2F71B9428D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DDCBC5-EB38-48FB-AD1B-C22BDA5E03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61C8E1-9271-4C9F-9F96-0CD6375159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BBB4D4-AFE5-4168-9878-1030C412EB3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0EC511-1796-4CDB-94DD-74854E5EBC2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9BE0EE-AF85-499B-A0CB-F5F986B631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37B3D5-5C4E-48D6-AA18-879EDAA837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F91AFA-EEDA-4DF2-B890-1077477669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56E513-B937-46C5-8025-4E054A00FA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E2402C-137D-4EBA-A651-5619AED721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09471B-0B1B-40AC-AE93-6C19BE92C6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9822AF-8A82-4C16-B800-C01D0BA9A8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70E757-9190-4C28-BBB5-46CA4F6F62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B7302D-8665-4F87-A66E-C6777FB539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1CCAF4-B1C5-43A9-A306-836A7A1623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7F1A0A-2DF4-459C-8D75-23F7F28650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9D72AC-2BAF-40D9-825F-EAD596E0617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E4F7EF-2173-4875-8C1D-AB4CA3FC7F2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ACAEE91-5775-4FDA-A8EE-CCD964200F2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9C28BD3-0F20-4C34-9E84-05F14F04953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Requirements: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Operate electronic devices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Universal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Possibly operate several different types of devices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9999"/>
                </a:solidFill>
                <a:latin typeface="Tahoma"/>
              </a:rPr>
              <a:t>Function of a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- send messages to the television set.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Eg.: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on“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to next channel“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to channel 9“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"turn volume up"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0000"/>
                </a:solidFill>
                <a:latin typeface="Tahoma"/>
              </a:rPr>
              <a:t>Complicated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many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- user will generally have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little use as it is complicated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- BORING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6300720" y="1557360"/>
            <a:ext cx="1247760" cy="420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III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99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9900"/>
                </a:solidFill>
                <a:latin typeface="Tahoma"/>
              </a:rPr>
              <a:t>Simple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Few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Easy for user to manipulate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Cheap look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BORING!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6084720" y="1341360"/>
            <a:ext cx="1322640" cy="446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333399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68000" y="1628640"/>
            <a:ext cx="532764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000" spc="-1" strike="noStrike">
                <a:solidFill>
                  <a:srgbClr val="00ff00"/>
                </a:solidFill>
                <a:latin typeface="Impact"/>
              </a:rPr>
              <a:t>Revolutionize!!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    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00"/>
                </a:solidFill>
                <a:latin typeface="Tahoma"/>
              </a:rPr>
              <a:t>Attain the functionality of the complicated device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00"/>
                </a:solidFill>
                <a:latin typeface="Tahoma"/>
              </a:rPr>
              <a:t>Attain simplicity through a new format of display (user interface)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"/>
          <p:cNvSpPr/>
          <p:nvPr/>
        </p:nvSpPr>
        <p:spPr>
          <a:xfrm>
            <a:off x="5364000" y="404640"/>
            <a:ext cx="4038840" cy="45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2005-02-14T17:52:37Z</dcterms:modified>
  <cp:revision>11</cp:revision>
  <dc:subject/>
  <dc:title>PowerPoint Presentation</dc:title>
</cp:coreProperties>
</file>