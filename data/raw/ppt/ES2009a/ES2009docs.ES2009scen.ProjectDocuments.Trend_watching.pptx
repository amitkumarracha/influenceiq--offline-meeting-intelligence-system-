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88C665A-CE79-4E5F-AFF7-569ADFEDF3E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C452048-E2B8-475B-9787-BAD796B1529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47B705-1960-4234-8DEF-E7C3010A794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B109A6-F2AC-4E10-AE6E-6A8E8564850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DDE9B31-C7F0-4F6D-871F-9F9ADC72911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FDD312-A8D4-4346-8DFA-43DAD179A08A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7444140-35A2-4D5C-A3E5-5B36EA90AAB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4725FA4-2AFB-4E45-AA0E-6C0FF8877E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67D0D54-813E-43B8-A9A5-B0140002A4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B3F9DC-77DC-4EE9-B3AA-337C8ECBF3D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442C45-C881-4691-8255-492053C84DF1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8918A9-4BA4-44E7-907E-6F7B0520D8D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53953F1-BA28-4E20-BA5E-E75A5619D99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E1509C-4DC8-4695-B107-B727DDDD1ED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269373-7D15-4144-A7BB-9D62504547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9AAA14C-BA46-4A10-AC39-AB4F1509AA5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984E0AF-AE8C-41E3-A174-4A737D3D743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C60A48F-DB6F-4228-B959-A87E25B961D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ED3398-E363-4383-85DE-9047E029EC8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31C7AA8-3998-49CB-A07F-F46FA288978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E60991C-9AA8-488D-A059-F38593EEFCF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4DC9363-664E-47B3-A661-7606D81BE34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64743B-5947-4E49-A696-24407F468CA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8483D15-471D-4A90-83E0-1551B7DA1792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5932AF72-2DB7-46A5-87B9-F459493F591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D305474E-B5BE-4D0B-9209-4274C890E61C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Sara,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5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Look at remote control market demands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visual style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technical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functionality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current trends in 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fashion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interior design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advertising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Aesthetics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trends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 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fruits and vegetables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2400" spc="-1" strike="noStrike">
                <a:solidFill>
                  <a:srgbClr val="ffffff"/>
                </a:solidFill>
                <a:latin typeface="Tahoma"/>
              </a:rPr>
              <a:t>spongy” feel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Design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innovative 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easy-to-use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Sleek clean lines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“</a:t>
            </a: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Fancy” design features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Natural curves and colours to include current style trends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Reintroduce skin option, perhaps soft leather casing? Print cases?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Interface graphics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2005-02-14T19:58:37Z</dcterms:modified>
  <cp:revision>10</cp:revision>
  <dc:subject/>
  <dc:title>PowerPoint Presentation</dc:title>
</cp:coreProperties>
</file>