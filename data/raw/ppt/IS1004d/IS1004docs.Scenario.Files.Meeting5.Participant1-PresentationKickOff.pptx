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5BAF5-4719-4415-9F95-870AC666B4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724D8A-EF0B-4A36-9A48-23C1EB9184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6152B-D304-47D2-AB74-88640419E9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0F4296-D540-402B-ABFC-C93F2A2922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8D9D34-1CBE-4352-B7EE-7014826A8D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D66B1-8881-4CCE-AD1C-5A89C32054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ED1D3F-805F-4075-A2E8-021418C5C1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D3CB96-41A4-4821-967D-67B93A4F68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3F04B5-6B23-4987-B289-8FD1421824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78D41A-DD80-44C7-BDCB-F13B6D1CEE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12455-DE90-442D-B1CD-3E25D4CE2E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2B6A12-6AB3-4E9A-A43A-85386809D9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DC8D2D-1E61-4E54-9289-789595DFD7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E3A74-8134-443D-B32D-680EB53CF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AB102-A774-4BCB-85FB-98E9D63D34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173A9D-AF28-44FF-BF67-05CBF17E3A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9EBD5E-3E67-4087-ABB4-927F07ACE7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352A34-C4E2-4885-BAFB-BA6E822133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EBA207-1E2C-4407-86BD-F9CFED7F2A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7274D-3A81-4A24-8DBF-53010FA529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A76DE9-89BC-4787-8074-40CC2B4811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E9C4B9-4EDF-4571-819F-7E86D6F80D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6F4F0E-9CFF-46C9-BFD9-F74B9F618C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98FCE9-B15F-44DF-A2FB-24CD0B4F59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407982-D02E-4DBF-856B-AA36DBCF4389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7023AA-2703-4938-B971-58C55CCE3FA3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