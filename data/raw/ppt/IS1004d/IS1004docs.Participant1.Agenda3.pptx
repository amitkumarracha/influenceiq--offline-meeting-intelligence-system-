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44798-ED4B-41AC-83F0-4B6752202F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18A25-0414-459B-B209-D4C8B2B15F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7D139-8F62-46A5-A5B3-E3A042CB4E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BDF4F-B11F-4C4B-8D02-0EAFFFE99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50BA35-7189-40FB-8EEC-3AAB40CF8F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0211C-5F5E-46E4-B8F6-5618E39CDF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A16C3-1F7D-4674-89F5-C6134B3371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7EA1F8-9E6A-44A9-8730-F3117B7B98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912355-2743-4009-B23D-9662474F55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E9CE6F-1F44-4670-9AE8-69255A123C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B50D1-8D0D-4B73-96CF-F6CD48B3E9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1295E6-7CC5-4554-B7B1-F283E0BF83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B81EA8-8F99-46F4-B5F2-D826283AC1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E28FE3-6AB5-4938-94B3-8F643B8ED7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01CE81-11B0-4B1E-8F3F-14FA6A6B73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BADC8-2E3E-4C47-87E8-DDF4CB9F7A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AA5CCB-BA35-4D20-B105-8ECEE3DD9F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9125B7-4656-4070-B9BD-B600202098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B68D4-AC18-416E-BA1B-31D20E9399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3D2405-B11E-4EA4-AFF7-A71E8B29C1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8F52E4-2D1B-41E4-88EF-96BDE66871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303312-62EF-45BC-87FA-96C08E4AEC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9A80B5-D6B3-4C67-B2ED-873809D21A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B4B692-8948-4524-93FE-42501F782B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DB33B9-51C6-4388-854F-18E2987E2E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4B2D5F-CB19-42ED-846C-5F04AC57024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