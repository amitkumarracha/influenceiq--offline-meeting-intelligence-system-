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7FA11A-AD3F-4407-82C3-7E1233A81F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A80FF4-E130-4B08-A197-F9F2424FF9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8ECCE2-E24F-4F40-9393-4AEDEDD69E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1F72A5-5B5F-4F4E-A116-5480C7AF9F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AAD403-C416-489C-9B78-5BE2450D4F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ED6725-9984-4FF4-A101-57EF055626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04FC0F-9E2C-45EF-A2D5-B8B8EBC851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A48E1A-4B3C-4BC3-ADFA-B8108E9348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103F01-BF79-4713-9640-97381B7DB5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644FF2-B778-431F-9745-E3760F0F4A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BB955-01BA-4233-B069-CFACC0B417F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B7BA4F-0BDC-416D-83C4-24666F7734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2F6149-5DAA-41AC-A6DF-8D5C37089D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168839-CE02-4970-A29F-58F28A958C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612CDF-E76A-4B19-8D65-4053162408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BFA789-D441-4C6B-B7DB-2002320B31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AC8356-0752-46F9-8D6B-CBD584F537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274CC6-7771-4E90-932B-97550C83EB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FFDF8D-E138-41C3-8E2F-C41E3FF7F5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540EBB-182D-4300-9325-24A092347D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16391B-3639-4C2B-9005-039E487601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C89EED-FB91-49EF-B85E-EC5506A795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B33987-3C21-4496-8DE8-643F6188DC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780EC4-FEE5-4E4E-8D1C-36DA68AC43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CFD70A-D333-474A-9931-15ACF533BDC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3CBE46C-FC62-4A43-A4DE-93C6F49FC9B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2004-11-23T16:34:48Z</dcterms:modified>
  <cp:revision>8</cp:revision>
  <dc:subject/>
  <dc:title>PowerPoint Presentation</dc:title>
</cp:coreProperties>
</file>