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B95646-F8FD-4A0E-B3DA-40898BA0AA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C4BF45-CBC4-4D88-8CEC-343F464511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3A13B6-7520-4BB9-906A-E3A497BC61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090C5A-332D-427C-8BAE-90D173B2CB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4793CB-0381-48CF-9F8D-15137A733A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11EC97-2697-44C9-A411-929A1D6825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7B526E-F5DB-4875-85E4-544A18DF1F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B9C6C6-F48B-497C-BBA2-F05B0ECAD7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44486C-0071-4767-8D54-53E86F2D00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87B5E0-3F35-40DF-8918-55E5D90DC0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177FED-D43F-42DC-9F4A-9D7EB09F4CC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95CF2D-227E-48B9-ADC9-98A37E0ABE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4D0C22-8E72-4C51-BB85-4732C212B6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6DBA4E-F21A-485B-B2B6-F34104202D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E80DF6-916A-48BE-A076-035C8D8B22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200FC1-6DE8-4DA1-9C7D-B76146577A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C67C16-657F-45A7-8F2B-BEA6D54D6A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A26353-C9C3-4D16-B92C-DC975B051A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FE9984-40B5-4536-B6AF-D839BB93C1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B66418-BA75-4689-9821-AF74FADEF9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321A77-4F0E-47BC-B89F-CDABEDD170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E23727-9F4E-4071-83EA-5A8E13396E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5A52A7-FDD9-4615-B9A9-5CD1319299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CAB497-11B1-4E88-8EB2-F12EBC9AFB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FADBD4-9C02-4B31-A5BD-ABF004557C2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8D0D271-ACF2-47A2-95FA-AB34DEEAC2F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Report.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Weaknesses in the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Incorporation of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Ugly. More money for a fancier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Better design. Specially thought for zapping and preventing RSI.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are often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Young people are interested in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very small. More likely to get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Bigger size for buttons which are more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 should fit hand shape (right/left handed).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 with LCD and speech recognition systems (enough budget?)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2004-11-23T16:41:19Z</dcterms:modified>
  <cp:revision>15</cp:revision>
  <dc:subject/>
  <dc:title>PowerPoint Presentation</dc:title>
</cp:coreProperties>
</file>