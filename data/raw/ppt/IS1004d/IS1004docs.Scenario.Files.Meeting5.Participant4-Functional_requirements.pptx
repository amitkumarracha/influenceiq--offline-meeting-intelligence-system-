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C9939B-C392-486F-8EF0-F2282CF14B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C4E918-5794-4140-9890-05816B5312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73E5A9-7DFF-4EA6-8822-F57E5F8798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24B786-60E4-46DF-8ADF-62439689E9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34EA64-7695-4DBA-8173-BC2A4A6C3B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6F109C-73EE-464E-AA14-8A2488E3ED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F2A4E-98B7-4EEC-8402-7640FEEB1A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B9B127-BA6D-4BC2-AD7C-D87FAAF593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082A01-2D7A-40D8-B313-190501869C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934F57-8DC6-4BF1-87BD-1D4144E47E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624E3C-0E3C-4076-A8FD-BFB72450192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F6C990-A011-4BE1-B6D8-CE8761137C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A9F6AE-5360-4284-A7B4-D365A4CDEE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41359F-0F3A-4F8B-AD6F-1EEB7F1F0E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DF6104-A97F-4FAF-A721-0E621D9EC6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4A3F72-79DF-4686-A86C-B30822ABED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E82580-0E5D-4CB0-947F-9703CD6E2F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E646DC-B418-42A0-AB7E-64E4425C42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CE675A-684F-4A95-9246-65BA9D4FAC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49066C-4156-4B60-9FD9-9B671897D8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D03882-FFCF-4BB1-AB19-E4ED7CFBB4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315CAA-F351-4E47-B9AE-375729ADCF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B811CF-9096-49AD-85AD-5D0ABF05CE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659255-949A-4246-91C6-9992A4B7C7A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749AF8-FDF0-4E17-8227-730E7E977D3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E1ACB2-E9F6-413A-9E9D-6A38192C5E0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Report.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Weaknesses in the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Incorporation of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Ugly. More money for a fancier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Better design. Specially thought for zapping and preventing RSI.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are often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 people are interested in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very small. More likely to get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Bigger size for buttons which are more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 should fit hand shape (right/left handed).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with LCD and speech recognition systems (enough budget?)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2004-11-23T16:41:19Z</dcterms:modified>
  <cp:revision>15</cp:revision>
  <dc:subject/>
  <dc:title>PowerPoint Presentation</dc:title>
</cp:coreProperties>
</file>