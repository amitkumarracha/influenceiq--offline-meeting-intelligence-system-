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D3379B-D4FC-48EE-B44A-7D11E79BB5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4049CD-ECC0-4902-8DCF-BC351086C6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CFDE6C-D9B3-47E9-8227-7E7E97375D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3A43D7-D1A5-41E7-9985-8B7129178E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34130B-7C2C-4426-9E75-6157F28EFC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EF7BB4-D7D7-40AE-8F75-00CA4AB144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0B10F9-A510-402F-BE54-60109BE90F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AC1D17-A169-4190-9CC1-7A40FE238B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3DD501-B071-4290-B53F-3C7D40A697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7194C5-FCEE-48C3-B8A7-1ED35DBE2E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5B8F38-1902-4875-9572-6A953E7A41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FFD1E-985B-4F87-ABA6-FFE14E63CA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F2A2A-566D-4783-AB7C-71C14A022E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66C7DB-2414-4EC4-BC12-6D0F9A7DD8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249ED-7E57-4B1E-A48B-8F3D23741E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6E4020-3AC3-4E0D-B49C-68144439FE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3B6FC3-4FD1-4F12-AF6B-F96789FFF2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3F96F-0A9E-4FF7-A3DA-2CFD16EA41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D2B623-BEF4-4676-BE66-075EE584E8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91ACF0-374A-4E15-AA82-9E68043E83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B1F8D8-055E-4239-8187-7C28DAC643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1A7899-EB01-4AB5-A1D4-CAB01C593F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1BCCBF-DF0E-4E48-BF0E-E5E2E410C4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93B7E-642F-49AC-9031-0D84ECF396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FF8122-05AD-492A-9FFF-3C8C41E56F6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4FF386-D55B-43CA-B95D-30B8AD9712B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