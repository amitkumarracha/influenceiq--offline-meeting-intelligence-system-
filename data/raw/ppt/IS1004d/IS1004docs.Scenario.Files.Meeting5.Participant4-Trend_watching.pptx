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32ABF-26C6-4CCC-8CDA-F79188CB68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F547EB-B04C-4FD5-AC6B-3C12972DC5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3A171F-B460-4446-BF5B-44F1D59F2B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31CF9-9ED7-4D0D-A98D-609FB09DE6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DBBDC-D2A2-4787-9539-E27CB8F2A9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BD132E-EE5A-4B8D-B7E3-64D3069161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EFC16C-905E-4876-A5D5-465EE7C7CE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BF3D66-45D9-4BB8-9D13-C03163061F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20B2C-D53C-405E-8224-49CB09FB1E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35B85-B402-451B-9F61-BBA1B76773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259F3C-65D7-4B67-8258-4A3146C643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140D02-8455-4F11-9C98-1AEB19A8BD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5783F8-EDCF-4114-BA9D-77035879BC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E60135-5261-47DA-9AA9-216EB4C9F6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647766-F8E6-4DCC-A4FC-266B3B2BF2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63214E-9D82-4685-9509-5E1B18016C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4EA76C-17CC-465A-B61B-5E306AEB83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3B4171-EDCC-4A66-BC4D-388207E38A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EAD9A9-17F4-45CB-9305-FBA9451EB0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374FB8-C056-48C0-A6ED-4BD54AF63A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6BAB5E-4ED7-402A-AA69-BD54DC6ECF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62B906-61C2-4BD1-B6CB-B1801FA7DB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35DDEB-EA56-4DEA-AFE7-E6B8E641F4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10055-62F1-40C0-B693-067C18107C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3B9B80-F033-4229-B211-1FC70EBA5C4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1960CD-F8FE-4223-A8EF-C9E6A8C82AD1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