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1C877A-60E6-4ED2-9255-E383524AF7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89CD97-94C3-43B8-B19C-DB40A03B1A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97EF9-1919-4824-9D30-1841454939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A9B6FE-E768-4731-8259-BC14F2ADE6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8C3680-A68D-47F8-8634-5A0DD6CA9B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216205-2B18-449F-8FA9-B63D06DD55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99708-0FF6-47B7-8661-63C2F8CAF9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F3601-F161-4493-A01E-7EC5CDB880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EAA104-2273-472C-A1E8-CBC71D9CF0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8D1192-1D5A-49CB-8D8B-9E8448581A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C4D3FE-40FD-4DDB-A41E-B8EA4F867E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2EA0D4-FCC0-4942-8B3B-DD5266BD87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B2D23A-E465-4ED4-808D-F19DF1B07B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30E321-AA1D-4A9C-8213-B4DDADE8BE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A136EB-7C50-4145-AF82-1EF0AAEB20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B46A9B-F3FD-48A2-B848-AA8E412DC5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05975C-5CDD-40B2-BDBC-367FF10112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D070F4-35A7-4458-9DBD-1E77066CEF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F363C7-3305-404C-A1EF-F0FEC12BF1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207701-5F41-42F5-80DB-B932704FD5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4DD891-23AD-457D-A521-E9D48C6FC2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6E66C8-FEED-4DC3-A564-F952C64E5F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D2BAA2-1EB9-43C5-9668-72C91CD3D8B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2A3176-CA5D-4F9D-A072-F03A6C80FE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ECD83C-37EB-4998-9180-8CF3CC45AF4A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D7C257-3A16-4DCF-BF0F-1064E8E699C7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