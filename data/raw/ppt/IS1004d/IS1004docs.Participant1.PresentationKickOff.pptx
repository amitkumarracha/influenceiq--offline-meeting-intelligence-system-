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3E6553-613B-41E3-B033-085BC35D6C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6BF0E-114A-4562-872F-A5506AF057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23671-B726-4ED3-8A95-0D882BE136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D828CB-2315-4CF9-B4D4-43F843973D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84D2DC-9560-43FA-BBD3-26B065A0F9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8B0221-EA61-4E7D-8863-9606CA6BE1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D8E580-2A38-4464-ACB8-6035140964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E8094B-2280-4BA0-A1D2-3F1810BA5E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1CD1EA-EFB6-42CF-A11D-47574F682B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95E084-A3E0-4C85-B0F1-D5E0879C2B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AD32B4-CF4C-42C0-BBBD-096C94B96A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3A876-1CF0-4C4E-98A6-68109B742C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FB6BE5-75B2-4330-93CD-8D29E8C88C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2BD111-5D59-491E-A964-EACCA129ED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7289BE-62B8-46B8-8505-25248D880E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E8227-D0A4-4E0F-9CF1-1C13EA8240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B0B687-5EE6-4D12-964B-D4E475B790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24BE3-F6EF-4657-BE90-434C3EBF7B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FAB66-C8F5-472C-9660-84DB833E58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D98BED-EA8E-4CC7-A395-1972F6203C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BE9628-0DD5-4631-AED9-AE585992A6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172564-65C4-473E-8BDE-E7B5D71B51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66F9FB-2807-4268-8B55-B03AFDC279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4D0E35-F7FB-44B5-B1A5-33B7D0C829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4315AA-A336-402F-B505-8399D64FDE7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5F03F3-F855-4602-B007-B9A0EA03C010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