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F2812D-B6B3-4845-A080-7009DE1831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17FA79-AFED-4064-81D3-18F001C62F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6F2029-0B3A-47D9-B199-B7513F4563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9541A8-7E4C-4C7E-B970-167AFADDDE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F7F724-6FF8-4DC1-A398-BDBD224DA5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EA08E3-2881-4A13-A409-80CFD48FF5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B6B288-CA72-4ABA-BD67-F2965E9B42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9594EB-9826-48E2-B2E4-F9614C6B64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5B7F1A-7C02-4726-98C6-CD3858A8F1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B99B20-E91D-482D-A12F-AFA865C154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DEAF13-5948-4B92-940A-70BAA346984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63FE7E-ECA1-498D-B154-D31459DB980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3F23B0-00EB-4A2E-91D9-D921FA48E3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8F5C92-90E7-49B7-BDA2-AC9A0466B8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0FB852-F16A-42B6-A78F-3566FEC2FF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FE409F-C365-4B7F-AFB5-394492DA07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1E44A2-7F0E-4042-8617-B93D6F1B8C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D20BE6-EC42-41AC-A255-6A1CE612C0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E4CFC3-7636-4102-ACDC-CC352E219B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E056C1-1C90-436F-B894-C27FC4AF62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7A381D-B407-446E-9C32-7F37104E11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904D8E-5CE0-43C8-BE46-3E0BB36B0E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0B1802-7701-40E4-91A5-708EF13CDED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233394-CE09-4248-A6FD-F910A09C27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BF627C-20A8-4ED5-A88F-EAA9E104B15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AE4982D-3CCD-4B9F-9EDA-EBB056FDCF4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Michael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Searched for features that I came up with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Looked at top remote controls on epinions.com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range from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cheap to the extravagant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Many universal remotes now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have LCD screens but are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expensive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659640" y="836640"/>
            <a:ext cx="1904760" cy="402912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349USD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25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Highest rated on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epinions.com: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Harmony SST748</a:t>
            </a:r>
            <a:br>
              <a:rPr sz="2800"/>
            </a:b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Simple: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can have multiple functions depending on the task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112USD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Harmony SST-748 Remote Control"/>
          <p:cNvPicPr/>
          <p:nvPr/>
        </p:nvPicPr>
        <p:blipFill>
          <a:blip r:embed="rId1"/>
          <a:stretch/>
        </p:blipFill>
        <p:spPr>
          <a:xfrm>
            <a:off x="4788000" y="1125360"/>
            <a:ext cx="3705120" cy="370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Program-driven rather than channel # driven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 displaying program names, scroll to them (probably too expensive for us)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put the fashion in electronics”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Extensible to perform as many “cool” tasks as possible.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2004-11-23T16:34:14Z</dcterms:modified>
  <cp:revision>8</cp:revision>
  <dc:subject/>
  <dc:title>PowerPoint Presentation</dc:title>
</cp:coreProperties>
</file>