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png" ContentType="image/png"/>
  <Default Extension="jpeg" ContentType="image/jpeg"/>
  <Override PartName="/_rels/.rels" ContentType="application/vnd.openxmlformats-package.relationships+xml"/>
  <Override PartName="/docProps/core.xml" ContentType="application/vnd.openxmlformats-package.core-propertie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slideMasters/_rels/slideMaster2.xml.rels" ContentType="application/vnd.openxmlformats-package.relationships+xml"/>
  <Override PartName="/ppt/slideMasters/_rels/slideMaster1.xml.rels" ContentType="application/vnd.openxmlformats-package.relationships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theme/theme1.xml" ContentType="application/vnd.openxmlformats-officedocument.theme+xml"/>
  <Override PartName="/ppt/theme/theme2.xml" ContentType="application/vnd.openxmlformats-officedocument.theme+xml"/>
  <Override PartName="/ppt/_rels/presentation.xml.rels" ContentType="application/vnd.openxmlformats-package.relationships+xml"/>
  <Override PartName="/ppt/slideLayouts/slideLayout13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_rels/slideLayout22.xml.rels" ContentType="application/vnd.openxmlformats-package.relationships+xml"/>
  <Override PartName="/ppt/slideLayouts/_rels/slideLayout7.xml.rels" ContentType="application/vnd.openxmlformats-package.relationships+xml"/>
  <Override PartName="/ppt/slideLayouts/_rels/slideLayout4.xml.rels" ContentType="application/vnd.openxmlformats-package.relationships+xml"/>
  <Override PartName="/ppt/slideLayouts/_rels/slideLayout17.xml.rels" ContentType="application/vnd.openxmlformats-package.relationships+xml"/>
  <Override PartName="/ppt/slideLayouts/_rels/slideLayout19.xml.rels" ContentType="application/vnd.openxmlformats-package.relationships+xml"/>
  <Override PartName="/ppt/slideLayouts/_rels/slideLayout21.xml.rels" ContentType="application/vnd.openxmlformats-package.relationships+xml"/>
  <Override PartName="/ppt/slideLayouts/_rels/slideLayout6.xml.rels" ContentType="application/vnd.openxmlformats-package.relationships+xml"/>
  <Override PartName="/ppt/slideLayouts/_rels/slideLayout3.xml.rels" ContentType="application/vnd.openxmlformats-package.relationships+xml"/>
  <Override PartName="/ppt/slideLayouts/_rels/slideLayout16.xml.rels" ContentType="application/vnd.openxmlformats-package.relationships+xml"/>
  <Override PartName="/ppt/slideLayouts/_rels/slideLayout18.xml.rels" ContentType="application/vnd.openxmlformats-package.relationships+xml"/>
  <Override PartName="/ppt/slideLayouts/_rels/slideLayout5.xml.rels" ContentType="application/vnd.openxmlformats-package.relationships+xml"/>
  <Override PartName="/ppt/slideLayouts/_rels/slideLayout13.xml.rels" ContentType="application/vnd.openxmlformats-package.relationships+xml"/>
  <Override PartName="/ppt/slideLayouts/_rels/slideLayout12.xml.rels" ContentType="application/vnd.openxmlformats-package.relationships+xml"/>
  <Override PartName="/ppt/slideLayouts/_rels/slideLayout11.xml.rels" ContentType="application/vnd.openxmlformats-package.relationships+xml"/>
  <Override PartName="/ppt/slideLayouts/_rels/slideLayout1.xml.rels" ContentType="application/vnd.openxmlformats-package.relationships+xml"/>
  <Override PartName="/ppt/slideLayouts/_rels/slideLayout14.xml.rels" ContentType="application/vnd.openxmlformats-package.relationships+xml"/>
  <Override PartName="/ppt/slideLayouts/_rels/slideLayout10.xml.rels" ContentType="application/vnd.openxmlformats-package.relationships+xml"/>
  <Override PartName="/ppt/slideLayouts/_rels/slideLayout24.xml.rels" ContentType="application/vnd.openxmlformats-package.relationships+xml"/>
  <Override PartName="/ppt/slideLayouts/_rels/slideLayout9.xml.rels" ContentType="application/vnd.openxmlformats-package.relationships+xml"/>
  <Override PartName="/ppt/slideLayouts/_rels/slideLayout23.xml.rels" ContentType="application/vnd.openxmlformats-package.relationships+xml"/>
  <Override PartName="/ppt/slideLayouts/_rels/slideLayout8.xml.rels" ContentType="application/vnd.openxmlformats-package.relationships+xml"/>
  <Override PartName="/ppt/slideLayouts/_rels/slideLayout15.xml.rels" ContentType="application/vnd.openxmlformats-package.relationships+xml"/>
  <Override PartName="/ppt/slideLayouts/_rels/slideLayout2.xml.rels" ContentType="application/vnd.openxmlformats-package.relationships+xml"/>
  <Override PartName="/ppt/slideLayouts/_rels/slideLayout20.xml.rels" ContentType="application/vnd.openxmlformats-package.relationships+xml"/>
  <Override PartName="/ppt/slideLayouts/slideLayout6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22.xml" ContentType="application/vnd.openxmlformats-officedocument.presentationml.slideLayout+xml"/>
  <Override PartName="/ppt/presProps.xml" ContentType="application/vnd.openxmlformats-officedocument.presentationml.presProps+xml"/>
  <Override PartName="/ppt/slides/slide1.xml" ContentType="application/vnd.openxmlformats-officedocument.presentationml.slide+xml"/>
  <Override PartName="/ppt/slides/_rels/slide6.xml.rels" ContentType="application/vnd.openxmlformats-package.relationships+xml"/>
  <Override PartName="/ppt/slides/_rels/slide3.xml.rels" ContentType="application/vnd.openxmlformats-package.relationships+xml"/>
  <Override PartName="/ppt/slides/_rels/slide5.xml.rels" ContentType="application/vnd.openxmlformats-package.relationships+xml"/>
  <Override PartName="/ppt/slides/_rels/slide2.xml.rels" ContentType="application/vnd.openxmlformats-package.relationships+xml"/>
  <Override PartName="/ppt/slides/_rels/slide4.xml.rels" ContentType="application/vnd.openxmlformats-package.relationships+xml"/>
  <Override PartName="/ppt/slides/_rels/slide1.xml.rels" ContentType="application/vnd.openxmlformats-package.relationships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  <p:sldMasterId id="2147483661" r:id="rId3"/>
  </p:sldMasterIdLst>
  <p:sldIdLst>
    <p:sldId id="256" r:id="rId4"/>
    <p:sldId id="257" r:id="rId5"/>
    <p:sldId id="258" r:id="rId6"/>
    <p:sldId id="259" r:id="rId7"/>
    <p:sldId id="260" r:id="rId8"/>
    <p:sldId id="261" r:id="rId9"/>
  </p:sldIdLst>
  <p:sldSz cx="9144000" cy="6858000"/>
  <p:notesSz cx="6858000" cy="9144000"/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/>
</p:presentationPr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slideMaster" Target="slideMasters/slideMaster2.xml"/><Relationship Id="rId4" Type="http://schemas.openxmlformats.org/officeDocument/2006/relationships/slide" Target="slides/slide1.xml"/><Relationship Id="rId5" Type="http://schemas.openxmlformats.org/officeDocument/2006/relationships/slide" Target="slides/slide2.xml"/><Relationship Id="rId6" Type="http://schemas.openxmlformats.org/officeDocument/2006/relationships/slide" Target="slides/slide3.xml"/><Relationship Id="rId7" Type="http://schemas.openxmlformats.org/officeDocument/2006/relationships/slide" Target="slides/slide4.xml"/><Relationship Id="rId8" Type="http://schemas.openxmlformats.org/officeDocument/2006/relationships/slide" Target="slides/slide5.xml"/><Relationship Id="rId9" Type="http://schemas.openxmlformats.org/officeDocument/2006/relationships/slide" Target="slides/slide6.xml"/><Relationship Id="rId10" Type="http://schemas.openxmlformats.org/officeDocument/2006/relationships/presProps" Target="presProps.xml"/>
</Relationship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F7AE2E26-F0FE-42F2-AE09-A57C24174895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11" name="PlaceHolder 2"/>
          <p:cNvSpPr>
            <a:spLocks noGrp="1"/>
          </p:cNvSpPr>
          <p:nvPr>
            <p:ph type="subTitle"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spcBef>
                <a:spcPts val="799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7723598B-F730-4790-999B-C63AAFA839A5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Title,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13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BECEC4CA-AEF9-4937-B09D-CB6B5B6215BA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Title,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15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16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27071E05-AFB6-4521-A714-11DEBA25CCB7}" type="slidenum">
              <a:t>&lt;#&gt;</a:t>
            </a:fld>
          </a:p>
        </p:txBody>
      </p:sp>
      <p:sp>
        <p:nvSpPr>
          <p:cNvPr id="7" name="PlaceHolder 6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B169C346-9F54-4CEB-8E45-AC69CFD71C80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nly" preserve="1">
  <p:cSld name="Center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PlaceHolder 1"/>
          <p:cNvSpPr>
            <a:spLocks noGrp="1"/>
          </p:cNvSpPr>
          <p:nvPr>
            <p:ph type="subTitle"/>
          </p:nvPr>
        </p:nvSpPr>
        <p:spPr>
          <a:xfrm>
            <a:off x="457200" y="274320"/>
            <a:ext cx="8229600" cy="5299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spcBef>
                <a:spcPts val="799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D26C018D-0086-48DC-ABD1-261F12C8298A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AndObj" preserve="1">
  <p:cSld name="Title, 2 Content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0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1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2" name="PlaceHolder 4"/>
          <p:cNvSpPr>
            <a:spLocks noGrp="1"/>
          </p:cNvSpPr>
          <p:nvPr>
            <p:ph/>
          </p:nvPr>
        </p:nvSpPr>
        <p:spPr>
          <a:xfrm>
            <a:off x="45720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9879922A-9C16-40F8-984F-AD1397A31F74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AndTwoObj" preserve="1">
  <p:cSld name="Title Content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4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5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6" name="PlaceHolder 4"/>
          <p:cNvSpPr>
            <a:spLocks noGrp="1"/>
          </p:cNvSpPr>
          <p:nvPr>
            <p:ph/>
          </p:nvPr>
        </p:nvSpPr>
        <p:spPr>
          <a:xfrm>
            <a:off x="467424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C0930158-C15A-4AD6-9316-55F139FAD103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OverTx" preserve="1">
  <p:cSld name="Title, 2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8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9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0" name="PlaceHolder 4"/>
          <p:cNvSpPr>
            <a:spLocks noGrp="1"/>
          </p:cNvSpPr>
          <p:nvPr>
            <p:ph/>
          </p:nvPr>
        </p:nvSpPr>
        <p:spPr>
          <a:xfrm>
            <a:off x="457200" y="3964320"/>
            <a:ext cx="822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AFB12365-15F0-4DFC-A190-94EBD1E65E64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verTx" preserve="1">
  <p:cSld name="Title,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2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3" name="PlaceHolder 3"/>
          <p:cNvSpPr>
            <a:spLocks noGrp="1"/>
          </p:cNvSpPr>
          <p:nvPr>
            <p:ph/>
          </p:nvPr>
        </p:nvSpPr>
        <p:spPr>
          <a:xfrm>
            <a:off x="457200" y="3964320"/>
            <a:ext cx="822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23C96426-5AED-4546-B58E-E87F1E5075E7}" type="slidenum">
              <a:t>&lt;#&gt;</a:t>
            </a:fld>
          </a:p>
        </p:txBody>
      </p:sp>
      <p:sp>
        <p:nvSpPr>
          <p:cNvPr id="7" name="PlaceHolder 6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fourObj" preserve="1">
  <p:cSld name="Title,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5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6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7" name="PlaceHolder 4"/>
          <p:cNvSpPr>
            <a:spLocks noGrp="1"/>
          </p:cNvSpPr>
          <p:nvPr>
            <p:ph/>
          </p:nvPr>
        </p:nvSpPr>
        <p:spPr>
          <a:xfrm>
            <a:off x="45720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8" name="PlaceHolder 5"/>
          <p:cNvSpPr>
            <a:spLocks noGrp="1"/>
          </p:cNvSpPr>
          <p:nvPr>
            <p:ph/>
          </p:nvPr>
        </p:nvSpPr>
        <p:spPr>
          <a:xfrm>
            <a:off x="467424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" name="PlaceHolder 6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8" name="PlaceHolder 7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9D14A0AC-4952-42B8-A387-C3CE47AE1C2A}" type="slidenum">
              <a:t>&lt;#&gt;</a:t>
            </a:fld>
          </a:p>
        </p:txBody>
      </p:sp>
      <p:sp>
        <p:nvSpPr>
          <p:cNvPr id="9" name="PlaceHolder 8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Title, 6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0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1" name="PlaceHolder 3"/>
          <p:cNvSpPr>
            <a:spLocks noGrp="1"/>
          </p:cNvSpPr>
          <p:nvPr>
            <p:ph/>
          </p:nvPr>
        </p:nvSpPr>
        <p:spPr>
          <a:xfrm>
            <a:off x="3239640" y="160020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2" name="PlaceHolder 4"/>
          <p:cNvSpPr>
            <a:spLocks noGrp="1"/>
          </p:cNvSpPr>
          <p:nvPr>
            <p:ph/>
          </p:nvPr>
        </p:nvSpPr>
        <p:spPr>
          <a:xfrm>
            <a:off x="6022080" y="160020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3" name="PlaceHolder 5"/>
          <p:cNvSpPr>
            <a:spLocks noGrp="1"/>
          </p:cNvSpPr>
          <p:nvPr>
            <p:ph/>
          </p:nvPr>
        </p:nvSpPr>
        <p:spPr>
          <a:xfrm>
            <a:off x="457200" y="396432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4" name="PlaceHolder 6"/>
          <p:cNvSpPr>
            <a:spLocks noGrp="1"/>
          </p:cNvSpPr>
          <p:nvPr>
            <p:ph/>
          </p:nvPr>
        </p:nvSpPr>
        <p:spPr>
          <a:xfrm>
            <a:off x="3239640" y="396432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5" name="PlaceHolder 7"/>
          <p:cNvSpPr>
            <a:spLocks noGrp="1"/>
          </p:cNvSpPr>
          <p:nvPr>
            <p:ph/>
          </p:nvPr>
        </p:nvSpPr>
        <p:spPr>
          <a:xfrm>
            <a:off x="6022080" y="396432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" name="PlaceHolder 8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10" name="PlaceHolder 9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9618C361-F4EE-44F7-8375-B239FD7E89E9}" type="slidenum">
              <a:t>&lt;#&gt;</a:t>
            </a:fld>
          </a:p>
        </p:txBody>
      </p:sp>
      <p:sp>
        <p:nvSpPr>
          <p:cNvPr id="11" name="PlaceHolder 10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1C9AAC82-D9A7-4CC5-B2DB-34A56D724E1C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59" name="PlaceHolder 2"/>
          <p:cNvSpPr>
            <a:spLocks noGrp="1"/>
          </p:cNvSpPr>
          <p:nvPr>
            <p:ph type="subTitle"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spcBef>
                <a:spcPts val="799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DA826BAB-755C-457C-A422-F7990208C010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Title,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1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081A1229-EB60-42F4-B96A-36468C48E749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Title,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3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4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FFFDBF10-9FA8-494A-8778-6817173C5465}" type="slidenum">
              <a:t>&lt;#&gt;</a:t>
            </a:fld>
          </a:p>
        </p:txBody>
      </p:sp>
      <p:sp>
        <p:nvSpPr>
          <p:cNvPr id="7" name="PlaceHolder 6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B15BCD48-1A2B-4F2D-9141-3DA8F225EB5B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nly" preserve="1">
  <p:cSld name="Center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PlaceHolder 1"/>
          <p:cNvSpPr>
            <a:spLocks noGrp="1"/>
          </p:cNvSpPr>
          <p:nvPr>
            <p:ph type="subTitle"/>
          </p:nvPr>
        </p:nvSpPr>
        <p:spPr>
          <a:xfrm>
            <a:off x="457200" y="274320"/>
            <a:ext cx="8229600" cy="5299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spcBef>
                <a:spcPts val="799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46D5A3A4-BE5C-4DB1-9B70-D39BD4E81A1A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AndObj" preserve="1">
  <p:cSld name="Title, 2 Content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8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9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0" name="PlaceHolder 4"/>
          <p:cNvSpPr>
            <a:spLocks noGrp="1"/>
          </p:cNvSpPr>
          <p:nvPr>
            <p:ph/>
          </p:nvPr>
        </p:nvSpPr>
        <p:spPr>
          <a:xfrm>
            <a:off x="45720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2DFB51E9-8DFC-4B50-B21A-6A16C5898C97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2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AndTwoObj" preserve="1">
  <p:cSld name="Title Content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2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3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4" name="PlaceHolder 4"/>
          <p:cNvSpPr>
            <a:spLocks noGrp="1"/>
          </p:cNvSpPr>
          <p:nvPr>
            <p:ph/>
          </p:nvPr>
        </p:nvSpPr>
        <p:spPr>
          <a:xfrm>
            <a:off x="467424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7125A87C-CC37-408D-BA04-71E8429B2DB6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2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OverTx" preserve="1">
  <p:cSld name="Title, 2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6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7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8" name="PlaceHolder 4"/>
          <p:cNvSpPr>
            <a:spLocks noGrp="1"/>
          </p:cNvSpPr>
          <p:nvPr>
            <p:ph/>
          </p:nvPr>
        </p:nvSpPr>
        <p:spPr>
          <a:xfrm>
            <a:off x="457200" y="3964320"/>
            <a:ext cx="822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78E48EDD-DC0C-44DA-9BAE-3A36C342A765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2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verTx" preserve="1">
  <p:cSld name="Title,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0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1" name="PlaceHolder 3"/>
          <p:cNvSpPr>
            <a:spLocks noGrp="1"/>
          </p:cNvSpPr>
          <p:nvPr>
            <p:ph/>
          </p:nvPr>
        </p:nvSpPr>
        <p:spPr>
          <a:xfrm>
            <a:off x="457200" y="3964320"/>
            <a:ext cx="822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D8270222-ECCA-47C4-8EC6-BDA046C2C3D0}" type="slidenum">
              <a:t>&lt;#&gt;</a:t>
            </a:fld>
          </a:p>
        </p:txBody>
      </p:sp>
      <p:sp>
        <p:nvSpPr>
          <p:cNvPr id="7" name="PlaceHolder 6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2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fourObj" preserve="1">
  <p:cSld name="Title,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3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4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5" name="PlaceHolder 4"/>
          <p:cNvSpPr>
            <a:spLocks noGrp="1"/>
          </p:cNvSpPr>
          <p:nvPr>
            <p:ph/>
          </p:nvPr>
        </p:nvSpPr>
        <p:spPr>
          <a:xfrm>
            <a:off x="45720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6" name="PlaceHolder 5"/>
          <p:cNvSpPr>
            <a:spLocks noGrp="1"/>
          </p:cNvSpPr>
          <p:nvPr>
            <p:ph/>
          </p:nvPr>
        </p:nvSpPr>
        <p:spPr>
          <a:xfrm>
            <a:off x="467424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" name="PlaceHolder 6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8" name="PlaceHolder 7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B36A90DC-068C-4233-B266-3FD49F76668F}" type="slidenum">
              <a:t>&lt;#&gt;</a:t>
            </a:fld>
          </a:p>
        </p:txBody>
      </p:sp>
      <p:sp>
        <p:nvSpPr>
          <p:cNvPr id="9" name="PlaceHolder 8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2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Title, 6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8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9" name="PlaceHolder 3"/>
          <p:cNvSpPr>
            <a:spLocks noGrp="1"/>
          </p:cNvSpPr>
          <p:nvPr>
            <p:ph/>
          </p:nvPr>
        </p:nvSpPr>
        <p:spPr>
          <a:xfrm>
            <a:off x="3239640" y="160020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0" name="PlaceHolder 4"/>
          <p:cNvSpPr>
            <a:spLocks noGrp="1"/>
          </p:cNvSpPr>
          <p:nvPr>
            <p:ph/>
          </p:nvPr>
        </p:nvSpPr>
        <p:spPr>
          <a:xfrm>
            <a:off x="6022080" y="160020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1" name="PlaceHolder 5"/>
          <p:cNvSpPr>
            <a:spLocks noGrp="1"/>
          </p:cNvSpPr>
          <p:nvPr>
            <p:ph/>
          </p:nvPr>
        </p:nvSpPr>
        <p:spPr>
          <a:xfrm>
            <a:off x="457200" y="396432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2" name="PlaceHolder 6"/>
          <p:cNvSpPr>
            <a:spLocks noGrp="1"/>
          </p:cNvSpPr>
          <p:nvPr>
            <p:ph/>
          </p:nvPr>
        </p:nvSpPr>
        <p:spPr>
          <a:xfrm>
            <a:off x="3239640" y="396432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3" name="PlaceHolder 7"/>
          <p:cNvSpPr>
            <a:spLocks noGrp="1"/>
          </p:cNvSpPr>
          <p:nvPr>
            <p:ph/>
          </p:nvPr>
        </p:nvSpPr>
        <p:spPr>
          <a:xfrm>
            <a:off x="6022080" y="396432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" name="PlaceHolder 8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10" name="PlaceHolder 9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94E033DB-342C-4B5C-82F9-E4FBF61E71C2}" type="slidenum">
              <a:t>&lt;#&gt;</a:t>
            </a:fld>
          </a:p>
        </p:txBody>
      </p:sp>
      <p:sp>
        <p:nvSpPr>
          <p:cNvPr id="11" name="PlaceHolder 10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<Relationship Id="rId4" Type="http://schemas.openxmlformats.org/officeDocument/2006/relationships/slideLayout" Target="../slideLayouts/slideLayout3.xml"/><Relationship Id="rId5" Type="http://schemas.openxmlformats.org/officeDocument/2006/relationships/slideLayout" Target="../slideLayouts/slideLayout4.xml"/><Relationship Id="rId6" Type="http://schemas.openxmlformats.org/officeDocument/2006/relationships/slideLayout" Target="../slideLayouts/slideLayout5.xml"/><Relationship Id="rId7" Type="http://schemas.openxmlformats.org/officeDocument/2006/relationships/slideLayout" Target="../slideLayouts/slideLayout6.xml"/><Relationship Id="rId8" Type="http://schemas.openxmlformats.org/officeDocument/2006/relationships/slideLayout" Target="../slideLayouts/slideLayout7.xml"/><Relationship Id="rId9" Type="http://schemas.openxmlformats.org/officeDocument/2006/relationships/slideLayout" Target="../slideLayouts/slideLayout8.xml"/><Relationship Id="rId10" Type="http://schemas.openxmlformats.org/officeDocument/2006/relationships/slideLayout" Target="../slideLayouts/slideLayout9.xml"/><Relationship Id="rId11" Type="http://schemas.openxmlformats.org/officeDocument/2006/relationships/slideLayout" Target="../slideLayouts/slideLayout10.xml"/><Relationship Id="rId12" Type="http://schemas.openxmlformats.org/officeDocument/2006/relationships/slideLayout" Target="../slideLayouts/slideLayout11.xml"/><Relationship Id="rId13" Type="http://schemas.openxmlformats.org/officeDocument/2006/relationships/slideLayout" Target="../slideLayouts/slideLayout12.xml"/>
</Relationships>
</file>

<file path=ppt/slideMasters/_rels/slideMaster2.xml.rels><?xml version="1.0" encoding="UTF-8"?>
<Relationships xmlns="http://schemas.openxmlformats.org/package/2006/relationships"><Relationship Id="rId1" Type="http://schemas.openxmlformats.org/officeDocument/2006/relationships/theme" Target="../theme/theme2.xml"/><Relationship Id="rId2" Type="http://schemas.openxmlformats.org/officeDocument/2006/relationships/slideLayout" Target="../slideLayouts/slideLayout13.xml"/><Relationship Id="rId3" Type="http://schemas.openxmlformats.org/officeDocument/2006/relationships/slideLayout" Target="../slideLayouts/slideLayout14.xml"/><Relationship Id="rId4" Type="http://schemas.openxmlformats.org/officeDocument/2006/relationships/slideLayout" Target="../slideLayouts/slideLayout15.xml"/><Relationship Id="rId5" Type="http://schemas.openxmlformats.org/officeDocument/2006/relationships/slideLayout" Target="../slideLayouts/slideLayout16.xml"/><Relationship Id="rId6" Type="http://schemas.openxmlformats.org/officeDocument/2006/relationships/slideLayout" Target="../slideLayouts/slideLayout17.xml"/><Relationship Id="rId7" Type="http://schemas.openxmlformats.org/officeDocument/2006/relationships/slideLayout" Target="../slideLayouts/slideLayout18.xml"/><Relationship Id="rId8" Type="http://schemas.openxmlformats.org/officeDocument/2006/relationships/slideLayout" Target="../slideLayouts/slideLayout19.xml"/><Relationship Id="rId9" Type="http://schemas.openxmlformats.org/officeDocument/2006/relationships/slideLayout" Target="../slideLayouts/slideLayout20.xml"/><Relationship Id="rId10" Type="http://schemas.openxmlformats.org/officeDocument/2006/relationships/slideLayout" Target="../slideLayouts/slideLayout21.xml"/><Relationship Id="rId11" Type="http://schemas.openxmlformats.org/officeDocument/2006/relationships/slideLayout" Target="../slideLayouts/slideLayout22.xml"/><Relationship Id="rId12" Type="http://schemas.openxmlformats.org/officeDocument/2006/relationships/slideLayout" Target="../slideLayouts/slideLayout23.xml"/><Relationship Id="rId13" Type="http://schemas.openxmlformats.org/officeDocument/2006/relationships/slideLayout" Target="../slideLayouts/slideLayout24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0" name=""/>
          <p:cNvSpPr/>
          <p:nvPr/>
        </p:nvSpPr>
        <p:spPr>
          <a:xfrm>
            <a:off x="0" y="6135840"/>
            <a:ext cx="9140760" cy="718920"/>
          </a:xfrm>
          <a:prstGeom prst="rect">
            <a:avLst/>
          </a:prstGeom>
          <a:solidFill>
            <a:srgbClr val="ffff0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1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4400" spc="-1" strike="noStrike">
                <a:solidFill>
                  <a:srgbClr val="ffffff"/>
                </a:solidFill>
                <a:latin typeface="Tahoma"/>
              </a:rPr>
              <a:t>Click to edit the title text format</a:t>
            </a: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" name="PlaceHolder 2"/>
          <p:cNvSpPr>
            <a:spLocks noGrp="1"/>
          </p:cNvSpPr>
          <p:nvPr>
            <p:ph type="body"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Click to edit the outline text format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1" marL="743040" indent="-285840">
              <a:spcBef>
                <a:spcPts val="799"/>
              </a:spcBef>
              <a:buClr>
                <a:srgbClr val="ffffff"/>
              </a:buClr>
              <a:buFont typeface="Tahoma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Second Outline Level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2" marL="1143000" indent="-22860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Third Outline Level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3" marL="1600200" indent="-228600">
              <a:spcBef>
                <a:spcPts val="799"/>
              </a:spcBef>
              <a:buClr>
                <a:srgbClr val="ffffff"/>
              </a:buClr>
              <a:buFont typeface="Tahoma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Fourth Outline Level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4" marL="2057400" indent="-228600">
              <a:spcBef>
                <a:spcPts val="799"/>
              </a:spcBef>
              <a:buClr>
                <a:srgbClr val="ffffff"/>
              </a:buClr>
              <a:buFont typeface="Tahoma"/>
              <a:buChar char="»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Fifth Outline Level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5" marL="2057400" indent="-228600">
              <a:spcBef>
                <a:spcPts val="799"/>
              </a:spcBef>
              <a:buClr>
                <a:srgbClr val="000000"/>
              </a:buClr>
              <a:buFont typeface="Tahoma"/>
              <a:buChar char="»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Sixth Outline Level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6" marL="2057400" indent="-228600">
              <a:spcBef>
                <a:spcPts val="799"/>
              </a:spcBef>
              <a:buClr>
                <a:srgbClr val="000000"/>
              </a:buClr>
              <a:buFont typeface="Tahoma"/>
              <a:buChar char="»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Seventh Outline Level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" name="PlaceHolder 3"/>
          <p:cNvSpPr>
            <a:spLocks noGrp="1"/>
          </p:cNvSpPr>
          <p:nvPr>
            <p:ph type="dt" idx="1"/>
          </p:nvPr>
        </p:nvSpPr>
        <p:spPr>
          <a:xfrm>
            <a:off x="456840" y="6244920"/>
            <a:ext cx="213372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en-IN" sz="1400" spc="-1" strike="noStrike">
                <a:solidFill>
                  <a:srgbClr val="ffffff"/>
                </a:solidFill>
                <a:latin typeface="Tahoma"/>
              </a:defRPr>
            </a:lvl1pPr>
          </a:lstStyle>
          <a:p>
            <a: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1400" spc="-1" strike="noStrike">
                <a:solidFill>
                  <a:srgbClr val="ffffff"/>
                </a:solidFill>
                <a:latin typeface="Tahoma"/>
              </a:rPr>
              <a:t>&lt;date/time&gt;</a:t>
            </a:r>
            <a:endParaRPr b="0" lang="en-IN" sz="1400" spc="-1" strike="noStrike">
              <a:latin typeface="Times New Roman"/>
            </a:endParaRPr>
          </a:p>
        </p:txBody>
      </p:sp>
      <p:sp>
        <p:nvSpPr>
          <p:cNvPr id="4" name="PlaceHolder 4"/>
          <p:cNvSpPr>
            <a:spLocks noGrp="1"/>
          </p:cNvSpPr>
          <p:nvPr>
            <p:ph type="ftr" idx="2"/>
          </p:nvPr>
        </p:nvSpPr>
        <p:spPr>
          <a:xfrm>
            <a:off x="3124080" y="6244920"/>
            <a:ext cx="289584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 algn="ct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en-IN" sz="1400" spc="-1" strike="noStrike">
                <a:solidFill>
                  <a:srgbClr val="ffffff"/>
                </a:solidFill>
                <a:latin typeface="Tahoma"/>
              </a:defRPr>
            </a:lvl1pPr>
          </a:lstStyle>
          <a:p>
            <a:pPr algn="ct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1400" spc="-1" strike="noStrike">
                <a:solidFill>
                  <a:srgbClr val="ffffff"/>
                </a:solidFill>
                <a:latin typeface="Tahoma"/>
              </a:rPr>
              <a:t>&lt;footer&gt;</a:t>
            </a:r>
            <a:endParaRPr b="0" lang="en-IN" sz="1400" spc="-1" strike="noStrike">
              <a:latin typeface="Times New Roman"/>
            </a:endParaRPr>
          </a:p>
        </p:txBody>
      </p:sp>
      <p:sp>
        <p:nvSpPr>
          <p:cNvPr id="5" name="PlaceHolder 5"/>
          <p:cNvSpPr>
            <a:spLocks noGrp="1"/>
          </p:cNvSpPr>
          <p:nvPr>
            <p:ph type="sldNum" idx="3"/>
          </p:nvPr>
        </p:nvSpPr>
        <p:spPr>
          <a:xfrm>
            <a:off x="6552720" y="6244920"/>
            <a:ext cx="213372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 algn="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en-IN" sz="1400" spc="-1" strike="noStrike">
                <a:solidFill>
                  <a:srgbClr val="ffffff"/>
                </a:solidFill>
                <a:latin typeface="Tahoma"/>
              </a:defRPr>
            </a:lvl1pPr>
          </a:lstStyle>
          <a:p>
            <a:pPr algn="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fld id="{E4C7681D-A32B-42CE-B160-B1FCA9DC7E95}" type="slidenum">
              <a:rPr b="0" lang="en-IN" sz="1400" spc="-1" strike="noStrike">
                <a:solidFill>
                  <a:srgbClr val="ffffff"/>
                </a:solidFill>
                <a:latin typeface="Tahoma"/>
              </a:rPr>
              <a:t>&lt;number&gt;</a:t>
            </a:fld>
            <a:endParaRPr b="0" lang="en-IN" sz="1400" spc="-1" strike="noStrike">
              <a:latin typeface="Times New Roman"/>
            </a:endParaRPr>
          </a:p>
        </p:txBody>
      </p:sp>
      <p:sp>
        <p:nvSpPr>
          <p:cNvPr id="6" name=""/>
          <p:cNvSpPr/>
          <p:nvPr/>
        </p:nvSpPr>
        <p:spPr>
          <a:xfrm>
            <a:off x="4572000" y="6165720"/>
            <a:ext cx="4464000" cy="581400"/>
          </a:xfrm>
          <a:custGeom>
            <a:avLst/>
            <a:gdLst/>
            <a:ahLst/>
            <a:rect l="l" t="t" r="r" b="b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lnTo>
                  <a:pt x="0" y="0"/>
                </a:lnTo>
                <a:close/>
              </a:path>
            </a:pathLst>
          </a:cu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spAutoFit/>
          </a:bodyPr>
          <a:p>
            <a:pPr algn="r">
              <a:lnSpc>
                <a:spcPct val="100000"/>
              </a:lnSpc>
              <a:spcBef>
                <a:spcPts val="2001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en-IN" sz="3200" spc="-1" strike="noStrike">
                <a:solidFill>
                  <a:srgbClr val="000000"/>
                </a:solidFill>
                <a:latin typeface="Tahoma"/>
              </a:rPr>
              <a:t>Real Reaction</a:t>
            </a:r>
            <a:endParaRPr b="0" lang="en-IN" sz="3200" spc="-1" strike="noStrike">
              <a:solidFill>
                <a:srgbClr val="000000"/>
              </a:solidFill>
              <a:latin typeface="Times New Roman"/>
            </a:endParaRPr>
          </a:p>
        </p:txBody>
      </p:sp>
      <p:grpSp>
        <p:nvGrpSpPr>
          <p:cNvPr id="7" name=""/>
          <p:cNvGrpSpPr/>
          <p:nvPr/>
        </p:nvGrpSpPr>
        <p:grpSpPr>
          <a:xfrm>
            <a:off x="34920" y="5973840"/>
            <a:ext cx="1332000" cy="986760"/>
            <a:chOff x="34920" y="5973840"/>
            <a:chExt cx="1332000" cy="986760"/>
          </a:xfrm>
        </p:grpSpPr>
        <p:sp>
          <p:nvSpPr>
            <p:cNvPr id="8" name=""/>
            <p:cNvSpPr/>
            <p:nvPr/>
          </p:nvSpPr>
          <p:spPr>
            <a:xfrm>
              <a:off x="34920" y="6043680"/>
              <a:ext cx="1008000" cy="916920"/>
            </a:xfrm>
            <a:custGeom>
              <a:avLst/>
              <a:gdLst/>
              <a:ahLst/>
              <a:rect l="l" t="t" r="r" b="b"/>
              <a:pathLst>
                <a:path w="21600" h="21600">
                  <a:moveTo>
                    <a:pt x="0" y="0"/>
                  </a:moveTo>
                  <a:lnTo>
                    <a:pt x="21600" y="0"/>
                  </a:lnTo>
                  <a:lnTo>
                    <a:pt x="21600" y="21600"/>
                  </a:lnTo>
                  <a:lnTo>
                    <a:pt x="0" y="21600"/>
                  </a:lnTo>
                  <a:lnTo>
                    <a:pt x="0" y="0"/>
                  </a:lnTo>
                  <a:close/>
                </a:path>
              </a:pathLst>
            </a:cu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6800" bIns="46800" anchor="t">
              <a:spAutoFit/>
            </a:bodyPr>
            <a:p>
              <a:pPr>
                <a:lnSpc>
                  <a:spcPct val="100000"/>
                </a:lnSpc>
                <a:spcBef>
                  <a:spcPts val="3376"/>
                </a:spcBef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0" lang="en-IN" sz="5400" spc="-1" strike="noStrike">
                  <a:solidFill>
                    <a:srgbClr val="808080"/>
                  </a:solidFill>
                  <a:latin typeface="Arial"/>
                </a:rPr>
                <a:t>R</a:t>
              </a:r>
              <a:endParaRPr b="0" lang="en-IN" sz="5400" spc="-1" strike="noStrike">
                <a:solidFill>
                  <a:srgbClr val="000000"/>
                </a:solidFill>
                <a:latin typeface="Times New Roman"/>
              </a:endParaRPr>
            </a:p>
          </p:txBody>
        </p:sp>
        <p:sp>
          <p:nvSpPr>
            <p:cNvPr id="9" name=""/>
            <p:cNvSpPr/>
            <p:nvPr/>
          </p:nvSpPr>
          <p:spPr>
            <a:xfrm>
              <a:off x="358920" y="5973840"/>
              <a:ext cx="1008000" cy="916920"/>
            </a:xfrm>
            <a:custGeom>
              <a:avLst/>
              <a:gdLst/>
              <a:ahLst/>
              <a:rect l="l" t="t" r="r" b="b"/>
              <a:pathLst>
                <a:path w="21600" h="21600">
                  <a:moveTo>
                    <a:pt x="0" y="0"/>
                  </a:moveTo>
                  <a:lnTo>
                    <a:pt x="21600" y="0"/>
                  </a:lnTo>
                  <a:lnTo>
                    <a:pt x="21600" y="21600"/>
                  </a:lnTo>
                  <a:lnTo>
                    <a:pt x="0" y="21600"/>
                  </a:lnTo>
                  <a:lnTo>
                    <a:pt x="0" y="0"/>
                  </a:lnTo>
                  <a:close/>
                </a:path>
              </a:pathLst>
            </a:cu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6800" bIns="46800" anchor="t">
              <a:spAutoFit/>
            </a:bodyPr>
            <a:p>
              <a:pPr>
                <a:lnSpc>
                  <a:spcPct val="100000"/>
                </a:lnSpc>
                <a:spcBef>
                  <a:spcPts val="3376"/>
                </a:spcBef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0" lang="en-IN" sz="5400" spc="-1" strike="noStrike">
                  <a:solidFill>
                    <a:srgbClr val="808080"/>
                  </a:solidFill>
                  <a:latin typeface="Arial"/>
                </a:rPr>
                <a:t>R</a:t>
              </a:r>
              <a:endParaRPr b="0" lang="en-IN" sz="5400" spc="-1" strike="noStrike">
                <a:solidFill>
                  <a:srgbClr val="000000"/>
                </a:solidFill>
                <a:latin typeface="Times New Roman"/>
              </a:endParaRPr>
            </a:p>
          </p:txBody>
        </p:sp>
      </p:grp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</p:sldLayoutIdLst>
</p:sldMaster>
</file>

<file path=ppt/slideMasters/slideMaster2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"/>
          <p:cNvSpPr/>
          <p:nvPr/>
        </p:nvSpPr>
        <p:spPr>
          <a:xfrm>
            <a:off x="0" y="6135840"/>
            <a:ext cx="9140760" cy="718920"/>
          </a:xfrm>
          <a:prstGeom prst="rect">
            <a:avLst/>
          </a:prstGeom>
          <a:solidFill>
            <a:srgbClr val="ffff0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47" name="PlaceHolder 1"/>
          <p:cNvSpPr>
            <a:spLocks noGrp="1"/>
          </p:cNvSpPr>
          <p:nvPr>
            <p:ph type="title"/>
          </p:nvPr>
        </p:nvSpPr>
        <p:spPr>
          <a:xfrm>
            <a:off x="685800" y="2130120"/>
            <a:ext cx="7772400" cy="14698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4400" spc="-1" strike="noStrike">
                <a:solidFill>
                  <a:srgbClr val="ffffff"/>
                </a:solidFill>
                <a:latin typeface="Tahoma"/>
              </a:rPr>
              <a:t>Click to edit the title text format</a:t>
            </a: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8" name="PlaceHolder 2"/>
          <p:cNvSpPr>
            <a:spLocks noGrp="1"/>
          </p:cNvSpPr>
          <p:nvPr>
            <p:ph type="dt" idx="4"/>
          </p:nvPr>
        </p:nvSpPr>
        <p:spPr>
          <a:xfrm>
            <a:off x="456840" y="6244920"/>
            <a:ext cx="213372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en-IN" sz="1400" spc="-1" strike="noStrike">
                <a:latin typeface="Tahoma"/>
              </a:defRPr>
            </a:lvl1pPr>
          </a:lstStyle>
          <a:p>
            <a: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1400" spc="-1" strike="noStrike">
                <a:latin typeface="Tahoma"/>
              </a:rPr>
              <a:t>&lt;date/time&gt;</a:t>
            </a:r>
            <a:endParaRPr b="0" lang="en-IN" sz="1400" spc="-1" strike="noStrike">
              <a:latin typeface="Times New Roman"/>
            </a:endParaRPr>
          </a:p>
        </p:txBody>
      </p:sp>
      <p:sp>
        <p:nvSpPr>
          <p:cNvPr id="49" name="PlaceHolder 3"/>
          <p:cNvSpPr>
            <a:spLocks noGrp="1"/>
          </p:cNvSpPr>
          <p:nvPr>
            <p:ph type="ftr" idx="5"/>
          </p:nvPr>
        </p:nvSpPr>
        <p:spPr>
          <a:xfrm>
            <a:off x="3124080" y="6244920"/>
            <a:ext cx="289584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 algn="ct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en-IN" sz="1400" spc="-1" strike="noStrike">
                <a:latin typeface="Tahoma"/>
              </a:defRPr>
            </a:lvl1pPr>
          </a:lstStyle>
          <a:p>
            <a:pPr algn="ct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1400" spc="-1" strike="noStrike">
                <a:latin typeface="Tahoma"/>
              </a:rPr>
              <a:t>&lt;footer&gt;</a:t>
            </a:r>
            <a:endParaRPr b="0" lang="en-IN" sz="1400" spc="-1" strike="noStrike">
              <a:latin typeface="Times New Roman"/>
            </a:endParaRPr>
          </a:p>
        </p:txBody>
      </p:sp>
      <p:sp>
        <p:nvSpPr>
          <p:cNvPr id="50" name="PlaceHolder 4"/>
          <p:cNvSpPr>
            <a:spLocks noGrp="1"/>
          </p:cNvSpPr>
          <p:nvPr>
            <p:ph type="sldNum" idx="6"/>
          </p:nvPr>
        </p:nvSpPr>
        <p:spPr>
          <a:xfrm>
            <a:off x="6552720" y="6244920"/>
            <a:ext cx="213372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 algn="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en-IN" sz="1400" spc="-1" strike="noStrike">
                <a:latin typeface="Tahoma"/>
              </a:defRPr>
            </a:lvl1pPr>
          </a:lstStyle>
          <a:p>
            <a:pPr algn="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fld id="{DE7DFA7E-1B0A-4A9F-93E0-4D7381752E7E}" type="slidenum">
              <a:rPr b="0" lang="en-IN" sz="1400" spc="-1" strike="noStrike">
                <a:latin typeface="Tahoma"/>
              </a:rPr>
              <a:t>&lt;number&gt;</a:t>
            </a:fld>
            <a:endParaRPr b="0" lang="en-IN" sz="1400" spc="-1" strike="noStrike">
              <a:latin typeface="Times New Roman"/>
            </a:endParaRPr>
          </a:p>
        </p:txBody>
      </p:sp>
      <p:grpSp>
        <p:nvGrpSpPr>
          <p:cNvPr id="51" name=""/>
          <p:cNvGrpSpPr/>
          <p:nvPr/>
        </p:nvGrpSpPr>
        <p:grpSpPr>
          <a:xfrm>
            <a:off x="34920" y="-287280"/>
            <a:ext cx="1584360" cy="1701720"/>
            <a:chOff x="34920" y="-287280"/>
            <a:chExt cx="1584360" cy="1701720"/>
          </a:xfrm>
        </p:grpSpPr>
        <p:sp>
          <p:nvSpPr>
            <p:cNvPr id="52" name=""/>
            <p:cNvSpPr/>
            <p:nvPr/>
          </p:nvSpPr>
          <p:spPr>
            <a:xfrm>
              <a:off x="34920" y="-142560"/>
              <a:ext cx="1008000" cy="1557000"/>
            </a:xfrm>
            <a:custGeom>
              <a:avLst/>
              <a:gdLst/>
              <a:ahLst/>
              <a:rect l="l" t="t" r="r" b="b"/>
              <a:pathLst>
                <a:path w="21600" h="21600">
                  <a:moveTo>
                    <a:pt x="0" y="0"/>
                  </a:moveTo>
                  <a:lnTo>
                    <a:pt x="21600" y="0"/>
                  </a:lnTo>
                  <a:lnTo>
                    <a:pt x="21600" y="21600"/>
                  </a:lnTo>
                  <a:lnTo>
                    <a:pt x="0" y="21600"/>
                  </a:lnTo>
                  <a:lnTo>
                    <a:pt x="0" y="0"/>
                  </a:lnTo>
                  <a:close/>
                </a:path>
              </a:pathLst>
            </a:cu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6800" bIns="46800" anchor="t">
              <a:spAutoFit/>
            </a:bodyPr>
            <a:p>
              <a:pPr>
                <a:lnSpc>
                  <a:spcPct val="100000"/>
                </a:lnSpc>
                <a:spcBef>
                  <a:spcPts val="6001"/>
                </a:spcBef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0" lang="en-IN" sz="9600" spc="-1" strike="noStrike">
                  <a:solidFill>
                    <a:srgbClr val="808080"/>
                  </a:solidFill>
                  <a:latin typeface="Arial"/>
                </a:rPr>
                <a:t>R</a:t>
              </a:r>
              <a:endParaRPr b="0" lang="en-IN" sz="9600" spc="-1" strike="noStrike">
                <a:solidFill>
                  <a:srgbClr val="000000"/>
                </a:solidFill>
                <a:latin typeface="Times New Roman"/>
              </a:endParaRPr>
            </a:p>
          </p:txBody>
        </p:sp>
        <p:sp>
          <p:nvSpPr>
            <p:cNvPr id="53" name=""/>
            <p:cNvSpPr/>
            <p:nvPr/>
          </p:nvSpPr>
          <p:spPr>
            <a:xfrm>
              <a:off x="611280" y="-287280"/>
              <a:ext cx="1008000" cy="1557000"/>
            </a:xfrm>
            <a:custGeom>
              <a:avLst/>
              <a:gdLst/>
              <a:ahLst/>
              <a:rect l="l" t="t" r="r" b="b"/>
              <a:pathLst>
                <a:path w="21600" h="21600">
                  <a:moveTo>
                    <a:pt x="0" y="0"/>
                  </a:moveTo>
                  <a:lnTo>
                    <a:pt x="21600" y="0"/>
                  </a:lnTo>
                  <a:lnTo>
                    <a:pt x="21600" y="21600"/>
                  </a:lnTo>
                  <a:lnTo>
                    <a:pt x="0" y="21600"/>
                  </a:lnTo>
                  <a:lnTo>
                    <a:pt x="0" y="0"/>
                  </a:lnTo>
                  <a:close/>
                </a:path>
              </a:pathLst>
            </a:cu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6800" bIns="46800" anchor="t">
              <a:spAutoFit/>
            </a:bodyPr>
            <a:p>
              <a:pPr>
                <a:lnSpc>
                  <a:spcPct val="100000"/>
                </a:lnSpc>
                <a:spcBef>
                  <a:spcPts val="6001"/>
                </a:spcBef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0" lang="en-IN" sz="9600" spc="-1" strike="noStrike">
                  <a:solidFill>
                    <a:srgbClr val="808080"/>
                  </a:solidFill>
                  <a:latin typeface="Arial"/>
                </a:rPr>
                <a:t>R</a:t>
              </a:r>
              <a:endParaRPr b="0" lang="en-IN" sz="9600" spc="-1" strike="noStrike">
                <a:solidFill>
                  <a:srgbClr val="000000"/>
                </a:solidFill>
                <a:latin typeface="Times New Roman"/>
              </a:endParaRPr>
            </a:p>
          </p:txBody>
        </p:sp>
      </p:grpSp>
      <p:sp>
        <p:nvSpPr>
          <p:cNvPr id="54" name=""/>
          <p:cNvSpPr/>
          <p:nvPr/>
        </p:nvSpPr>
        <p:spPr>
          <a:xfrm>
            <a:off x="2771640" y="444600"/>
            <a:ext cx="6193080" cy="703440"/>
          </a:xfrm>
          <a:custGeom>
            <a:avLst/>
            <a:gdLst/>
            <a:ahLst/>
            <a:rect l="l" t="t" r="r" b="b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lnTo>
                  <a:pt x="0" y="0"/>
                </a:lnTo>
                <a:close/>
              </a:path>
            </a:pathLst>
          </a:cu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spAutoFit/>
          </a:bodyPr>
          <a:p>
            <a:pPr algn="r">
              <a:lnSpc>
                <a:spcPct val="100000"/>
              </a:lnSpc>
              <a:spcBef>
                <a:spcPts val="2500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en-IN" sz="4000" spc="-1" strike="noStrike">
                <a:solidFill>
                  <a:srgbClr val="ffffff"/>
                </a:solidFill>
                <a:latin typeface="Tahoma"/>
              </a:rPr>
              <a:t>Real Reaction</a:t>
            </a:r>
            <a:endParaRPr b="0" lang="en-IN" sz="40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5" name=""/>
          <p:cNvSpPr/>
          <p:nvPr/>
        </p:nvSpPr>
        <p:spPr>
          <a:xfrm>
            <a:off x="2700360" y="1171440"/>
            <a:ext cx="6192720" cy="459720"/>
          </a:xfrm>
          <a:custGeom>
            <a:avLst/>
            <a:gdLst/>
            <a:ahLst/>
            <a:rect l="l" t="t" r="r" b="b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lnTo>
                  <a:pt x="0" y="0"/>
                </a:lnTo>
                <a:close/>
              </a:path>
            </a:pathLst>
          </a:cu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spAutoFit/>
          </a:bodyPr>
          <a:p>
            <a:pPr algn="r">
              <a:lnSpc>
                <a:spcPct val="100000"/>
              </a:lnSpc>
              <a:spcBef>
                <a:spcPts val="1500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i="1" lang="en-IN" sz="2400" spc="-1" strike="noStrike">
                <a:solidFill>
                  <a:srgbClr val="ffff66"/>
                </a:solidFill>
                <a:latin typeface="Tahoma"/>
              </a:rPr>
              <a:t>We put fashion in electronics</a:t>
            </a:r>
            <a:endParaRPr b="0" lang="en-IN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6" name=""/>
          <p:cNvSpPr/>
          <p:nvPr/>
        </p:nvSpPr>
        <p:spPr>
          <a:xfrm flipH="1">
            <a:off x="107640" y="1197000"/>
            <a:ext cx="8785080" cy="0"/>
          </a:xfrm>
          <a:prstGeom prst="line">
            <a:avLst/>
          </a:prstGeom>
          <a:ln w="38160">
            <a:solidFill>
              <a:srgbClr val="ffffff"/>
            </a:solidFill>
            <a:prstDash val="sysDot"/>
            <a:miter/>
          </a:ln>
        </p:spPr>
        <p:style>
          <a:lnRef idx="0"/>
          <a:fillRef idx="0"/>
          <a:effectRef idx="0"/>
          <a:fontRef idx="minor"/>
        </p:style>
      </p:sp>
      <p:sp>
        <p:nvSpPr>
          <p:cNvPr id="57" name="PlaceHolder 5"/>
          <p:cNvSpPr>
            <a:spLocks noGrp="1"/>
          </p:cNvSpPr>
          <p:nvPr>
            <p:ph type="body"/>
          </p:nvPr>
        </p:nvSpPr>
        <p:spPr>
          <a:xfrm>
            <a:off x="457200" y="1604520"/>
            <a:ext cx="822924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algn="ctr">
              <a:spcBef>
                <a:spcPts val="799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Click to edit the outline text format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1" marL="457200" algn="ctr">
              <a:spcBef>
                <a:spcPts val="700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800" spc="-1" strike="noStrike">
                <a:solidFill>
                  <a:srgbClr val="ffffff"/>
                </a:solidFill>
                <a:latin typeface="Tahoma"/>
              </a:rPr>
              <a:t>Second Outline Level</a:t>
            </a:r>
            <a:endParaRPr b="0" lang="en-IN" sz="2800" spc="-1" strike="noStrike">
              <a:solidFill>
                <a:srgbClr val="ffffff"/>
              </a:solidFill>
              <a:latin typeface="Tahoma"/>
            </a:endParaRPr>
          </a:p>
          <a:p>
            <a:pPr lvl="2" marL="914400" algn="ctr">
              <a:spcBef>
                <a:spcPts val="601"/>
              </a:spcBef>
              <a:buClr>
                <a:srgbClr val="ffffff"/>
              </a:buClr>
              <a:buFont typeface="Tahoma"/>
              <a:buChar char="•"/>
              <a:tabLst>
                <a:tab algn="l" pos="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400" spc="-1" strike="noStrike">
                <a:solidFill>
                  <a:srgbClr val="ffffff"/>
                </a:solidFill>
                <a:latin typeface="Tahoma"/>
              </a:rPr>
              <a:t>Third Outline Level</a:t>
            </a:r>
            <a:endParaRPr b="0" lang="en-IN" sz="2400" spc="-1" strike="noStrike">
              <a:solidFill>
                <a:srgbClr val="ffffff"/>
              </a:solidFill>
              <a:latin typeface="Tahoma"/>
            </a:endParaRPr>
          </a:p>
          <a:p>
            <a:pPr lvl="3" marL="1371600" algn="ctr">
              <a:spcBef>
                <a:spcPts val="499"/>
              </a:spcBef>
              <a:buClr>
                <a:srgbClr val="ffffff"/>
              </a:buClr>
              <a:buFont typeface="Tahoma"/>
              <a:buChar char="–"/>
              <a:tabLst>
                <a:tab algn="l" pos="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000" spc="-1" strike="noStrike">
                <a:solidFill>
                  <a:srgbClr val="ffffff"/>
                </a:solidFill>
                <a:latin typeface="Tahoma"/>
              </a:rPr>
              <a:t>Fourth Outline Level</a:t>
            </a:r>
            <a:endParaRPr b="0" lang="en-IN" sz="2000" spc="-1" strike="noStrike">
              <a:solidFill>
                <a:srgbClr val="ffffff"/>
              </a:solidFill>
              <a:latin typeface="Tahoma"/>
            </a:endParaRPr>
          </a:p>
          <a:p>
            <a:pPr lvl="4" marL="1828800" algn="ctr">
              <a:spcBef>
                <a:spcPts val="499"/>
              </a:spcBef>
              <a:buClr>
                <a:srgbClr val="ffffff"/>
              </a:buClr>
              <a:buFont typeface="Tahoma"/>
              <a:buChar char="»"/>
              <a:tabLst>
                <a:tab algn="l" pos="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000" spc="-1" strike="noStrike">
                <a:solidFill>
                  <a:srgbClr val="ffffff"/>
                </a:solidFill>
                <a:latin typeface="Tahoma"/>
              </a:rPr>
              <a:t>Fifth Outline Level</a:t>
            </a:r>
            <a:endParaRPr b="0" lang="en-IN" sz="2000" spc="-1" strike="noStrike">
              <a:solidFill>
                <a:srgbClr val="ffffff"/>
              </a:solidFill>
              <a:latin typeface="Tahoma"/>
            </a:endParaRPr>
          </a:p>
          <a:p>
            <a:pPr lvl="5" marL="1828800">
              <a:spcBef>
                <a:spcPts val="499"/>
              </a:spcBef>
              <a:buClr>
                <a:srgbClr val="000000"/>
              </a:buClr>
              <a:buFont typeface="Tahoma"/>
              <a:buChar char="»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000" spc="-1" strike="noStrike">
                <a:solidFill>
                  <a:srgbClr val="ffffff"/>
                </a:solidFill>
                <a:latin typeface="Tahoma"/>
              </a:rPr>
              <a:t>Sixth Outline Level</a:t>
            </a:r>
            <a:endParaRPr b="0" lang="en-IN" sz="2000" spc="-1" strike="noStrike">
              <a:solidFill>
                <a:srgbClr val="ffffff"/>
              </a:solidFill>
              <a:latin typeface="Tahoma"/>
            </a:endParaRPr>
          </a:p>
          <a:p>
            <a:pPr lvl="6" marL="1828800">
              <a:spcBef>
                <a:spcPts val="499"/>
              </a:spcBef>
              <a:buClr>
                <a:srgbClr val="000000"/>
              </a:buClr>
              <a:buFont typeface="Tahoma"/>
              <a:buChar char="»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000" spc="-1" strike="noStrike">
                <a:solidFill>
                  <a:srgbClr val="ffffff"/>
                </a:solidFill>
                <a:latin typeface="Tahoma"/>
              </a:rPr>
              <a:t>Seventh Outline Level</a:t>
            </a:r>
            <a:endParaRPr b="0" lang="en-IN" sz="2000" spc="-1" strike="noStrike">
              <a:solidFill>
                <a:srgbClr val="ffffff"/>
              </a:solidFill>
              <a:latin typeface="Tahoma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4.xml"/>
</Relationships>
</file>

<file path=ppt/slides/_rels/slide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3.xml"/>
</Relationships>
</file>

<file path=ppt/slides/_rels/slide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3.xml"/>
</Relationships>
</file>

<file path=ppt/slides/_rels/slide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3.xml"/>
</Relationships>
</file>

<file path=ppt/slides/_rels/slide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3.xml"/>
</Relationships>
</file>

<file path=ppt/slides/_rels/slide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3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PlaceHolder 1"/>
          <p:cNvSpPr>
            <a:spLocks noGrp="1"/>
          </p:cNvSpPr>
          <p:nvPr>
            <p:ph type="title"/>
          </p:nvPr>
        </p:nvSpPr>
        <p:spPr>
          <a:xfrm>
            <a:off x="685800" y="2130120"/>
            <a:ext cx="7772400" cy="14698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4400" spc="-1" strike="noStrike">
                <a:solidFill>
                  <a:srgbClr val="ffffff"/>
                </a:solidFill>
                <a:latin typeface="Tahoma"/>
              </a:rPr>
              <a:t>Components Design</a:t>
            </a: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5" name="PlaceHolder 2"/>
          <p:cNvSpPr>
            <a:spLocks noGrp="1"/>
          </p:cNvSpPr>
          <p:nvPr>
            <p:ph type="subTitle"/>
          </p:nvPr>
        </p:nvSpPr>
        <p:spPr>
          <a:xfrm>
            <a:off x="1371600" y="3886200"/>
            <a:ext cx="6400800" cy="17524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p>
            <a:pPr algn="ctr">
              <a:spcBef>
                <a:spcPts val="799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3200" spc="-1" strike="noStrike">
                <a:solidFill>
                  <a:srgbClr val="ffffff"/>
                </a:solidFill>
                <a:latin typeface="Tahoma"/>
              </a:rPr>
              <a:t>Presented by: &lt;Hemant&gt;, Industrial Designer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4400" spc="-1" strike="noStrike">
                <a:solidFill>
                  <a:srgbClr val="ffffff"/>
                </a:solidFill>
                <a:latin typeface="Tahoma"/>
              </a:rPr>
              <a:t>Method</a:t>
            </a:r>
            <a:br>
              <a:rPr sz="4400"/>
            </a:b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7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pPr marL="343080" indent="-343080">
              <a:lnSpc>
                <a:spcPct val="90000"/>
              </a:lnSpc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fr-CH" sz="3200" spc="-1" strike="noStrike">
                <a:solidFill>
                  <a:srgbClr val="ffffff"/>
                </a:solidFill>
                <a:latin typeface="Tahoma"/>
              </a:rPr>
              <a:t>For the Power Source: Solar Cells and Batteries (for low light conditions)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lnSpc>
                <a:spcPct val="90000"/>
              </a:lnSpc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fr-CH" sz="3200" spc="-1" strike="noStrike">
                <a:solidFill>
                  <a:srgbClr val="ffffff"/>
                </a:solidFill>
                <a:latin typeface="Tahoma"/>
              </a:rPr>
              <a:t>Case: Plastic with some elasticity, double curve for ease of handling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lnSpc>
                <a:spcPct val="90000"/>
              </a:lnSpc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fr-CH" sz="3200" spc="-1" strike="noStrike">
                <a:solidFill>
                  <a:srgbClr val="ffffff"/>
                </a:solidFill>
                <a:latin typeface="Tahoma"/>
              </a:rPr>
              <a:t>Control: 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1" marL="743040" indent="-285840">
              <a:lnSpc>
                <a:spcPct val="90000"/>
              </a:lnSpc>
              <a:spcBef>
                <a:spcPts val="700"/>
              </a:spcBef>
              <a:buClr>
                <a:srgbClr val="ffffff"/>
              </a:buClr>
              <a:buFont typeface="Tahoma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fr-CH" sz="2800" spc="-1" strike="noStrike">
                <a:solidFill>
                  <a:srgbClr val="ffffff"/>
                </a:solidFill>
                <a:latin typeface="Tahoma"/>
              </a:rPr>
              <a:t>Push buttons for the traditional users</a:t>
            </a:r>
            <a:endParaRPr b="0" lang="en-IN" sz="2800" spc="-1" strike="noStrike">
              <a:solidFill>
                <a:srgbClr val="ffffff"/>
              </a:solidFill>
              <a:latin typeface="Tahoma"/>
            </a:endParaRPr>
          </a:p>
          <a:p>
            <a:pPr lvl="1" marL="743040" indent="-285840">
              <a:lnSpc>
                <a:spcPct val="90000"/>
              </a:lnSpc>
              <a:spcBef>
                <a:spcPts val="700"/>
              </a:spcBef>
              <a:buClr>
                <a:srgbClr val="ffffff"/>
              </a:buClr>
              <a:buFont typeface="Tahoma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fr-CH" sz="2800" spc="-1" strike="noStrike">
                <a:solidFill>
                  <a:srgbClr val="ffffff"/>
                </a:solidFill>
                <a:latin typeface="Tahoma"/>
              </a:rPr>
              <a:t>Scroll button with push technology for channel selection, volume control and tele-text borwising</a:t>
            </a:r>
            <a:endParaRPr b="0" lang="en-IN" sz="2800" spc="-1" strike="noStrike">
              <a:solidFill>
                <a:srgbClr val="ffffff"/>
              </a:solidFill>
              <a:latin typeface="Tahoma"/>
            </a:endParaRPr>
          </a:p>
          <a:p>
            <a:pPr lvl="1" marL="743040" indent="-285840">
              <a:lnSpc>
                <a:spcPct val="90000"/>
              </a:lnSpc>
              <a:spcBef>
                <a:spcPts val="700"/>
              </a:spcBef>
              <a:buClr>
                <a:srgbClr val="ffffff"/>
              </a:buClr>
              <a:buFont typeface="Tahoma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2800" spc="-1" strike="noStrike">
              <a:solidFill>
                <a:srgbClr val="ffffff"/>
              </a:solidFill>
              <a:latin typeface="Tahoma"/>
            </a:endParaRPr>
          </a:p>
          <a:p>
            <a:pPr lvl="1" marL="743040" indent="-285840">
              <a:lnSpc>
                <a:spcPct val="90000"/>
              </a:lnSpc>
              <a:spcBef>
                <a:spcPts val="700"/>
              </a:spcBef>
              <a:buClr>
                <a:srgbClr val="ffffff"/>
              </a:buClr>
              <a:buFont typeface="Tahoma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2800" spc="-1" strike="noStrike">
              <a:solidFill>
                <a:srgbClr val="ffffff"/>
              </a:solidFill>
              <a:latin typeface="Tahoma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fr-CH" sz="4400" spc="-1" strike="noStrike">
                <a:solidFill>
                  <a:srgbClr val="ffffff"/>
                </a:solidFill>
                <a:latin typeface="Tahoma"/>
              </a:rPr>
              <a:t>Method</a:t>
            </a: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9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fr-CH" sz="3200" spc="-1" strike="noStrike">
                <a:solidFill>
                  <a:srgbClr val="ffffff"/>
                </a:solidFill>
                <a:latin typeface="Tahoma"/>
              </a:rPr>
              <a:t>Regular chip for control (pricing is a factor) with speaker support (to trace the lost remote)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4400" spc="-1" strike="noStrike">
                <a:solidFill>
                  <a:srgbClr val="ffffff"/>
                </a:solidFill>
                <a:latin typeface="Tahoma"/>
              </a:rPr>
              <a:t>Findings</a:t>
            </a: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101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 fontScale="98000"/>
          </a:bodyPr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fr-CH" sz="3200" spc="-1" strike="noStrike">
                <a:solidFill>
                  <a:srgbClr val="ffffff"/>
                </a:solidFill>
                <a:latin typeface="Tahoma"/>
              </a:rPr>
              <a:t>The user wants to control more than one device from the same remote control. So our TV remote can have little extra things to support adidtional devices like VCR/DVD players which are usually attached with the TV.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fr-CH" sz="3200" spc="-1" strike="noStrike">
                <a:solidFill>
                  <a:srgbClr val="ffffff"/>
                </a:solidFill>
                <a:latin typeface="Tahoma"/>
              </a:rPr>
              <a:t>Scroll button could be a very useful interface to promote the remote.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fr-CH" sz="4400" spc="-1" strike="noStrike">
                <a:solidFill>
                  <a:srgbClr val="ffffff"/>
                </a:solidFill>
                <a:latin typeface="Tahoma"/>
              </a:rPr>
              <a:t>Findings</a:t>
            </a: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103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fr-CH" sz="3200" spc="-1" strike="noStrike">
                <a:solidFill>
                  <a:srgbClr val="ffffff"/>
                </a:solidFill>
                <a:latin typeface="Tahoma"/>
              </a:rPr>
              <a:t>Users will be interested in a locator device to find their misplaced remotes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4400" spc="-1" strike="noStrike">
                <a:solidFill>
                  <a:srgbClr val="ffffff"/>
                </a:solidFill>
                <a:latin typeface="Tahoma"/>
              </a:rPr>
              <a:t>Personal Preferences</a:t>
            </a: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105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fr-CH" sz="3200" spc="-1" strike="noStrike">
                <a:solidFill>
                  <a:srgbClr val="ffffff"/>
                </a:solidFill>
                <a:latin typeface="Tahoma"/>
              </a:rPr>
              <a:t>Scroll puch button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fr-CH" sz="3200" spc="-1" strike="noStrike">
                <a:solidFill>
                  <a:srgbClr val="ffffff"/>
                </a:solidFill>
                <a:latin typeface="Tahoma"/>
              </a:rPr>
              <a:t>Locator Device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  <a:miter/>
        </a:ln>
        <a:ln w="25400" cap="flat" cmpd="sng" algn="ctr">
          <a:solidFill>
            <a:schemeClr val="phClr"/>
          </a:solidFill>
          <a:prstDash val="solid"/>
          <a:miter/>
        </a:ln>
        <a:ln w="3810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  <a:miter/>
        </a:ln>
        <a:ln w="25400" cap="flat" cmpd="sng" algn="ctr">
          <a:solidFill>
            <a:schemeClr val="phClr"/>
          </a:solidFill>
          <a:prstDash val="solid"/>
          <a:miter/>
        </a:ln>
        <a:ln w="3810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20</TotalTime>
  <Application>LibreOffice/7.3.7.2$Linux_X86_64 LibreOffice_project/30$Build-2</Application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/>
  <dc:description/>
  <dc:language>en-IN</dc:language>
  <cp:lastModifiedBy>AMI</cp:lastModifiedBy>
  <dcterms:modified xsi:type="dcterms:W3CDTF">2004-11-23T18:44:02Z</dcterms:modified>
  <cp:revision>13</cp:revision>
  <dc:subject/>
  <dc:title>PowerPoint Presentation</dc:title>
</cp:coreProperties>
</file>