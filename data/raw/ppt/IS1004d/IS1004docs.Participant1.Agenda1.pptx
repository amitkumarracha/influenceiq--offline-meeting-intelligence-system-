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35895E-4EFE-4591-80CB-58F81B86BA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C259E6-9FF5-476E-9B59-5BFAAB5B3B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6B84F6-234C-4AFC-B69D-55A1CA8F69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72983F-477F-422B-9773-EFD4323378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EC8FA-0BF2-451C-A854-20A6001B07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9EE685-AEF6-4CB9-B555-77DEB3D2E9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1DCB6D-91A9-4B88-A299-A6F2AEF227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171457-51D1-4EF5-BB1E-ED3CBF3AAF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E4B923-9646-4CCA-98CF-633240E701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F1F07-E2D0-4CFA-9342-7B66E6CB58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1C3CF0-0BD5-4756-A8BE-0D04E7F84E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948EE-A108-4C78-9F36-DE374A8FF3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7F0E21-0D69-4E90-BCD0-365400A009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3C68B2-04EC-4865-97F8-3D7233B224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100664-5BE5-474F-8D4F-166CC1B227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4C3F31-B32F-48F6-B4D1-75D902BBAF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B0336D-7DB3-4022-86BF-C1DF5759BF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524CD1-0F3B-4737-AE65-12B0979F0F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6A8B39-5B0F-401F-AE47-4133429612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A1F178-F8DD-479B-B22C-CCE02F00A0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F69A06-6043-4E8B-97A8-53AD33E83D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AE386F-835A-4082-AA60-187DBBB825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8BBFD5-BF87-4AEB-84F5-A236B9D45A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A52633-85C8-48E0-8A47-424B618C46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A6C8AB-A763-4620-BD35-DF1FA733965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9C1B19-72A0-4BAF-AB1F-DAA70D31842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