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EF33A3-BDD4-46AA-AD82-F2F71BE43E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3F773-8C5F-44B4-A1D3-8105F48C61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8CAC2-EB19-47E8-A96C-7BD2855330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7636F-DD8D-4BC1-A56C-967FFE1815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2ABE61-1CBE-4904-8079-FD414C008E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3AA42-3B80-4356-9F92-E730884588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6CA408-1037-41B6-ADEF-45AF1465F24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D5D817-DBDB-4606-9133-F049C919E7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4B3BE1-D2FB-4919-B485-DB74C6CA3D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E19D93-9B2C-4EEF-9AB8-CCA8CE0440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DDF665-9A33-438A-914F-7EAE7BC3B6E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DF350C-7A75-47DE-9BD2-555AB0312D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AD98C3-D8F5-42BF-B5EF-8A714F48A9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13A7BD-2220-49E9-A8B3-3B20C54085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ED35E-B585-42E5-857E-8C833B7616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C4C306-68E8-4B67-A0FB-570654EBA7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60A861-5155-477F-A69B-5EAE208215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BD8FAE-4CE1-4C77-A58D-CA6D42AA21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F07CD7-F664-4B1D-8986-0AB9B68D26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106679-585F-4CBC-8AC7-840B9AE46D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C9AA40-CBC6-4B43-B81B-3960B9A53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81C865-E523-4CB0-8DEE-E57511F979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6166B8-1BBF-4790-BA1E-FAD9A13D1A3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7532FC-87AF-4CC6-8882-E58D6845E1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89866D-41FC-4D53-A227-3429A3364D8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F53E3E-B0DC-4D31-B176-7E3FCAD4C6A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