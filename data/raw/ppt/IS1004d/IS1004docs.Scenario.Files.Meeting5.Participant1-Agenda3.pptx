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BE639B-5C31-4329-9EF5-EFC56E8811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57B662-8C4A-48D3-93B2-9CDE2F1E87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D4B433-81EA-46FC-B300-46F80C8A7F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31131D-C62D-42E5-8971-E29CC5DD80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C85AC0-F2C6-4D72-B501-980193F758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8950CA-14A9-4FF7-AFEB-05110AB24C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15D43B-A092-45F7-AF9E-9CAB2D9E58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399E6F-7F4B-4BD0-A800-66EEC28899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9C6679-68C0-4777-9071-41A39382D7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F3B1A2-D297-43B3-A06B-0D8E84EB5A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ED23BA-8C74-4FE3-B192-A47E344CC48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2E5E01-A397-43D5-A4A3-DF1235A05A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7D069E-9A3F-4279-A13B-09C785419B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2FC53F-ED27-4B0F-815D-BCE613CB2C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F2A2B1-4C66-4236-8D94-76195F02EB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D7B5FF-4DD8-431F-BBF9-E2C0C8B38F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D25091-5AE6-48DC-8F7C-5B79E5067E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F51B20-3C2B-43B1-BAEE-9934874045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18A1C0-8EDF-44FA-9844-D4E524A698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213DA6-1C06-4691-85C4-E818533C60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505EA0-D7C0-4B68-9FE5-9A3A02787B3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48588D-FCD1-40DB-ADE9-4A5DEB0EC4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A245CF-6EA7-4CA1-94C4-37AB0FEFDEE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6D9767-282C-4D00-8A34-F2270C71CF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4D339E4-E8F7-42C0-BEB3-8E2D33212CA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C8FACE-CE0B-4DA8-A677-568458108D4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5092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476360" y="1773360"/>
            <a:ext cx="2048040" cy="3770280"/>
          </a:xfrm>
          <a:prstGeom prst="rect">
            <a:avLst/>
          </a:prstGeom>
          <a:ln w="0">
            <a:noFill/>
          </a:ln>
        </p:spPr>
      </p:pic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7499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7715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7380360" y="3213000"/>
            <a:ext cx="1438200" cy="264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2004-11-23T20:00:21Z</dcterms:modified>
  <cp:revision>19</cp:revision>
  <dc:subject/>
  <dc:title>PowerPoint Presentation</dc:title>
</cp:coreProperties>
</file>