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0A065F-E2EE-4922-8AAC-1853DC4CD5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F36DDC-C7C4-45AF-A12F-8F63DF1BB6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CCA4BE-8DFA-4EB9-AFF7-298738426A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931449-F5E5-4ADA-8B19-E8BCBD102C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3B8095-BEC3-405F-B1DC-C04FD9310D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B4EFCB-0169-430E-8808-C32610F9C8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DA263A-25B2-46D7-9601-730A9203B0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1BD340-C5B3-4C4B-BD63-08773AE5B5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107982-F114-4B1F-A347-813F4936A4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A26272-64DA-40B0-8164-7B0357F527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009F73-24A1-460A-9870-43DEF5B9FA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DA888C-A613-445F-9B05-42FA9FAD73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5DB1A8-F7B4-4FE0-B04F-2E915F437A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91E454-6F42-452C-86B5-F4D8938815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98BE56-E411-4EC7-B74E-7AA2214B81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58C4AA-8F9B-4D3D-B2C1-B67969690A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776836-4D35-460C-948B-FEC13EBAB9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9F8737-C75D-449B-89CB-9073465215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7A9572-23DE-4A7A-A2FB-7D2B8AF873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D6F6D0-2BA8-450A-BE83-A13AC4B130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455A8D-CCE9-4B62-80C3-3C1DC7891D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196E90-2DCE-4D7A-8159-A6AAFFCFBD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4A87CA-C498-4955-AD42-331C4490B99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90F07E-BAE1-4F63-81AE-858CC3DF2E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DC515D-0C2C-40D3-BBD7-F246704D0AC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B2D136-5745-43F1-A9B0-CF8C442FB81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of two types: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Press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Speech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Buttons: Normal requirements like bit coding etc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Voice: Limited Vocabulary Automatic Speech Recogntion system, microphone.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68120" y="46080"/>
            <a:ext cx="5486400" cy="116208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763640" y="227664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53964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3924360" y="350028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6804000" y="350028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 flipH="1">
            <a:off x="305892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364000" y="350028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436572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ASR Decoder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9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" name=""/>
          <p:cNvGrpSpPr/>
          <p:nvPr/>
        </p:nvGrpSpPr>
        <p:grpSpPr>
          <a:xfrm>
            <a:off x="1403280" y="3500280"/>
            <a:ext cx="673200" cy="665280"/>
            <a:chOff x="1403280" y="3500280"/>
            <a:chExt cx="673200" cy="665280"/>
          </a:xfrm>
        </p:grpSpPr>
        <p:sp>
          <p:nvSpPr>
            <p:cNvPr id="124" name=""/>
            <p:cNvSpPr/>
            <p:nvPr/>
          </p:nvSpPr>
          <p:spPr>
            <a:xfrm>
              <a:off x="165420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184320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40328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84176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8" name=""/>
          <p:cNvGrpSpPr/>
          <p:nvPr/>
        </p:nvGrpSpPr>
        <p:grpSpPr>
          <a:xfrm>
            <a:off x="2124000" y="3645000"/>
            <a:ext cx="954000" cy="174600"/>
            <a:chOff x="2124000" y="3645000"/>
            <a:chExt cx="954000" cy="174600"/>
          </a:xfrm>
        </p:grpSpPr>
        <p:sp>
          <p:nvSpPr>
            <p:cNvPr id="129" name=""/>
            <p:cNvSpPr/>
            <p:nvPr/>
          </p:nvSpPr>
          <p:spPr>
            <a:xfrm>
              <a:off x="212400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"/>
            <p:cNvSpPr/>
            <p:nvPr/>
          </p:nvSpPr>
          <p:spPr>
            <a:xfrm>
              <a:off x="250164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274788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" name=""/>
          <p:cNvSpPr/>
          <p:nvPr/>
        </p:nvSpPr>
        <p:spPr>
          <a:xfrm flipH="1">
            <a:off x="450036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 flipH="1">
            <a:off x="601164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3132000" y="3789360"/>
            <a:ext cx="3240" cy="792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3132000" y="4581360"/>
            <a:ext cx="7891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788000" y="3789360"/>
            <a:ext cx="0" cy="7207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 will be interested in one ASR based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2004-11-23T16:34:35Z</dcterms:modified>
  <cp:revision>13</cp:revision>
  <dc:subject/>
  <dc:title>PowerPoint Presentation</dc:title>
</cp:coreProperties>
</file>