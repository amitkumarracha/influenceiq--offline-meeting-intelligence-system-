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28BA8D-1523-4DD9-A83A-A8642E8F29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73193A-18A6-4386-95BD-C803A3867F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081FB1-2A83-41CC-B016-2617BB7410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F2978-80E3-4627-B578-8A624CF2CE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759D60-9E13-4580-AED4-19E0852524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FEF4CB-D182-464C-85A2-C611F9D844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D63A18-D0A6-4F46-8583-2D1F5F1390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2F189-7C28-47B8-8733-84D3AA32B4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0FF80-18C6-418B-88BD-91C1A544F5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AD429A-9A9F-4760-B68D-FE25A2540C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93D453-480B-4324-A006-5AF89907736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AE3A63-6B2F-4B48-B50F-A0AB5E1575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4F2F2A-250E-44DD-AFC0-A596BEE3C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FEA0BC-EA33-40EB-9854-6A91DE1FA5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66ED32-F3E1-4F17-8BD6-008945FCC9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21B888-215D-4F29-9272-FCD5841C61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46563C-8218-4F3A-84C0-13BE0922CE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2D9F0A-4EF8-4011-B160-DF34AC0926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8C7C02-7B64-4031-B7CA-15C49E6C07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D5476B-8C63-41EB-BB74-E81912AE99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F8957D-0C70-42FE-A005-CBF3396F62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B2BABA-02EE-4A21-8416-FF76B6C7D1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8C6884-D9A1-40F6-A912-A30EC9C9CB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8035FD-81A7-409D-888F-38A9E8FEB25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ED5CB2-442E-490A-81B7-E51868FAE07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A2D93A-2551-4EF4-B0AA-C0810D5F1BF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