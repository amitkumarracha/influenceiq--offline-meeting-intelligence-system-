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84F71D-4C44-4DAE-8179-E7D946723C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95AB29-43E8-4A0F-AF57-DD58A58804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F3FED6-08C8-4FDA-BDEE-9B49C2677D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002BB7-2D6B-4DC3-B9A7-5D1F554B5C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13411-9914-4256-B30A-56C195752B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BE07C-E435-438C-B510-540B248B04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2BEAB-E70F-4387-94D0-E96AB33327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120C87-CFC4-4252-B76C-0F162576AF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2B1AE1-CA89-4AF9-B850-E2C3EFC782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98AD21-DB76-463E-80BD-D837EEDD48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B60E5B-A0FB-439C-86A3-6B750236A2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D9057-25AF-411F-83B8-E9450EF0F1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510DA1-C2F8-4C91-8E63-C9BA044F5E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AC708-D73B-419C-A4C6-16CC49596E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122A5B-E803-49C9-A15A-A9C00D8DB5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626890-C544-40D5-9285-7E9F9FCD58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6FFF7E-9B13-4DFB-BCC1-56D20BA118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3EC83E-4795-44FA-99A5-B1D5B596AA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8E0C84-F110-4B63-AE7E-217DEEDF15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A4A6D3-6422-4883-BB1E-58BC1F52E3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845A30-F31F-45E0-B726-CE53239A3B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647E1-330F-4373-9006-6010731701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0C701D-9C30-4C33-867A-4BA8DAE059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AD72C6-4FDA-4148-A3AA-DF31CB403E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EE4A12-F233-46CE-BEB2-44E4EC4E64E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AA1C66-709C-4DE7-AE97-C73B43B1A022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