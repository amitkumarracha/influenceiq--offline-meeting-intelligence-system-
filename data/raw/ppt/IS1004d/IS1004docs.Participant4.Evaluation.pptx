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184001-B360-4E8A-83F3-51BA1D802C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58E37B-C90B-4B6D-ABD8-B6074B4FE4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446A74-ED97-4883-A69E-D03612B94D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59FD58-04E7-49D3-94D0-0014446BA3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868C06-F04F-4724-B035-57A53709A5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CAA7B7-38F1-49A2-8FB3-7BE56C122A6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50D767-FA5A-4E1F-A3B1-6FBCEDA415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0FDD90-BD3E-48F0-AD6B-E3FB5D5D8D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7CDF17-CB1F-4929-A102-0B32B8F37B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40745C-E7BB-47C5-A596-AA78D3BFC7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BB7761-E025-422D-B127-92ED9C6F7FD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C8C5E3-EB8F-4B5F-8B9A-0619F1C175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19438F-A779-47D7-916C-939A66A0BA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53B98D-4F17-42C1-9F83-64A50598F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D06342-EBEA-4DEE-8D23-9D5654BFB3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90A118-6703-4645-AA74-269952E2B09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58734C-DED0-4628-BC2D-9954F2EE36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9CFE47-9251-4D49-B26B-40EF1F42AEE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B05565-5427-4246-8250-F80A15EFA2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C20194-B1A0-420B-8E42-91F9F03843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DF79A5-76B5-4E3B-B5E5-9FFC51B48A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6A4300-2B12-43E4-A232-AA33C64E13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F58D07-EFE4-4CC1-B65D-2F16906C005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916EA-3A34-4525-B013-4F09067A33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0BE26D6-3494-4294-A9CC-6F3CA7EA508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5CF80CA-61F9-4B06-AD4D-5A5338D74F2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List of criteria based on the user requirements.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Each criteria will be evaluated using a scale ranged from 0 (true) to 7 (false).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Criteria: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fancy.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really handy.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find this device completely functional.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like the cool features of this device.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Yes, this MANDO banana is easy to use.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Of course, I would buy the MANDO banana for 25 euros if I needed a remote control.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 would change my remote control for a MANDO banana.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2004-11-23T20:24:53Z</dcterms:modified>
  <cp:revision>15</cp:revision>
  <dc:subject/>
  <dc:title>PowerPoint Presentation</dc:title>
</cp:coreProperties>
</file>