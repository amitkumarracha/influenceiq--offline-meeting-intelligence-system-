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5841259-54CA-470C-B594-7F66A64B5CE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97682CC-E992-454C-9389-2AC975F6903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1D8EA74-AE88-46B8-8D05-BE0634A4F0D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E0BAA47-1609-4616-89D7-C06AAC6BEB7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10C9D52-CEC0-4131-B4D6-FFB3086A4A6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A61D268-B23A-41C1-8499-0B426ABF8AF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3386CB6-E19C-4EA7-9FFD-1F85EF7CF84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1DAB331-88EA-4A61-AEF7-503C30B85F6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E2C77B5-007F-43EE-A7AE-5DC5FA0C58E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83F1A94-099C-4A2E-8391-2EFC04723CC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3290BCA-EC8E-44B4-96D5-389E11F60DDA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90E9899-01AC-4256-9578-E33E790E9EBC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1E7F841-E581-45D7-9819-BE4C0711359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9044FF8-983D-47D8-8EEF-28EEA960681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366EBE3-C278-430E-9D3F-5023C5CC75E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00F4493-1A78-4CAF-B6E4-8F5B8E05693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01B047F-6BF4-4FA5-9E4B-9A97FFA41B5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B2F286E-A481-4EEB-ACD1-C511EB94736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F622B4B-4510-4FF3-9359-F97FF55689D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AB71044-ECE2-419F-BF6A-6B2E973B4E3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CA57106-EDAA-492A-813A-5B397636D34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43EAD67-D61E-4F75-9914-8431E331B3C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D7C25BA-B222-4E5D-BDCD-7545F506D8A3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FC8A240-A459-474D-8E97-E05A979B07C3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D6B41B18-A99A-4520-BF4D-129EA1418A98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7B54F1ED-07AF-498B-8676-D49C74F7779A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Functional Design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S. Marcel, Project Manager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8000"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Project Manager = secretary (minutes)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Project Name: ReMo, PowerStick?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3 presentations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New project requirements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Decision on remote control functions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Closing (we have 40 minutes!)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5000"/>
          </a:bodyPr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Now: lunch break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Then 30 minutes of individual work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PM: puts minutes in Project Documents folder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Individual actions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ID: the components concept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UID: the user interface concept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ME: trend watching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Specific instructions will be sent to you by your personal coach.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2004-11-23T16:40:48Z</dcterms:modified>
  <cp:revision>21</cp:revision>
  <dc:subject/>
  <dc:title>PowerPoint Presentation</dc:title>
</cp:coreProperties>
</file>