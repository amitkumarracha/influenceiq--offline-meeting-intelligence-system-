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4E9828-09B5-4083-AC97-7E08132CE6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739F7F-479D-4B33-A0C6-E84C144861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FEF409-EC65-494F-BECD-1322168D76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DE2C6E-2050-48E1-ADA1-6AB673F9A3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C42F1F-0846-4712-A0EE-4C1DBA06CE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907FE2-3D33-42FF-8031-F989049369E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FB324C-9069-4C31-96AE-1FDCA0E712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212CE3-D310-480B-91FA-A6B2412616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269DDF-E7D3-4984-9823-950484E4E9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1C4056-FC47-49EE-AFA5-3ED87EB4455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A0A4CB-DC7D-4585-975F-B77954942CC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FE6387-F175-455F-9243-8815B4BC4B7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C695B0-9E51-44AD-8981-B87E3472A8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F61AF9-0F7A-4488-B933-104BB61C75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904900-6DD6-45E0-85F0-8A95077E75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04AD66-4F8F-442A-AC4D-B36435144E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EF53B5-EEFF-4023-BA14-D52AF94554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F9902C-5D5D-4D32-A5EB-910F5FA9A6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C7B3D4-1A6D-4DE7-ABCD-3BCC572CAF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D9DBAC-74B4-4517-BC55-D9C9F2D739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5CEDC8-0D66-4318-9881-85E6F2A4DE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37DC96-B357-4DF3-A242-D60189397A5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6DA184-E365-4638-ACF4-1B93E539754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9AD094-9F84-4379-81C8-BAC959FC3F4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18ACD6-9306-476B-B373-90EDA147CD3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4B8DD2D-8FDA-4B1A-9A04-9DE7BADD437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&lt;Hemant&gt;,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the Power Source: Solar Cells and Batteries (for low light conditions)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Case: Plastic with some elasticity, double curve for ease of handling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Control: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Push buttons for the traditional users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Scroll button with push technology for channel selection, volume control and tele-text borwising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Regular chip for control (pricing is a factor) with speaker support (to trace the lost remote)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user wants to control more than one device from the same remote control. So our TV remote can have little extra things to support adidtional devices like VCR/DVD players which are usually attached with the TV.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button could be a very useful interface to promote the remote.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Users will be interested in a locator device to find their misplaced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puch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Locator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2004-11-23T18:44:02Z</dcterms:modified>
  <cp:revision>13</cp:revision>
  <dc:subject/>
  <dc:title>PowerPoint Presentation</dc:title>
</cp:coreProperties>
</file>