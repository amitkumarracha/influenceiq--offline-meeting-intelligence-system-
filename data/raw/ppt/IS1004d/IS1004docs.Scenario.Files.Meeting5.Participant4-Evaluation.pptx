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B31D1-C85B-4483-82E4-44C85A9861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952C0D-7C15-4277-B69B-EE674DF08F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B737C0-7A16-4F66-AC59-4F95A36BD3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9EDB9F-B567-4475-AEB2-4CDE1FD076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264D33-476B-4727-A07B-75154F8562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1D573E-237D-4DC8-9820-53F41AF278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E921FB-B5F8-4CD6-90EF-AA16587714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2E3547-B2AE-4A98-A44B-D25A432CEE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1436E-0177-436B-9AE3-E650261579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5C2B62-0DEA-43E3-B0A1-F0768FF458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95AE9-1917-461E-9460-EE5DBD750B9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AEC161-4F4F-40B2-8F98-8B4FE821AE2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83599BB-672E-42EC-8756-5F5A351FEC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E5CCF05-4F88-4EC5-B223-399B00A984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4C9F19-3155-4187-974E-308036B805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0AB717-13B3-4E65-8771-4F2C5ADE9D1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AE2421-B57F-466E-A249-CFCC3DC596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AE29BD-0B7E-41CC-9255-D66AFAAD6D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1BECE5-784D-4B74-894F-A9C0F1D2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19A4D-AEB4-470E-91A9-4C31E3A92D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58593F-E3CC-4D0E-B7F1-F0B351A94C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213AC3-6715-4061-A73D-0774F3E731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E979C6-752F-4138-A20F-B87F793CE5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90CA85-6B19-45A1-858E-D15D5838BB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D75ED7-7F6A-4E3F-A213-2C1DD722376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1C3E04-DB35-43B2-925A-FF99C9B5788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