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6F3A5E-D86D-43A3-9945-4E2A9868E15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557088-82BB-484A-AE86-D966CD360F1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10D896-2373-4970-9F4D-17A987C5C5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2D3573-AFCC-4547-81F2-57FA4A56192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763DF4-0C25-4CB9-9607-FC1F0ED5F41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367A091-81C9-4DC5-A02A-3433B5841A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2E683C9-A904-4BE1-82F6-2F346126485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CC074F-D534-404C-BC6C-2E7471695C3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36104E-F8B6-4E1F-8716-3BB950BDE46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67F5205-A635-40E8-BDCC-7DB66B24AA3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CAF36D-EDD7-422C-9C54-C52CAEBD0C78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E6A98F-A25A-4B99-A74E-594088E5DFF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2E18CF-937E-47B2-BAE7-7707F7D6FA4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AE866DC-25C5-4EA1-ACD0-34206E69082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6A21A77-879D-4F7A-A66B-E5055397A48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8CB7D5-F98E-488D-8FD6-5D27FC21A3D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F2DCD1-E723-4CCB-9E26-FE071C09173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42685E-C8EB-431F-8544-D413E4D5A01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FA7F042-E661-4571-8531-B86637F6082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9103843-A8A8-4E95-A0ED-ED68F94B84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A14446-852A-42A7-8BD5-65DC83BCEF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BE7BE0F-C104-4EF8-B6C6-51EC1AC46A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A4F5CB6-71ED-48F4-935E-1F2AE1A796D6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389C506-47B5-4C1C-815C-93B1F83ACCC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79F3B13-201C-4CD1-A1AF-A63723D9DE1C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275D1B04-2ABD-4D51-9D67-1DF93573FC6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&lt;Hemant&gt;,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User Interface of two types: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Press Buttons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2800" spc="-1" strike="noStrike">
                <a:solidFill>
                  <a:srgbClr val="ffffff"/>
                </a:solidFill>
                <a:latin typeface="Tahoma"/>
              </a:rPr>
              <a:t>Speech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Buttons: Normal requirements like bit coding etc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For Voice: Limited Vocabulary Automatic Speech Recogntion system, microphone.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0" name="" descr=""/>
          <p:cNvPicPr/>
          <p:nvPr/>
        </p:nvPicPr>
        <p:blipFill>
          <a:blip r:embed="rId1"/>
          <a:stretch/>
        </p:blipFill>
        <p:spPr>
          <a:xfrm>
            <a:off x="168120" y="46080"/>
            <a:ext cx="5486400" cy="1162080"/>
          </a:xfrm>
          <a:prstGeom prst="rect">
            <a:avLst/>
          </a:prstGeom>
          <a:ln w="0">
            <a:noFill/>
          </a:ln>
        </p:spPr>
      </p:pic>
      <p:pic>
        <p:nvPicPr>
          <p:cNvPr id="101" name="" descr=""/>
          <p:cNvPicPr/>
          <p:nvPr/>
        </p:nvPicPr>
        <p:blipFill>
          <a:blip r:embed="rId2"/>
          <a:stretch/>
        </p:blipFill>
        <p:spPr>
          <a:xfrm>
            <a:off x="1763640" y="2276640"/>
            <a:ext cx="5486400" cy="1161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 the elements on the next slide (copy paste) to form the right schema of the working of the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Be inspired by the illustration on the web page Working_design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"/>
          <p:cNvSpPr/>
          <p:nvPr/>
        </p:nvSpPr>
        <p:spPr>
          <a:xfrm>
            <a:off x="46836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"/>
          <p:cNvSpPr/>
          <p:nvPr/>
        </p:nvSpPr>
        <p:spPr>
          <a:xfrm>
            <a:off x="53964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6" name=""/>
          <p:cNvSpPr/>
          <p:nvPr/>
        </p:nvSpPr>
        <p:spPr>
          <a:xfrm>
            <a:off x="3924360" y="3500280"/>
            <a:ext cx="60948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"/>
          <p:cNvSpPr/>
          <p:nvPr/>
        </p:nvSpPr>
        <p:spPr>
          <a:xfrm>
            <a:off x="6804000" y="3500280"/>
            <a:ext cx="60948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8" name=""/>
          <p:cNvSpPr/>
          <p:nvPr/>
        </p:nvSpPr>
        <p:spPr>
          <a:xfrm flipH="1">
            <a:off x="305892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"/>
          <p:cNvSpPr/>
          <p:nvPr/>
        </p:nvSpPr>
        <p:spPr>
          <a:xfrm>
            <a:off x="5364000" y="350028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"/>
          <p:cNvSpPr/>
          <p:nvPr/>
        </p:nvSpPr>
        <p:spPr>
          <a:xfrm>
            <a:off x="3924360" y="436572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1800" spc="-1" strike="noStrike">
                <a:solidFill>
                  <a:srgbClr val="000000"/>
                </a:solidFill>
                <a:latin typeface="Arial"/>
              </a:rPr>
              <a:t>ASR Decoder</a:t>
            </a:r>
            <a:endParaRPr b="0" lang="en-IN" sz="18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18" name=""/>
          <p:cNvGrpSpPr/>
          <p:nvPr/>
        </p:nvGrpSpPr>
        <p:grpSpPr>
          <a:xfrm>
            <a:off x="2900520" y="757080"/>
            <a:ext cx="672480" cy="665280"/>
            <a:chOff x="2900520" y="757080"/>
            <a:chExt cx="672480" cy="665280"/>
          </a:xfrm>
        </p:grpSpPr>
        <p:sp>
          <p:nvSpPr>
            <p:cNvPr id="119" name=""/>
            <p:cNvSpPr/>
            <p:nvPr/>
          </p:nvSpPr>
          <p:spPr>
            <a:xfrm>
              <a:off x="3151080" y="75708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" name=""/>
            <p:cNvSpPr/>
            <p:nvPr/>
          </p:nvSpPr>
          <p:spPr>
            <a:xfrm>
              <a:off x="3340080" y="90792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" name=""/>
            <p:cNvSpPr/>
            <p:nvPr/>
          </p:nvSpPr>
          <p:spPr>
            <a:xfrm>
              <a:off x="2900520" y="11016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" name=""/>
            <p:cNvSpPr/>
            <p:nvPr/>
          </p:nvSpPr>
          <p:spPr>
            <a:xfrm>
              <a:off x="3338640" y="108720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" name=""/>
          <p:cNvGrpSpPr/>
          <p:nvPr/>
        </p:nvGrpSpPr>
        <p:grpSpPr>
          <a:xfrm>
            <a:off x="1403280" y="3500280"/>
            <a:ext cx="673200" cy="665280"/>
            <a:chOff x="1403280" y="3500280"/>
            <a:chExt cx="673200" cy="665280"/>
          </a:xfrm>
        </p:grpSpPr>
        <p:sp>
          <p:nvSpPr>
            <p:cNvPr id="124" name=""/>
            <p:cNvSpPr/>
            <p:nvPr/>
          </p:nvSpPr>
          <p:spPr>
            <a:xfrm>
              <a:off x="165420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5" name=""/>
            <p:cNvSpPr/>
            <p:nvPr/>
          </p:nvSpPr>
          <p:spPr>
            <a:xfrm>
              <a:off x="184320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" name=""/>
            <p:cNvSpPr/>
            <p:nvPr/>
          </p:nvSpPr>
          <p:spPr>
            <a:xfrm>
              <a:off x="140328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84176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" name=""/>
          <p:cNvGrpSpPr/>
          <p:nvPr/>
        </p:nvGrpSpPr>
        <p:grpSpPr>
          <a:xfrm>
            <a:off x="2124000" y="3645000"/>
            <a:ext cx="954000" cy="174600"/>
            <a:chOff x="2124000" y="3645000"/>
            <a:chExt cx="954000" cy="174600"/>
          </a:xfrm>
        </p:grpSpPr>
        <p:sp>
          <p:nvSpPr>
            <p:cNvPr id="129" name=""/>
            <p:cNvSpPr/>
            <p:nvPr/>
          </p:nvSpPr>
          <p:spPr>
            <a:xfrm>
              <a:off x="212400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" name=""/>
            <p:cNvSpPr/>
            <p:nvPr/>
          </p:nvSpPr>
          <p:spPr>
            <a:xfrm>
              <a:off x="250164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1" name=""/>
            <p:cNvSpPr/>
            <p:nvPr/>
          </p:nvSpPr>
          <p:spPr>
            <a:xfrm>
              <a:off x="274788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2" name=""/>
          <p:cNvSpPr/>
          <p:nvPr/>
        </p:nvSpPr>
        <p:spPr>
          <a:xfrm flipH="1">
            <a:off x="450036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"/>
          <p:cNvSpPr/>
          <p:nvPr/>
        </p:nvSpPr>
        <p:spPr>
          <a:xfrm flipH="1">
            <a:off x="6011640" y="3789360"/>
            <a:ext cx="78876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4" name=""/>
          <p:cNvSpPr/>
          <p:nvPr/>
        </p:nvSpPr>
        <p:spPr>
          <a:xfrm>
            <a:off x="3132000" y="3789360"/>
            <a:ext cx="3240" cy="79200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 flipH="1">
            <a:off x="3132000" y="4581360"/>
            <a:ext cx="789120" cy="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788000" y="3789360"/>
            <a:ext cx="0" cy="72072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fr-CH" sz="3200" spc="-1" strike="noStrike">
                <a:solidFill>
                  <a:srgbClr val="ffffff"/>
                </a:solidFill>
                <a:latin typeface="Tahoma"/>
              </a:rPr>
              <a:t>I will be interested in one ASR based Remote control.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2004-11-23T16:34:35Z</dcterms:modified>
  <cp:revision>13</cp:revision>
  <dc:subject/>
  <dc:title>PowerPoint Presentation</dc:title>
</cp:coreProperties>
</file>