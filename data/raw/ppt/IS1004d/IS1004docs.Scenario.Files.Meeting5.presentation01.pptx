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EE393-EEAC-4024-ABA9-EF242E2C5A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2AF37A-8B50-4DE4-A7D2-95879D0509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53A37F-D279-49F3-884C-FA2F826E4F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43A1F-7EC7-4FF2-B262-DAFAD779EA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4B2EB-09F1-49F1-9CE8-22DC1AFBE3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3E649F-64C4-4A29-B3F3-7A9F5CC081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E5695-3CF9-4888-BA9E-0289D2DF09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C90F36-5C31-486F-81C2-31B466D4E0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3E62B-5E10-403A-BDD8-9693741B99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B1882-B202-46F0-BEF2-84E90EB888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9CFB6-CE24-4EF8-BD3C-DD13C0E971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21BC85-06BA-4339-9FF9-465915B652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9C4432-312F-4C84-8D5A-89CFA64027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379AD0-A6CC-48A2-9AA7-6D771D8B83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622F63-0935-4F50-9B66-261425C744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5680DB-51C8-49E7-A90C-786DD393CF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84762A-08C9-46DC-B077-941FF83B17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069161-7924-4C20-AB41-222ADA002C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4EC2F9-2445-4ECF-8BF6-434A2F53EE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52610A-882D-41CC-8068-154A357D68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2E0061-8EBB-4736-8FE5-C0CB1F4923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172935-75EA-4122-A2EB-72EEDD4482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91319E-D099-4E8F-BFFD-6ACD0AE80E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9F8195-F78B-413A-915A-5B154137DA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8E8DAF-52A4-4DEF-A8D5-48A6E27B693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ABEF9C-A268-47A5-B18F-F49F7773DA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