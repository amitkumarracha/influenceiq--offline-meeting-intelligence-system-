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7D7095-AB1F-4600-896A-0623AA99A5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BFC974-059E-4484-8D4F-69E73C274A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A27958-A4EC-4853-BF48-E549B131F7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259D3B-95E7-455B-99D8-C17D7FF8E2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5DFF3D-25F7-4D25-960A-07C8EA3CFF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9520D-B516-4E92-8756-018E2563A9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719C5E-5058-464D-9E1D-095E566D94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E86475-BABD-4200-9E6B-E1F7E224C5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79A5D5-6E2E-45E7-891D-432AB6C928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42E1E7-C4DF-46FD-AB6F-7D22B92B7D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44048-95DC-4F67-9861-700F4B054E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5AA92A-D654-4943-8F76-0C1F3FE4B8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D32664-167B-46BE-B897-0C2F1C8744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8205BB-911C-414C-B21A-5DA6F069C8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6F8BA9-6A2B-4C61-8C39-A667D44C93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18A8B9-9500-4DD2-8B9E-C3D0361CEE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A5B6E2-5363-4896-ABC5-8E208C8E42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C8BA1D-EAD7-4E7D-AAB6-63914F2447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1C3790-697C-4973-BE8A-62B912CBD3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03A42C-C6C2-41F3-AEAA-92A4FC7C9C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5A4951-BEAB-401C-830A-105AECDE0B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376EA8-B171-4727-915B-25E8F1F939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96AF64-6021-4057-A128-A7B5BAED76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BA9D7B-641B-4BAF-8E62-CC40777D6B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BFDBAB-C8D2-4B4D-81FF-A730A1D0FB57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60CCA3-6E0B-4DFF-8A15-6D33A049D022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&lt;Michele, Hemant&gt;,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Functional Designer,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Case: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Banana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Elastic 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Yellow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Base station for charging batters and remote locator (RF element located).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2004-11-23T20:06:34Z</dcterms:modified>
  <cp:revision>15</cp:revision>
  <dc:subject/>
  <dc:title>PowerPoint Presentation</dc:title>
</cp:coreProperties>
</file>