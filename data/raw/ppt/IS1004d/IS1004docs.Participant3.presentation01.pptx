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jpeg" ContentType="image/jpe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18C885-B2AF-410F-B7B7-BA87D8B9039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76E7EF-A3CF-4E44-A1E6-F3721892037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90BF2F-8672-400F-A84D-9407FBAF562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11786E-8257-49C7-B5D4-E091599D551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97C326-19DB-49D0-A4CB-AFBB768CDAA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30641F2-D27F-4930-AF91-535A04A55E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76F775D-BA14-48F3-994C-50158C1B6D3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537EC9-4E1E-4EFD-BE06-C4F09901C78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2024B73-4940-41A7-922D-4C25123D28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34CF8F-5B0F-43E9-BCCB-CBBBC198E4D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16B8F8-65B5-458E-9C6C-C7A86E534F5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BF07DBC-D7D5-48B2-98AF-630B27BEFED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5B68C5A-829B-4422-BC12-45154C6AF8D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F8A757-0D22-42EC-B3AF-A4D366DAA4F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09FC72F-9ED1-4071-A902-9BFF772678D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6DCC43-8C99-4BB1-91E5-9FB38648D9F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61A679-256A-457B-B2E8-9051094F98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9DF548-0D0B-4F81-9A38-52D195D10EF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20C6AE-2581-4B3B-8A38-DD98F075F9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66F09D-04E7-401F-B8D1-3D890E699FC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834D9C0-6C21-48DD-B1DC-DA3BDFEDEB8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17263D-2DD4-4B77-BACB-E15C06E9DA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081C36-35CD-4A2A-8B4F-52BBC6D6622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EDBC458-E501-4C31-8312-EDF83622919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991DE22-CF67-4DD6-9DD7-19DCE0AC172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71128E5-2572-492B-9BD2-910B2CFCC1EF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://www.remotecentral.com/take/takebig.htm" TargetMode="Externa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Michael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Searched for features that I came up with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Looked at top remote controls on epinions.com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Remote controls range from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cheap to the extravagant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Many universal remotes now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have LCD screens but are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expensive</a:t>
            </a:r>
            <a:br>
              <a:rPr sz="3200"/>
            </a:b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Clear Take Control. Click for a large (140kb) version.">
            <a:hlinkClick r:id="rId1"/>
          </p:cNvPr>
          <p:cNvPicPr/>
          <p:nvPr/>
        </p:nvPicPr>
        <p:blipFill>
          <a:blip r:embed="rId2"/>
          <a:stretch/>
        </p:blipFill>
        <p:spPr>
          <a:xfrm>
            <a:off x="6659640" y="836640"/>
            <a:ext cx="1904760" cy="4029120"/>
          </a:xfrm>
          <a:prstGeom prst="rect">
            <a:avLst/>
          </a:prstGeom>
          <a:ln w="0">
            <a:noFill/>
          </a:ln>
        </p:spPr>
      </p:pic>
      <p:sp>
        <p:nvSpPr>
          <p:cNvPr id="101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349USD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6840" y="1600200"/>
            <a:ext cx="425916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Highest rated on</a:t>
            </a:r>
            <a:br>
              <a:rPr sz="2800"/>
            </a:b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epinions.com: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Harmony SST748</a:t>
            </a:r>
            <a:br>
              <a:rPr sz="2800"/>
            </a:b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Simple: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Buttons can have multiple functions depending on the task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4" name=""/>
          <p:cNvSpPr/>
          <p:nvPr/>
        </p:nvSpPr>
        <p:spPr>
          <a:xfrm>
            <a:off x="7020000" y="5084640"/>
            <a:ext cx="1368360" cy="3682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>
              <a:lnSpc>
                <a:spcPct val="100000"/>
              </a:lnSpc>
              <a:spcBef>
                <a:spcPts val="1125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800" spc="-1" strike="noStrike">
                <a:solidFill>
                  <a:srgbClr val="000000"/>
                </a:solidFill>
                <a:latin typeface="Arial"/>
              </a:rPr>
              <a:t>112USD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05" name="" descr="Harmony SST-748 Remote Control"/>
          <p:cNvPicPr/>
          <p:nvPr/>
        </p:nvPicPr>
        <p:blipFill>
          <a:blip r:embed="rId1"/>
          <a:stretch/>
        </p:blipFill>
        <p:spPr>
          <a:xfrm>
            <a:off x="4788000" y="1125360"/>
            <a:ext cx="3705120" cy="37054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Program-driven rather than channel # driven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LCD screen displaying program names, scroll to them (probably too expensive for us)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We put the fashion in electronics”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2800" spc="-1" strike="noStrike">
                <a:solidFill>
                  <a:srgbClr val="ffffff"/>
                </a:solidFill>
                <a:latin typeface="Tahoma"/>
              </a:rPr>
              <a:t>Extensible to perform as many “cool” tasks as possible.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2004-11-23T16:34:48Z</dcterms:modified>
  <cp:revision>8</cp:revision>
  <dc:subject/>
  <dc:title>PowerPoint Presentation</dc:title>
</cp:coreProperties>
</file>