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C1F541-045F-4040-84BA-1F7A1CF685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4B6CA5-A7B8-4B19-B363-3E77FDC01A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14EC9E-D3C6-4FAB-9F57-C904A09DEC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D7866B-1662-4C1F-B33D-3C29C4F075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833708-9C93-490B-9E06-5FCEC7D23B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FBAC89-9A1C-4DEE-9C4E-1FCE06C7C5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107CC0-4BED-4F9F-9141-9AB0FC8CFC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4B7B18-DF2B-428C-9DCD-EE34661215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2B7F07-B296-47C9-8BBA-E5C38E681B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F9D27F-9444-403E-83F7-C3A382835B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031B0A-3209-471B-AE5C-14C9E21877E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0B14CA-B9DA-4651-A019-F4417848A11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56C64A-6060-4348-BAB6-B93B6B43A1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FC091C-AFA3-49CD-8DDD-A1C616381C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FBC6B9-4823-45AD-A965-562BDCA9CA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312B2F-D1BB-4204-BD97-4F9D6A2183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84763A-E1E0-481A-A675-744D40442E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145B5A-684F-482A-9547-F444BC90AF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EAEF8C-0892-495D-B833-03FE211D87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B18D3A-A363-44A1-9C4A-851AFF32E4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AB3649-9C59-45A7-B741-7A3207E3E3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50C889-DB02-4B36-AA3A-CFBEA919C0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866881-E244-4C0A-AF29-FF051510D9F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13526D-9966-4FFC-B607-D411E27D89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5672AF-0AC0-4CCE-8973-2AC6B7CDB09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E85B73D-AF29-4C32-A28E-2C8C496FA97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brilliant minds at our technology division have developed an “integrated, programmable, sample sensor/sample speaker unit 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Allows lonely people to have a conversation with their coffee machine and/or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Since the speech recognition technology has already been developed, we may wish to reconsider speech recognition in our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However components may still make this too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3708360" y="2637000"/>
            <a:ext cx="2735280" cy="309708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419640" y="3716280"/>
            <a:ext cx="288720" cy="72072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1403280" y="364500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Turbo button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987640" y="3933720"/>
            <a:ext cx="432000" cy="716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4140360" y="4149720"/>
            <a:ext cx="79200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5219640" y="4149720"/>
            <a:ext cx="79236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4067280" y="314172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Volume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427640" y="3500280"/>
            <a:ext cx="0" cy="576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5013360"/>
            <a:ext cx="18716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Channel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5508720" y="4508640"/>
            <a:ext cx="287280" cy="5047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2004-11-23T18:43:46Z</dcterms:modified>
  <cp:revision>8</cp:revision>
  <dc:subject/>
  <dc:title>PowerPoint Presentation</dc:title>
</cp:coreProperties>
</file>