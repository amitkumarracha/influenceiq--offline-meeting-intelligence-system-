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540678-C020-459B-88DD-8B836E3014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67235A-E9DC-4796-85BA-6A9F168732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BA22E6-B332-43D7-8557-046B7A6FFA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4EDAF4-2810-45D3-AC32-5EFAC521E4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F8B105-F920-4EAA-A815-61CD73C232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674A91-E479-43E4-9785-2C77131CB4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461228-5FAE-4BBA-B55C-E365681FEB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3C8FE3-24E0-4C6B-B5EF-C6B8CCA222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373EFE-9BA6-4D47-868D-11CF40AC59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13C4DB-0F9E-4839-8A3B-C5BCCE5E9E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F0BAE1-1630-4738-A828-CB0A0A4A031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8AF7D5-01A4-4F3F-91EA-E3F871086A0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D3A797-5A7C-4AAB-9A54-82BC3BA59D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6DB465-15B4-40DC-9FDC-E7EFB814D8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AD63F0-FF93-4AA9-B9F6-E526C3C8A9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6DB632-0FDB-4C0F-BCBF-457F150A4C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A3DAF1-227B-407E-9203-78FCB28F15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3BEE52-DC79-4E95-8D60-EE144B9AE9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133573-1C68-4069-8761-2FFE88040D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FF37DC-F819-4FF6-9449-6B55034CBE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4C0C05-5591-4358-AA3C-540BB6E4DC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A5CB7D-A630-42A8-963E-67D016A344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C6C306-BCE4-4BEE-95CA-30E0A21D1AF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055D12-6C7E-4DCE-9ADC-8CF48BC85F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E53934-D19A-42AD-B918-6FEB7017AB1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6BA7A21-D026-488B-9091-B8C07605722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2005-02-02T16:29:16Z</dcterms:modified>
  <cp:revision>33</cp:revision>
  <dc:subject/>
  <dc:title>PowerPoint Presentation</dc:title>
</cp:coreProperties>
</file>