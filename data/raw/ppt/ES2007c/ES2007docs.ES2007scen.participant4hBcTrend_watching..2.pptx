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BED93A-77FC-48B8-B345-BD780F8E3D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9B4FD2-6D10-421D-B7DF-B28D52109F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F1BE40-1F0D-4B5D-8A23-D236F795CC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410688-D4A3-4B1F-AB8C-EBAA71EDA1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A2C9AF-2975-4178-BE81-E4796AA2D0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A3AFA7-9A4E-4B4D-A36D-99FA4160EC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3D1CDA-3360-4180-927D-B1828A1136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96B7AE-DD99-42D8-A353-74FB1127FA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5496B4-3666-4FFB-B9F9-3AA9557969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AD7EF9-388E-4C61-AF76-C10A361757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7A5EA7-96F7-40DA-9BE7-93B6E599D7B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B696C7-DA5F-4CC6-B0C4-31F19E1819F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E4CD53-C937-47AA-8F7C-E7FBEA49A0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5FFD38-3F80-44FD-9A1B-9D39B0C9D5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80906E-C558-4DD5-83EB-D469F60876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F60A8C-AFD9-4D74-B054-ADF70F2B71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C8BEDA-D8A9-4CB4-A7C9-17DF2DB9CC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7B9E8C-DB84-492E-BBD7-7CDD630309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096F59-9451-4651-AFA4-FE1686412F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DFA611-C38E-4A86-83A3-191174F524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209200-631D-4294-9E8E-B2F375522B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FAD5E2-D3C6-456C-A5EE-E03E6FB250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11AF06-6CD3-470D-A92A-C4153471F5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89E180-C140-4DEA-BA02-76D5FE6B6A3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E8FDDB7-8A42-4A79-B059-29C788B1020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9A835E-830C-47C5-83C0-FE24B43D81D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From looking at this years trends and fashions.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And, from the recent investigation of the remote control market.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Findings from remote control market.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important aspect: Looks and feels fancier that the existing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Second important aspect: the Remote control should be Technologically innovative.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third most important aspect: the remote control is easy to use.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 in the fashion industry.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Next years fashion: Fruit and vegetables are the most important theme for cloths shoes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feel of material  which is IN this year is “SPONGY”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Move away from the current remote controls look and feel.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Change the look and the feel while still keeping to the companies image.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2005-02-02T20:29:18Z</dcterms:modified>
  <cp:revision>9</cp:revision>
  <dc:subject/>
  <dc:title>PowerPoint Presentation</dc:title>
</cp:coreProperties>
</file>