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5FFD77-B146-4DE5-8C45-5D51E8884FA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D7D6D2-2741-4C9F-8DC7-B8F1D78206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0DF6DF-2D86-4412-BF73-ABA41C30CD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BE7CED-A8EB-4A64-AAB8-7CC79D4A28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E27843-EA7D-4DBB-A162-1663DE3C3C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A10C6-4A6F-47BC-A597-851660BC9A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568369-9525-4542-AF64-55FE69DBE3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EB67F6-3299-4046-9F5B-7E752FB0D5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5511E1-BC13-4B53-BAFC-35C3B5339A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FC33C7-275B-47EA-BBDF-7B1E4697AD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FEF80B-1CCF-4ECC-99CB-CDFA26F8EF9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F99194-D1F8-4E4E-8A17-A54BE55487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5651C4-77A3-4911-8DF4-7F23BE7B97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4206E7-4480-4DFD-B19D-C38608FD95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3FAEC7-5124-472F-9857-3935F0CB80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42A61B-0D54-4D65-9213-E8B7880103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1302DD-2699-4F34-819A-06A031E20A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7AE651-1091-47DD-A08A-262FF5890D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2F9089-2415-4122-9B4C-77FFABF4A3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5204A3-BE10-4E73-80E4-0E76759C5D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BD968B-15C6-4196-8473-6B2C8DF2A7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BE91FC-BFFD-42EA-8BD0-9641ABF44C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F5C47E-0A9A-4740-938E-DC92EA2AD0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7F4806-CF75-40B2-B7EF-48C718A2B4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CB0576-4769-407B-A8BE-4AC4C200580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E992CBE-80FA-4D0C-B756-D5353240547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Reissa,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Evaluate each criteria on a scale of 1-7.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1-true, 7-false.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Criteria's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Look and feel: Does the remote look cool and fashionable? Does it feel “spongy”?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New Technology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Amount of buttons: Contain only the necessary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Getting lost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white board.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2005-02-02T21:26:22Z</dcterms:modified>
  <cp:revision>13</cp:revision>
  <dc:subject/>
  <dc:title>PowerPoint Presentation</dc:title>
</cp:coreProperties>
</file>