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99C20B-3065-49C8-8556-77DDA496EF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F78539-3AE0-4C0F-8377-557108B09A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A4B1A3-D05E-43F3-A120-88BAD295CA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04C17F-D257-4A11-B2CC-6C4A91BF49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7AED9E-7132-44EA-BF59-0065161785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8FB73D-2FC7-43B6-A9EA-0CA3966DC9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2089CD-9169-4AA3-822A-E1C049F65F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DDDB47-8199-474E-AE4B-A694B874F8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0FE598-9892-4585-BA9D-0238DEFA92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83864C-821E-48BB-A136-D86BA5A32E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C7E2F3-CC50-4C80-8BAB-99E0519806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89246D-F411-4715-A1E8-29C380CDD2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BC034A-EADE-417C-84CE-E1C8B08A1B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37FEB9-8113-4198-BF1E-843EA148D5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AE0102-45A6-4514-934C-B869E35899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C79AE9-F7BB-4639-967D-574885F5F0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2B83E4-9599-4ED9-A7AE-C9B02428AA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FF2F4A-8219-4FA2-8F79-9FCA908AFC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D39A7A-1656-41CC-B974-31CC880EE6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8D59AE-19D9-478E-A083-4E2F0B0CB9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3DBA24-CC9E-4A90-AA73-8904B98015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CE8FFF-3F2D-4B40-99D4-A227622B5F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01568B-C966-4A68-AE77-FF1BE9AB0A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01999B-222A-412F-BEB4-A368552DBA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8322A55-2654-469F-8796-BB4CC13337A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7315A1-B60E-43DE-88E8-0E6132AD90D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Gabriel,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Looked for inspiration from existing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want something that is familiar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 we can take what is familiar and perfect that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Improve existing designs; maintain basic functionality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There are some basic functions that must be included: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Volume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Numerical keys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 keys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There is a dichotomy of engineering-centered and user-centered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former provides a lot of functionality but the latter emphasizes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My preference is for the latter, i.e. centered on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Question for marketing guru: how much will this cost us in profits, or will it?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2005-02-02T17:33:05Z</dcterms:modified>
  <cp:revision>11</cp:revision>
  <dc:subject/>
  <dc:title>PowerPoint Presentation</dc:title>
</cp:coreProperties>
</file>