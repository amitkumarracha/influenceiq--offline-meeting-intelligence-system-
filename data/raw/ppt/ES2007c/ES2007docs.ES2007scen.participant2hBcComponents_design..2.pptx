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DAF96-6ACA-401F-A1DA-0E65C4FECB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54A1F6-7320-4FE1-9E20-108CAF4002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C0AA91-6B50-4BFE-8C03-18CE9AE638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AB159B-32D5-4FA3-B60C-EDBC936998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517AC4-F486-44B6-BD10-B6C7F379BE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5BA890-2142-441A-B43D-D846D1F0EC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49C967-A9D4-49F6-BE5E-F4DB682C55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C8F8B5-3282-459C-A017-5C2E34ED43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27CD17-4F9C-4AB8-9C92-1356DEB1D1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0A16B4-D376-47DA-8712-1A6A2F6DE7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C98A73-A35B-4988-B0B8-D5C3CFA834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2BF3AD-D55A-49A2-B446-E6B285C8D8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005767-8767-4B83-AB51-5A3FA80848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F8171E-E69A-4DFD-A99F-102D4B35F7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5F81C0-E5A9-46A1-BF44-1C4A731F76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56BF4E-CE3A-4ADF-ADE7-2914A106B4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7CB7C4-0809-4111-A653-2CCD218225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7EB7DE-07A3-4133-871F-60E8F3386A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E1EFE5-1886-44EF-876A-8A601ABDAF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1FEC18-37FC-44F0-BCFF-A84421716F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BCDF1-04DF-47AC-8F37-8F3FF29A0F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BE76AF-DA41-4372-ABFB-7B46051514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DBBB06-D083-468F-A1F4-A2E2E01D9D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9AA11D-E6D8-4953-B8BE-41D38E42FF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963B99-B8D7-4DA3-ACB2-E6C973DC59A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FECD1A-88AC-4273-8A14-D2727C791D2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RR Energy source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hand dynamo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kinetic provision of energy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Cases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general case: uncurved (flat)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more original case: single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or even double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material supplements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Plastic,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Latex (won't allow the use of solar cells as energy source),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rubber (used in anti-RSI stress balls),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wood,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titanium (can't use the titanium for the double curved cases)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scroll wheels with optional integrated push button (such as in the modern computer mouse),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liquid crystal displays (LCD)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multiple scroll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Note: if you use a rubber double curved case, you must use rubber push buttons.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Simple (push buttons),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Regular (scroll wheel – higher price range),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advanced chip on print. The chip on print includes an infrared sender. (display, again more expensive)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RR have just developed a sample sensor/ sample speaker.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2005-02-02T19:54:36Z</dcterms:modified>
  <cp:revision>13</cp:revision>
  <dc:subject/>
  <dc:title>PowerPoint Presentation</dc:title>
</cp:coreProperties>
</file>