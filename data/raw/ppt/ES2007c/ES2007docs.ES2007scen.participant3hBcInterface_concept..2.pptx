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561861-F696-41F6-9549-50A6FAD402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77F5A2-844D-4950-A7D1-BED12B6BD9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499ECC-8B9E-4FD6-B6E5-C529153CF0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26830D-665D-4591-8BE2-44BD178D0B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F470AE-22F6-4ECC-B287-2B3003A8E5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4C2F1E-345E-4E09-8E9A-5C0F147FD9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4B9376-56FD-46F5-9BE0-49FED049D3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07454E-E97F-4D60-9FEE-746D4F54B5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A1A17E-02A5-4B5F-8399-46E4F99977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D7A728-BCDA-4100-A86B-930087C780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5D966B-4145-463A-A54C-F3FF852748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BB8CBF-03CF-489D-B846-D4B45C84716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2F4508-AF17-4DB1-996A-AEA9846903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9FA3C4-0C83-43FF-B8BA-44876A1D55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F9C1FE-E728-441F-AC95-E6ABFF9BB6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938482-FD5E-4619-91CD-27363B4908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DD667B-E5B2-472C-88C1-E4062123C1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0A4F17-D0D1-4E0D-B1E9-CAE4DD0867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EB33D2-65C4-4469-ADA9-71F0C4FBE3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E5E2DA-D3BE-42F4-8BCF-243E591878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2E2905-6803-4652-BD05-00E18D592C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739168-6169-4EC7-A753-E38B7D564C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7C0343-70AC-4AE5-9215-E2B87DAADF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F959B2-01CF-45FC-8B8A-F5EBE52C330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994952-F848-499E-8B2B-6A485781268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E8CE6BA-4B30-4C7F-B1D4-8B5EB00A486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Gabriel,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Consulted our manufacturing division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Took Reissa’s marketing findings into consideration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Real Reaction has pioneered some new interface components that might be applicable to our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Some of these new interfaces have been used in other products, e.g. coffee machine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interface currently used with new RR coffee machine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Sample sensor/sample output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could use spinning wheel w/ LC display as in iPod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could consider a niche remote, geared either towards kids (e.g. bright colors, playful keys) or towards the elderly (e.g. giant and impossible to lose)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Findings, Continued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Key layout and design are crucial so that users aren’t always pressing the wrong key, e.g. up volume instead of down volume.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 neglected to mention that we need a power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is quite limited, e.g. it only provides a verbal answer to a question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Rather than niche market, I think we should continue our plan of making a good “general”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No spinning wheel, LC 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2005-02-02T19:46:57Z</dcterms:modified>
  <cp:revision>8</cp:revision>
  <dc:subject/>
  <dc:title>PowerPoint Presentation</dc:title>
</cp:coreProperties>
</file>