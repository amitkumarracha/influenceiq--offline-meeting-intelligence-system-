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644E6B-11F0-404A-B3DC-D78E24EB12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D5F251-9F99-47A4-90EE-857D6F5CDC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18270C-522E-4FE3-AC62-BA44C3F6CA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83FF5F-C684-4C3F-A699-A785C471E7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B08D29-FEAC-46DA-BE79-054CBDE713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18B335-E046-4528-A1FC-0877C98022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CB1679-58AD-41B9-B642-1346C6439E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F2C895-4783-43D1-AE9E-DB94152BF2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FBD4AB-A058-4559-90D0-07D872F5FA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7B8D5A-99B4-4223-86CC-F6AF6290062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FBB1D1-9F3F-4050-8C07-102BDAB71F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677468-36A2-44CC-B55B-56ACFA18CA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40CA7B-8565-4E21-A077-80506AF2C1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8B871C-0110-4FF6-97C1-3B7A1FEEB8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0431EB-87DB-4CFA-84A4-2B3C5BE81B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E5EF88-F9D9-416B-8F35-DD7BED0B80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A816ED-321E-4948-8523-82C0FD2D24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831C7F-A50E-4095-A56D-E286CDBEA9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4B2038-4542-473E-8429-C24C77F5C8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4E080A-7315-4C03-B185-CA17822682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F10C76-877D-41FE-BC84-1B92DF600F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D4A016-052D-4531-930F-456BAD576B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FF10E1-7EEB-4B1B-8091-B9233EC8E02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18596D-C437-48E0-89D6-E7CF932F45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012EF2-4261-41E9-8081-1E999F851B0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9D1E5B1-13B5-4F82-BB30-FD89C23559F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Catherine Canevet,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idea: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250920" y="2565360"/>
            <a:ext cx="8686800" cy="183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39528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2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6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7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0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595800" y="3016080"/>
            <a:ext cx="346608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Energy source: 2 RL6 batteries.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Infrared bulb.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2005-02-02T17:38:25Z</dcterms:modified>
  <cp:revision>14</cp:revision>
  <dc:subject/>
  <dc:title>PowerPoint Presentation</dc:title>
</cp:coreProperties>
</file>