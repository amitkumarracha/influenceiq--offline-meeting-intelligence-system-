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24A300-FFCE-4F5D-9ED8-A27CF3C3F2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38FD0D-7EC4-4E75-8B4D-54AA2C12C3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87D0C0-BF39-48D9-BF7C-20DA8C42C3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14362B-04F8-413E-8ABE-12D2218225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541F88-B052-4CA8-8FEE-797FC9A078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33605E-AAA2-4678-B220-8B79393658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1F9166-61D0-4451-9871-E7E2A34D26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42DE45-A655-4EAD-87B4-8773E94779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8DFBCD-3551-4171-9608-4F308DBDC2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CF5B9F-9F38-4C00-84E0-5B706C7480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98B1B0-274D-453D-9CE4-62CA41FF591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7FD965-7B71-458A-A1AC-32C77F456F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E8E810-30FE-4B56-88F2-638BF1D52C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7B57BC-60FC-493C-BDE7-B72C1034F6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D354A0-65BB-4C13-B3FA-1D4EB472E2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F3DF3E-F34E-4AC8-ACD0-17074B6AE0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D1B0B9-B8C2-479B-A15F-A3DB2D594F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583A33-3182-453B-B6CA-B65BCC3765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866E6E-531B-4339-AD35-49B49D2188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5317FC-97B7-4F02-A62A-ABE7DD9CDB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2A2D2F-3D22-453B-92A0-ED70CF7507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51C323-61D1-4BFB-812D-505AAE33A6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A059D7-5C30-4342-A2A7-685C6BF8F40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F89433-E32F-44BA-9E31-B7F5B9EC34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5B3F77-A664-4A9E-812A-9D099CE373F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8A9E14-D394-4ADC-B84D-BEB0C42D3AD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Reissa Hainsworth,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Observed remote control users in a usability lab.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participants were also asked to fill out questionnaires.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Total number of people tested was 100.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of users find the remote control ugly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80% of users would spend more money if the remote look fancy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50% of users say that they only use 10% of the buttons on the remote.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users say they Zap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It takes to much time to learn how to use a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Remotes often get lost in the room.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 especially for older people who find it difficult to learn new things.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Looks really cool/flash and groovy!!!!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find.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2005-02-02T18:10:35Z</dcterms:modified>
  <cp:revision>14</cp:revision>
  <dc:subject/>
  <dc:title>PowerPoint Presentation</dc:title>
</cp:coreProperties>
</file>