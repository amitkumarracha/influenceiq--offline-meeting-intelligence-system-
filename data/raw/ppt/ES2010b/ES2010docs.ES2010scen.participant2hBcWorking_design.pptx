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D9AA2E-3530-4EF6-AD04-DF31748DAA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D42816-6D93-4C96-BF33-514C8676D9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9FB570-19AE-4F91-98C5-33149604D8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CE500F-60DD-475E-B45B-6CE0044FF7C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536513-241E-4D33-87F2-0DFEA4A8D76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BABC84-229F-4BD0-9CB5-3B122B074BC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D49718-76BC-4117-B335-E7D6AA6A47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7E3510-C2E3-4B0E-BB9E-D7871659A7D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046027-D1E4-49E7-B0BA-CD248D5872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CEABD4-0C4B-40CA-B4BE-A968354FAE9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E5FB19-55FC-4F29-8E90-0033D19FE63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0B3455-28E0-4902-B298-5A36205DDB5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FCEE0D-B44D-475E-A4DF-8A5612AD13B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EB0334-A7B9-4452-A474-5362F96ED1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695442-DD3A-4A67-812B-EA0982306E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5C03BB-4922-4B38-A026-0E1CBDCF2A0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2B1233-8E75-4198-A610-E0AD98009B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16E8DC-C345-476E-BCCB-72EF76ACB3B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F42808-FAF4-4BEE-89E2-76F84B45AEC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DA2CEF-5D4B-4356-98B6-C620C9F064A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9CD668-D9A8-42BC-8639-C82CC5D8D3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FFF277-795F-4E55-BE01-6E90EB720CF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1EC2A3-06CD-4EA7-A20B-9BE8B151638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E4B38B-B854-4833-8820-E56CE5EEDB1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29541E9-C9B0-4DD4-8DC8-34113D0630C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D74269E-8C4E-4862-8B95-27D00373987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Amber MacAdam,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Power source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Smart Chip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Extra functions to be completed through an additional 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Power source- Batteries (2 AA or 4 AAA)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Large On/Off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Selection button for various entertainment devices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Smart chip that permits universal application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53964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324000" y="26028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3995640" y="765000"/>
            <a:ext cx="609840" cy="60984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5" name=""/>
          <p:cNvGrpSpPr/>
          <p:nvPr/>
        </p:nvGrpSpPr>
        <p:grpSpPr>
          <a:xfrm>
            <a:off x="2916360" y="765000"/>
            <a:ext cx="672480" cy="665280"/>
            <a:chOff x="2916360" y="765000"/>
            <a:chExt cx="672480" cy="665280"/>
          </a:xfrm>
        </p:grpSpPr>
        <p:sp>
          <p:nvSpPr>
            <p:cNvPr id="106" name=""/>
            <p:cNvSpPr/>
            <p:nvPr/>
          </p:nvSpPr>
          <p:spPr>
            <a:xfrm>
              <a:off x="3166920" y="76500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"/>
            <p:cNvSpPr/>
            <p:nvPr/>
          </p:nvSpPr>
          <p:spPr>
            <a:xfrm>
              <a:off x="3355920" y="91584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2916360" y="110952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3354480" y="109512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0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11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4" name=""/>
          <p:cNvSpPr/>
          <p:nvPr/>
        </p:nvSpPr>
        <p:spPr>
          <a:xfrm>
            <a:off x="5076720" y="836640"/>
            <a:ext cx="60984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25" name=""/>
          <p:cNvGrpSpPr/>
          <p:nvPr/>
        </p:nvGrpSpPr>
        <p:grpSpPr>
          <a:xfrm>
            <a:off x="900000" y="3500280"/>
            <a:ext cx="673200" cy="665280"/>
            <a:chOff x="900000" y="3500280"/>
            <a:chExt cx="673200" cy="665280"/>
          </a:xfrm>
        </p:grpSpPr>
        <p:sp>
          <p:nvSpPr>
            <p:cNvPr id="126" name=""/>
            <p:cNvSpPr/>
            <p:nvPr/>
          </p:nvSpPr>
          <p:spPr>
            <a:xfrm>
              <a:off x="1150920" y="350028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"/>
            <p:cNvSpPr/>
            <p:nvPr/>
          </p:nvSpPr>
          <p:spPr>
            <a:xfrm>
              <a:off x="1339920" y="365112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" name=""/>
            <p:cNvSpPr/>
            <p:nvPr/>
          </p:nvSpPr>
          <p:spPr>
            <a:xfrm>
              <a:off x="900000" y="384480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9" name=""/>
            <p:cNvSpPr/>
            <p:nvPr/>
          </p:nvSpPr>
          <p:spPr>
            <a:xfrm>
              <a:off x="1338480" y="38304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0" name=""/>
          <p:cNvGrpSpPr/>
          <p:nvPr/>
        </p:nvGrpSpPr>
        <p:grpSpPr>
          <a:xfrm>
            <a:off x="1619280" y="3645000"/>
            <a:ext cx="954000" cy="174600"/>
            <a:chOff x="1619280" y="3645000"/>
            <a:chExt cx="954000" cy="174600"/>
          </a:xfrm>
        </p:grpSpPr>
        <p:sp>
          <p:nvSpPr>
            <p:cNvPr id="131" name=""/>
            <p:cNvSpPr/>
            <p:nvPr/>
          </p:nvSpPr>
          <p:spPr>
            <a:xfrm>
              <a:off x="1619280" y="381780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" name=""/>
            <p:cNvSpPr/>
            <p:nvPr/>
          </p:nvSpPr>
          <p:spPr>
            <a:xfrm>
              <a:off x="1996920" y="364500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" name=""/>
            <p:cNvSpPr/>
            <p:nvPr/>
          </p:nvSpPr>
          <p:spPr>
            <a:xfrm>
              <a:off x="2243160" y="381960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4" name=""/>
          <p:cNvSpPr/>
          <p:nvPr/>
        </p:nvSpPr>
        <p:spPr>
          <a:xfrm>
            <a:off x="2627280" y="3500280"/>
            <a:ext cx="846000" cy="60984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>
            <a:off x="3564000" y="350028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"/>
          <p:cNvSpPr/>
          <p:nvPr/>
        </p:nvSpPr>
        <p:spPr>
          <a:xfrm>
            <a:off x="4356000" y="3500280"/>
            <a:ext cx="609840" cy="60984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"/>
          <p:cNvSpPr/>
          <p:nvPr/>
        </p:nvSpPr>
        <p:spPr>
          <a:xfrm flipV="1">
            <a:off x="2987640" y="278136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"/>
          <p:cNvSpPr/>
          <p:nvPr/>
        </p:nvSpPr>
        <p:spPr>
          <a:xfrm>
            <a:off x="2700360" y="2205000"/>
            <a:ext cx="60948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2005-02-16T17:31:25Z</dcterms:modified>
  <cp:revision>15</cp:revision>
  <dc:subject/>
  <dc:title>PowerPoint Presentation</dc:title>
</cp:coreProperties>
</file>