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A3D40-020E-49C9-A3F3-C49EF06990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D8B8FA-34AA-4618-953A-41F0426E7F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16ED35-3E56-45C8-94D5-731445D850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6D1FE-4974-4B8E-8A67-C24F40113B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537C91-9848-470E-A5D0-6ED4511F32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C2F49B-48DD-4869-A7F7-94F74819F5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C469B9-E090-43ED-A2B2-207AAF57D0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C04D31-0283-443C-97B3-638CF0D7CC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2AFB04-ED60-4499-B708-E8CCB5AE1F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430DA8-89CB-4AFF-B2FB-93982337B9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71028-FFEE-4182-AE7C-806A3AF2F4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15428-A1AF-47D6-8E56-8FB3F1C70B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5C119A-886C-4615-8CBD-089B07DB4F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8CF498-56AF-4293-9B72-1348973FB2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DF5CDD-54ED-4EDC-9A04-BE9BE63E5C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C9B7C0-C341-4239-869A-D6E54D516C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12375-FF8B-4F15-B80D-6C5FBD4A1F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0387BF-2070-4705-A5D8-C8803628F5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09755A-F796-4EAC-B316-06D2A4E6C6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A167E4-9BC8-46F4-8414-45FFD0C74E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36AA44-6840-4B7D-A324-09EF8FCF2D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B944F1-59AE-4954-909F-3291E192C5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125022-6CB3-41FC-8D6A-7376DDA5512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9A90FF-F1F2-4CBD-870B-74694DD57C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6D5632-DB76-43A3-A85F-5651164876F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48D41A-554F-46A8-A2DC-05377ED55C9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