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7B4F92A-F488-4094-87FB-0D2C149EA77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036913E-43A7-4967-A7E6-87DEA764F8B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69E8C0B-EDD5-4CDC-B099-2C4ADF0123F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F2AD8BA-4494-4460-88C2-C56FCF604A8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D0E6915-2F0E-4183-81AB-7108B449987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1A14507-A212-48DF-8246-D26327F621C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92677E9-17F9-4DEE-854A-31892DD7D4E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B5D9138-7D1B-4BD4-9998-5997412E845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785EB57-6A87-47D5-B6F0-0793613F8C7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B0CA0BA-D9E8-41FF-BB93-E2120982F89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6E6AA5A-DF80-496B-B440-E9CA5995EA1E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287F7AC-D821-43FA-B310-AF452848781C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0456CA2-62D3-41D4-B7EB-56326728EF0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37CE139-500B-4681-9035-D43308544CB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8C758A2-763C-4847-BCC7-CFBE146AB0A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2BA77BD-1755-4722-83ED-6D7BE7B244F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9207E24-AD9C-46A9-8A38-8892D6BF2DE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1099B25-8500-4089-BB1B-8285CE4CE28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D49F8D0-65B0-408F-A31A-DB833DE0898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FB95739-E7DE-42F7-90A9-154AED5A853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8BFCF31-3A64-4DA4-BF55-93115C9F193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B980AE2-3037-4FDB-ADF2-F4B2305B1C4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EBB9FBF-4AC0-496A-8534-0491146A4CAA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BE2BF49-5B80-487D-9EE2-706C3D8D7655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5F951D58-4930-4E58-9FCA-C10B10FF21E7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2C5961CF-30DA-4005-8C14-838D8178AE5B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7600" spc="-1" strike="noStrike">
                <a:solidFill>
                  <a:srgbClr val="ff6600"/>
                </a:solidFill>
                <a:latin typeface="Monotype Corsiva"/>
              </a:rPr>
              <a:t>Trend Watching</a:t>
            </a:r>
            <a:endParaRPr b="0" lang="en-IN" sz="76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Marketing Expert Courtney “CoJo” Jordan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5400" spc="-1" strike="noStrike">
                <a:solidFill>
                  <a:srgbClr val="ff6600"/>
                </a:solidFill>
                <a:latin typeface="Monotype Corsiva"/>
              </a:rPr>
              <a:t>What They Want</a:t>
            </a:r>
            <a:endParaRPr b="0" lang="en-IN" sz="5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RIGHT NOW customers desire </a:t>
            </a:r>
            <a:r>
              <a:rPr b="0" i="1" lang="en-GB" sz="3200" spc="-1" strike="noStrike">
                <a:solidFill>
                  <a:srgbClr val="ff6600"/>
                </a:solidFill>
                <a:latin typeface="Tahoma"/>
              </a:rPr>
              <a:t>fancy</a:t>
            </a: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 vs </a:t>
            </a:r>
            <a:r>
              <a:rPr b="0" i="1" lang="en-GB" sz="3200" spc="-1" strike="noStrike">
                <a:solidFill>
                  <a:srgbClr val="ff6600"/>
                </a:solidFill>
                <a:latin typeface="Tahoma"/>
              </a:rPr>
              <a:t>functional  </a:t>
            </a: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(58%)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Must be technologically innovative (27%)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Yet easy to use (15%)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395280" y="6919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5600" spc="-1" strike="noStrike">
                <a:solidFill>
                  <a:srgbClr val="ff6600"/>
                </a:solidFill>
                <a:latin typeface="Tahoma"/>
              </a:rPr>
              <a:t>Fashion Forward</a:t>
            </a:r>
            <a:br>
              <a:rPr sz="5600"/>
            </a:br>
            <a:endParaRPr b="0" lang="en-IN" sz="56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Fashion-forward crowds in</a:t>
            </a:r>
            <a:r>
              <a:rPr b="0" lang="en-GB" sz="3200" spc="-1" strike="noStrike">
                <a:solidFill>
                  <a:srgbClr val="ff6600"/>
                </a:solidFill>
                <a:latin typeface="Tahoma"/>
              </a:rPr>
              <a:t> Milan </a:t>
            </a: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and </a:t>
            </a:r>
            <a:r>
              <a:rPr b="0" lang="en-GB" sz="3200" spc="-1" strike="noStrike">
                <a:solidFill>
                  <a:srgbClr val="ff6600"/>
                </a:solidFill>
                <a:latin typeface="Tahoma"/>
              </a:rPr>
              <a:t>Paris</a:t>
            </a: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 say clothing, shoes, and furniture designs will be bombarded with </a:t>
            </a:r>
            <a:r>
              <a:rPr b="0" lang="en-GB" sz="3200" spc="-1" strike="noStrike">
                <a:solidFill>
                  <a:srgbClr val="ff6600"/>
                </a:solidFill>
                <a:latin typeface="Tahoma"/>
              </a:rPr>
              <a:t>fruit &amp; vegetable</a:t>
            </a: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 patterns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66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6600"/>
                </a:solidFill>
                <a:latin typeface="Tahoma"/>
              </a:rPr>
              <a:t>Spongy</a:t>
            </a: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 feel is in!  Contrast to last year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5400" spc="-1" strike="noStrike">
                <a:solidFill>
                  <a:srgbClr val="ff6600"/>
                </a:solidFill>
                <a:latin typeface="Monotype Corsiva"/>
              </a:rPr>
              <a:t>Design Preferences</a:t>
            </a:r>
            <a:endParaRPr b="0" lang="en-IN" sz="5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Easy to read, </a:t>
            </a:r>
            <a:r>
              <a:rPr b="0" lang="en-GB" sz="3200" spc="-1" strike="noStrike">
                <a:solidFill>
                  <a:srgbClr val="ff6600"/>
                </a:solidFill>
                <a:latin typeface="Tahoma"/>
              </a:rPr>
              <a:t>large buttons</a:t>
            </a: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, clearly labelled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Buttons </a:t>
            </a:r>
            <a:r>
              <a:rPr b="0" lang="en-GB" sz="3200" spc="-1" strike="noStrike">
                <a:solidFill>
                  <a:srgbClr val="ff6600"/>
                </a:solidFill>
                <a:latin typeface="Tahoma"/>
              </a:rPr>
              <a:t>illuminate </a:t>
            </a: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upon touch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Old-fashioned telephone design or something similar to attract all generations:  </a:t>
            </a:r>
            <a:r>
              <a:rPr b="0" lang="en-GB" sz="3200" spc="-1" strike="noStrike">
                <a:solidFill>
                  <a:srgbClr val="ff6600"/>
                </a:solidFill>
                <a:latin typeface="Tahoma"/>
              </a:rPr>
              <a:t>classically retro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Real Reaction </a:t>
            </a:r>
            <a:r>
              <a:rPr b="0" lang="en-GB" sz="3200" spc="-1" strike="noStrike">
                <a:solidFill>
                  <a:srgbClr val="ff6600"/>
                </a:solidFill>
                <a:latin typeface="Tahoma"/>
              </a:rPr>
              <a:t>logo</a:t>
            </a: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 and </a:t>
            </a:r>
            <a:r>
              <a:rPr b="0" lang="en-GB" sz="3200" spc="-1" strike="noStrike">
                <a:solidFill>
                  <a:srgbClr val="ff6600"/>
                </a:solidFill>
                <a:latin typeface="Tahoma"/>
              </a:rPr>
              <a:t>colour</a:t>
            </a: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 scheme applied to product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2005-02-16T19:42:21Z</dcterms:modified>
  <cp:revision>8</cp:revision>
  <dc:subject/>
  <dc:title>PowerPoint Presentation</dc:title>
</cp:coreProperties>
</file>