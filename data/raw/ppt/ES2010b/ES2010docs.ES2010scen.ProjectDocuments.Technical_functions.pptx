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4038DD-6852-499C-A52E-599CDCB6FA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2D4FF3-9135-475D-82E1-089AE2FF8A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4277F7-55C2-45A4-A739-DA4EF056A9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C41C01-943B-4284-90CE-381F661BA0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416A17-6149-4227-91B5-1D05B92069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C8D30B-66D0-47FE-A55C-FFCE431078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47926A-3FE8-413C-AA79-C85BFECEB6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455860-4194-4A63-978B-53687D16EC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CE5753-9D45-40F5-9133-667310BD0C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DD7B91-4E62-4F9D-A8B4-52FCDF667D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D5362A-B3A4-4362-8CAD-A71C6E53C4C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9E031E-206B-4B9D-8DD0-35A2C3E1196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0E9873-633C-46E1-9B5C-FAD6D3EA84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3ECBDD-F088-4024-B092-79333B2569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2624DA-BE60-450F-AD5B-3D742B91D1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4C2BFD-286E-4535-B724-E8C240CB3E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E6E476-41AA-47A4-A76D-A9D44D95FC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53A2B4-0DFF-446B-93BF-B503337E0A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9B2B5E-FC7F-4FB8-B1B9-F1D9821412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2F01CF-4890-4890-976F-8B8F0E9889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8A6FF8-FFD3-4922-9384-40B2C02372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8FD75E-640C-4B0C-9DFF-A6886FD156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BCA681-81FD-4903-B1DA-3157DAE2434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B6F5B0-D3B9-4FEE-90E6-6D2074A543E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FFE4D5-B246-4B59-A306-180500F2126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7628084-6EF7-416F-B503-F7CBF4BA4F8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Fenella Watson,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basically to send messages to the television set. Example messages are: "switch on", "switch off", "switch to next channel", "switch to channel 9", "turn volume up", etc.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Considerations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"/>
          <p:cNvSpPr/>
          <p:nvPr/>
        </p:nvSpPr>
        <p:spPr>
          <a:xfrm>
            <a:off x="611280" y="1341360"/>
            <a:ext cx="7056360" cy="3949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Needs to include: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numbers 0 – 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on/off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channel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volume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mute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functions for VHS/DVD – play, rewind, fast forward, stop,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pause, Enter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Menus – for DVD as well as TV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395280" y="189000"/>
            <a:ext cx="1930320" cy="65246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6948360" y="404640"/>
            <a:ext cx="1762200" cy="595008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635280" y="1773360"/>
            <a:ext cx="46087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Types of design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Questions to Consider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do we want to include?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simple/complex should it be?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are needed to complete the installation process?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2005-02-16T17:28:00Z</dcterms:modified>
  <cp:revision>9</cp:revision>
  <dc:subject/>
  <dc:title>PowerPoint Presentation</dc:title>
</cp:coreProperties>
</file>