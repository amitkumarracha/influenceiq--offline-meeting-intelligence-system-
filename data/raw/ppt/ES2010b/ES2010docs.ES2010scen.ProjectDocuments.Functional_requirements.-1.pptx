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jpeg" ContentType="image/jpe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0AC167B-7DB9-4F06-A211-CFDE3457068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DADC179-BF19-46AD-BB6C-B34F1B8EB53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423DD18-05B1-4EE0-97AC-463CBC94123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336F190-85D9-4B56-932D-2331D10320A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7A2E8DA-DC56-4195-AC7D-3A5F962E0DE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59C4690-0B82-4BD3-A4D3-044C48EC1C8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4BDF0FF-58F4-4066-ADA7-0C96BE800FA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ACCCB87-C01A-465E-84F9-31B67994FDD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3A40079-3049-43B7-9464-1878DB1E276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9B815D0-DC64-4C40-B7AA-4CCE65F5D6A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86E4265-A0FC-48B6-B5BF-D179D488AFB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7E502F7-BD75-4EC4-A2D7-0F1EFFB9060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EA29BC3-00AD-4850-BAEB-4DD0950F50D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7DA9C46-C301-48DD-B2B2-46DC496A9D1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E64D3CD-4E5D-4771-BAD3-5824BE4550B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7039327-7426-463C-853D-AAFFF054F79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3E89DD0-B398-4B49-A87A-1C39C2E9258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70F4C77-0498-4E80-8355-01B79555647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A465964-F1DB-4437-B5AB-D86780473A4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C969228-6BD3-42B9-9A2E-8E5561D0F7A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EF5EDFA-3CC3-467B-A086-FC0BFBF080D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566DB1C-5D4B-418F-A0F1-571831091BE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0EC3252-05B6-425D-A2A0-2E16432DBA6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FAA81F6-CB7C-4402-B6CB-A022E63C040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50B1E7E-AD53-44E4-80DF-622A90F7C92E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3EEE161-7680-421D-8F74-2999CFA3E996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Requirements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Courtney Jordan, Market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What the User Thinks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7000"/>
          </a:bodyPr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 the lab, we observed the remote control use among subjects (N = 100) who also filled in a questionnaire.  We found: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75% of users find most remote controls ugly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80% of users would spend more money when a remote control would look fancy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Current remote controls do not match well the operating behavior of the user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75% of users said they zap a lot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50% of users say they only use 10% of the buttons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        </a:t>
            </a: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68360" y="148428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8000"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Remote controls are often lost somewhere in the room (50%)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It takes too much time to learn how to use a new remote control (34%)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Remote controls are bad for RSI (26%)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Channel, volume, power buttons most important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   </a:t>
            </a: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539640" y="1628280"/>
            <a:ext cx="7561440" cy="4597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6000"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Modern, eye-catching design…yet simple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Functionality of product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Open to wide range of consumers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Hip, but not corny, marketing scheme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Speech recognition is a highly advanced property for remotes that consumers are interested in, and should be considered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2" name="" descr=""/>
          <p:cNvPicPr/>
          <p:nvPr/>
        </p:nvPicPr>
        <p:blipFill>
          <a:blip r:embed="rId1"/>
          <a:stretch/>
        </p:blipFill>
        <p:spPr>
          <a:xfrm>
            <a:off x="7308720" y="2276640"/>
            <a:ext cx="1835280" cy="1834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2005-02-16T17:37:12Z</dcterms:modified>
  <cp:revision>13</cp:revision>
  <dc:subject/>
  <dc:title>PowerPoint Presentation</dc:title>
</cp:coreProperties>
</file>