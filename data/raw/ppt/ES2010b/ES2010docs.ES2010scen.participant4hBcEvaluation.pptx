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1B9F3B-1575-4D3B-9E15-74F0BFD04B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A548C7-EA1B-4416-BCCB-6A4C2084D1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741E8-BD3E-4CA1-B75A-E72BFED96C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43256B-EB4D-44D4-B005-E24FB323F0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24BA2-22E2-4F90-8021-B4FE2759F4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5556B2-614A-4FBE-82DD-55DF20B5CD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F8B63-06F8-43D3-A044-85BA408C2A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EC959E-4112-410F-9E79-8DDD4452DD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796BC-1EBC-4498-9960-81BC75E233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D1048-C937-40B4-BE1D-1E3D1CAF29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2533BC-5B2E-4A6F-8359-386CEB8567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723F2E-C578-4A4F-AC00-0871BEC0F0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5827D3-6822-48E7-A1FE-41397A623E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05759-CCB8-4DE4-B5FB-954F55B60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59152E-306C-4ED6-9CCA-86455856DD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7B983C-B75E-48BC-9C2F-2CF23933C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0B5F8C-D468-4927-84C2-F9A1D0A057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2C3AB8-1204-45A4-994C-FD8EA948FC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256F5-C4BC-442D-9F98-84DD4BAE54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8EB6BC-6645-4573-9FD9-D0778E1672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0B191D-A466-4D93-8D98-9099A10724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7C62D2-AD0B-4F70-ABAE-80F8AABA28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4AFEE6-29FE-4A76-BECB-3A48C4FC14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A41A29-90C3-4ED4-AF81-5E39EFE027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942DD2-8C9A-44C7-83C9-FD6A9BC4401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7E4944-DBCE-4F59-A9DC-74C64A29ADB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