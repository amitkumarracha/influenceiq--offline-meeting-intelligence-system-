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AD1FEF-8002-40CB-A7C8-1C1E0C2648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A6E41C-8394-4C3A-82F7-DFF68D5D80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0D4930-560C-4156-B452-9A07D30962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6595F0-B626-4504-8E11-8FEFEF730A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872F72-3A53-4C3F-BE2A-19CAC4F601A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A1C050-32BE-4F0B-8C01-4C56F86C9BE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97F56F-6F06-441E-960F-83BC05DFD1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69D1FE-238F-4DBE-9135-029AA14B0C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0BB853-9379-40DA-8CA5-79BD39D0F2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2AA28F-6E2B-4B2E-AB11-68917DF488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491993-B338-4422-BC6D-968A211B2AD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CC9FC3-47F0-42BA-A7BC-26DE56A800C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43D89A-D57E-4CC0-8C83-A468C96116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526DF2-ED10-4BC0-86A3-73BE6D1D1C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D48842-34B8-452C-B2A4-42DD0B09A4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1FD2B7-FD63-4A81-982E-F4709FBE33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E6BA22-1117-4947-9448-0B95C1CCA1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F8F09C-1DF8-4A46-936C-907CEE5997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6557F6-A436-4804-A3BE-420E42C122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EADE69-E420-4CC5-A5C7-6F4279BF16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695AC4-2467-4D58-A096-5A3091E513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7BC838-CF66-41C4-8783-2AAC58C06A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1BD4EE-8584-4213-A56A-6CEE1E29E83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D4FC96-330B-4CD1-9AFE-DF8CB33BC90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7CBAFB6-6D43-47E5-AB21-2302200F243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632E053-7850-4090-AA9B-0B7FF0AB245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Mandy Olson,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Meeting Goal</a:t>
            </a: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Team will reach a decision on the concepts of the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2005-02-16T19:39:58Z</dcterms:modified>
  <cp:revision>22</cp:revision>
  <dc:subject/>
  <dc:title>PowerPoint Presentation</dc:title>
</cp:coreProperties>
</file>