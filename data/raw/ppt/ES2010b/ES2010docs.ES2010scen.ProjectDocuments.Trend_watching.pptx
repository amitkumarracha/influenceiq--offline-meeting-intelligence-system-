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DDE231-EA18-4CDC-818C-28003A7EEC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B9CB5-4619-4957-8CB6-C8D1085C74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4C086-7CD6-4565-B2EB-A4686EA0B5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8E9B7F-11E7-4F86-9FB4-2526FF0AEB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3C188-80D2-4CDB-A17A-DC5278E708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199BA7-125C-450F-A465-E814AB2AB5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42DFE7-F35D-495E-B8AA-9ACC759501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2A304-F4BB-48D0-91FD-224435500F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C2CA3C-BB2B-4AA3-A5BD-1DC24F9EA2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EC2270-25FF-4646-BE53-83C3CA4654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5D004F-842C-4609-84B8-B023720B8C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91C838-96D8-48EB-BB1C-B1CBC9D644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6E3887-E4CA-4BC3-986A-F0115D9A29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CDFCFF-70E0-4C0D-98AA-D65DD467B7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E84533-265F-4BA3-8765-A0F591F2E3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2956D3-C7FA-4419-A407-E219AE4895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62D56A-83BA-41E3-B28D-26DF7E210E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9A0E3-97D2-4B5B-93E2-B4018355BE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6FA3F1-7FB5-4B3C-9D74-8FBA1D2704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4184E6-007C-450C-B908-96BBD2DC8E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550F2-A789-4B78-AA60-AF3AE958B0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7DB65F-0A9B-4C94-BD15-2E65024773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7D3EAA-E4B1-4922-9204-27C50D4469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40E001-5171-44C2-AC5B-3880F58AAE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A01E87-D916-4951-8BBD-48E0C0149B4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769AFE-71D0-494F-8B74-656E2BEDC9D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