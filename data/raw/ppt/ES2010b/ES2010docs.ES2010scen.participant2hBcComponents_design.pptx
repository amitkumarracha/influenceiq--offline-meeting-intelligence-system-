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EF80B-F6E4-4128-9E36-3147AA845F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D8B02B-3886-442A-9E6C-7D5ADFF967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A0196C-8CD0-4D1A-BD91-AA852F8B28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35DFD9-2672-49B0-8730-31E805B892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F6C54F-DF32-483C-8259-60D2B0E63C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55EBD-74BD-4E91-B615-C80EB52317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5DE7C0-A3C3-4EC8-BA6D-9FA91C1A3B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4890C-40F0-4A8F-8126-C0F2AFD27A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B6216-1240-4298-A765-3CE24934C0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1ECDB-236E-488B-88E9-D457B7C5DD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3971E3-8363-4FEB-8DDB-F781EE83CF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DB2060-43C7-4753-A618-8C9071D6D1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5A2573-B2B8-4FFF-A7F1-120171791A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DE5655-C7C2-42A8-9774-766F0B7330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0C177-FA4B-44D1-853F-042F42D20E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0B7CAF-61EA-4FBD-A63D-DFBFC10691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7C001C-4610-4C36-9248-688C0F53F3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5BE917-A177-405D-9D3D-2C1779C645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D228E8-3D73-4AFC-963D-21061B17EC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5BED9-8718-4F23-88E1-034710FB46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69768C-D272-404E-8D16-D65EA320B9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F7AB3-234C-4ED7-8203-BCC294326A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CFDAA0-CC73-4551-A7F4-2ECB005B1A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BCD12E-AC66-4F03-BFE6-86FD7563F7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B6EDA7-CF9E-4F82-BAA2-E7AEA2A08DD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236CB8-C662-4B3C-8B02-657607BF94E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