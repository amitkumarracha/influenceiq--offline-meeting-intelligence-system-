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BE34CE-98A7-43DC-90A3-9383AB06A3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A099D0-867C-4C53-BC93-DE964A368B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12DDC9-9E8D-4162-953F-11DD8A3E56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6B46F0-46E2-46BC-83C8-41BA84C616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E4CBA-B7A6-4E0F-831F-0F2B8D6C97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EFF49E-A6C0-4C7D-B8D8-615FFB0D9A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ABE7E8-9417-4358-9B0A-03CEC66D14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6E94C9-E539-493D-9731-B917533C61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9CACE9-9E93-42A5-802A-9A8F47FB27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3B1B3D-6F2C-4A0E-BAAC-B367717A4C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AF337C-889E-4027-8A27-2753FC8183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470BDF-0117-4FBB-B3EF-FD25E90ADD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101A69-BDC5-49FA-BE88-B436C10383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77D748-2421-46E2-89A6-2D43DCB857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3321E4-D4B9-49A9-AEFF-D6831AB7A2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C87711-3C5E-485E-9CF9-ED4E58C296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2EAE73-0F0C-4384-AA78-9534090015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9A37E5-931E-456F-A9A9-273BF26BDE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CF94C3-39D5-43BD-8084-1D0742573E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94CDA5-7786-476B-89D5-66B08AFDB8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9031A1-395C-4601-8E54-1AF41EFE94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B9C971-1E75-42EC-9431-C46D6029C5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FD0441-B6BA-4883-B620-A537248BAC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4F9878-9430-4123-A9F3-1E6E94A9A4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E6AC34-6285-41DF-8E75-50D85DE6702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8FCDC9-6FC1-4B36-B9F1-8F89EE66471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Courtney Jordan,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What the User Thinks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the lab, we observed the remote control use among subjects (N = 100) who also filled in a questionnaire.  We found: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  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484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Channel, volume, power buttons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9640" y="1628280"/>
            <a:ext cx="7561440" cy="45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Modern, eye-catching design…yet 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 of product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Open to wide range of consumers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Hip, but not corny, marketing scheme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Speech recognition is a highly advanced property for remotes that consumers are interested in, and should be considered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308720" y="2276640"/>
            <a:ext cx="1835280" cy="18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2005-02-16T17:37:12Z</dcterms:modified>
  <cp:revision>13</cp:revision>
  <dc:subject/>
  <dc:title>PowerPoint Presentation</dc:title>
</cp:coreProperties>
</file>