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png" ContentType="image/pn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89ABCD-EDA8-4032-AE73-0B1B5B9F62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7DE49A-933D-4E11-834D-A7262E8201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D221C2-A890-4C9C-BA1C-5012907934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CAA593-298D-4C89-9DA9-9B58B0D65B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615C2B-40C7-4D85-AB2E-BE009A42A8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C34B32-C615-462B-8621-1B883D05F0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229E8D-715F-45BA-9D0A-B47D437073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B590D0-AFDB-4A41-BD3E-81F8A2FB04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42F612-6DE0-4924-9A27-82E441312A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614AF8-78D4-40B6-A0D3-9D16BD64D0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EC47BB-17C9-435D-BE62-10C823EE0B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B15E9D-45B1-40BE-B802-859A773A88D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22E529-B522-4B14-9883-4AEF111119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3C01CE-22E3-4371-B8F6-934D30C609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9D7599-92AF-4195-9365-0121719D8E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C1DA81-8ED4-4A8C-900E-651169FB05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2707E7-EFDB-45B8-ADCC-51DD7D839C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041C4D-7967-4D80-AD28-593747E7EE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E8F297-894E-4424-8354-EF89FC3F07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4873CA-3424-4DE2-9ACF-733B204F9C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1A238F-C101-488F-A37C-E349DB10F5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D0A6AD-B2E1-4A06-BA56-4DFE459763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06D0A0-4216-4D49-ACAC-32BC9EA5C11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12957B-3DD7-4B5B-81EF-F38EBDFD659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A44609-581F-4F02-AC4C-49F3AD8A9E3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3FFD13-2F24-4904-A83E-15A1CE41732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516720" y="620640"/>
            <a:ext cx="2190600" cy="374328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611280" y="620640"/>
            <a:ext cx="2957400" cy="370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395280" y="404640"/>
            <a:ext cx="3287880" cy="369756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4211640" y="1197000"/>
            <a:ext cx="4392720" cy="119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600" spc="-1" strike="noStrike">
                <a:solidFill>
                  <a:srgbClr val="ffffff"/>
                </a:solidFill>
                <a:latin typeface="Arial"/>
              </a:rPr>
              <a:t>Buttons by feel. – shape and type</a:t>
            </a:r>
            <a:endParaRPr b="0" lang="en-IN" sz="3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5280" y="836640"/>
            <a:ext cx="4097520" cy="452124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4859280" y="1341360"/>
            <a:ext cx="3457800" cy="82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Arial"/>
              </a:rPr>
              <a:t>Specific design for a certain demographic.</a:t>
            </a: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Photo of a set of remote controls"/>
          <p:cNvPicPr/>
          <p:nvPr/>
        </p:nvPicPr>
        <p:blipFill>
          <a:blip r:embed="rId1"/>
          <a:srcRect l="50997" t="28543" r="33054" b="0"/>
          <a:stretch/>
        </p:blipFill>
        <p:spPr>
          <a:xfrm>
            <a:off x="179280" y="0"/>
            <a:ext cx="3189240" cy="6048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Photo of a set of remote controls"/>
          <p:cNvPicPr/>
          <p:nvPr/>
        </p:nvPicPr>
        <p:blipFill>
          <a:blip r:embed="rId2"/>
          <a:srcRect l="81926" t="0" r="0" b="0"/>
          <a:stretch/>
        </p:blipFill>
        <p:spPr>
          <a:xfrm>
            <a:off x="6516720" y="0"/>
            <a:ext cx="2373120" cy="587700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Photo of a set of remote controls"/>
          <p:cNvPicPr/>
          <p:nvPr/>
        </p:nvPicPr>
        <p:blipFill>
          <a:blip r:embed="rId3"/>
          <a:srcRect l="16524" t="0" r="65132" b="0"/>
          <a:stretch/>
        </p:blipFill>
        <p:spPr>
          <a:xfrm>
            <a:off x="3635280" y="0"/>
            <a:ext cx="2492640" cy="609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Photo of a set of remote controls"/>
          <p:cNvPicPr/>
          <p:nvPr/>
        </p:nvPicPr>
        <p:blipFill>
          <a:blip r:embed="rId1"/>
          <a:stretch/>
        </p:blipFill>
        <p:spPr>
          <a:xfrm>
            <a:off x="611280" y="1052640"/>
            <a:ext cx="7848360" cy="464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2005-02-16T19:46:27Z</dcterms:modified>
  <cp:revision>9</cp:revision>
  <dc:subject/>
  <dc:title>PowerPoint Presentation</dc:title>
</cp:coreProperties>
</file>