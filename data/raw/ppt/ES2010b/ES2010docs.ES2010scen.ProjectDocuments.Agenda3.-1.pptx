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6DFC8C-A998-43F1-A583-99EF4A54C8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010D28-D910-4F06-B262-6BBC59E455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A8EA75-4988-40DA-9D4A-95C97B0D48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849E8F-2ABC-41FA-B682-C1FB5EE81D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1FD781-70E3-490E-B3D3-5D4780B047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ADA714-C575-4EB5-A30F-2070FF4155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D60882-D63F-4B7B-ACEF-C4991A807E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02A7B8-A5E4-40D0-BA5E-9C7F2F2E6F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9F496F-717E-4748-8064-0D9BBA7F0A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14D7BD-911C-495E-B3F6-6F109CDEBBB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D6D7F7-12AA-4FA4-9B9F-EB879805CF9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742A76-2663-4C7F-B0AC-1F774B35A2C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4854DD-969E-476A-9B9E-B558FCCDDB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0960DD-275F-4C89-9BBC-038FE8EF88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5F1E15-E7B6-4ECA-89F5-8DD5FF389B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D7B303-5E78-490F-A5A0-4929A5198F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FD808C-2C8E-494E-90E3-8F6E5CF9B7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0298D1-251F-412C-84B6-48925BB98A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CBC1AE-8B09-41AE-B2B0-728C829A8F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C4AE89-1A96-4514-966F-ADA4E9BDE5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73C92F-2D94-46B8-981C-4BF2CEA848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719183-0D98-44D3-95F0-F59479CAC4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9F9753-E696-42A0-9E91-DFFA3C1EE52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1DF2D5-45DC-4FA4-A01E-7D5C71010EA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E53BD8-F056-435C-990A-D99737AA50B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64A291F-6E5E-4B2D-A611-9435DD85D60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Mandy Olson,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2005-02-16T20:44:19Z</dcterms:modified>
  <cp:revision>21</cp:revision>
  <dc:subject/>
  <dc:title>PowerPoint Presentation</dc:title>
</cp:coreProperties>
</file>