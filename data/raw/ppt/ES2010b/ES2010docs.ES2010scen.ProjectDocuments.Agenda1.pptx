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B90CAF-DCEC-481A-B1A5-2AB18D315E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13A52E-8CC1-46CA-9C56-0760082223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E9222B-D888-4408-9396-F8C9D4F220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1152A5-382D-4435-B636-77C40A5ED9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7B5B39-15A9-4723-9D8B-CBB058EF66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58859B-369E-4841-92C8-ECE5B89CBB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E67A3A-1055-47A9-AA67-3EACD62515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262A3B-753A-4C73-A12C-131EB71CA7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FC7BC8-FA55-41B5-AA8A-7B618ABF3E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88CA01-620B-438A-A8A9-BD00F564B2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57FC16-E408-4993-8C3D-586C22788B3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85D4C1-5892-4189-BC77-00A952F1B46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F7B7BC-71CA-4BA4-9E9B-8532532616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3F32DD-CC86-4D84-BE93-4E789FD15B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117ED3-21C7-417F-9EF2-E8D25C511C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06A0AC-7170-4508-8CF1-7C073D7D8D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8BF2B2-3D7D-4877-A6FC-5817AD5653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4DE2E5-7BD0-4D8C-AF4E-65A0FBEB70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FEB1A9-5025-4520-8B2F-C94AA9D9B1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43E8D8-5451-4235-A9F0-E0239B9AE5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90A7C9-49AA-4FA0-A837-106EB15300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C2F391-F47B-4F9D-AFB8-C2D39BB55B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299C2F-3E59-4A06-A56E-C34289D076F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63A5D1-E8D4-44C2-A02E-7A511FE0E8D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0FBEC9-A5D0-41E7-88B0-57BCD4F4ABE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915F8A-EC90-48C6-B175-50493EEAFE3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Mandy Olson,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Goals of this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Determine user req. – what needs and desires are to be fulfilled?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Determine tech. functions – what is the effect of the apparatus?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Determine working design – how will it perform its functions?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"/>
          <p:cNvSpPr/>
          <p:nvPr/>
        </p:nvSpPr>
        <p:spPr>
          <a:xfrm>
            <a:off x="3499200" y="3245760"/>
            <a:ext cx="2145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selling price – 25 €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New Product Req.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For TV only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Color and slogan on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No teletext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2005-02-16T17:30:53Z</dcterms:modified>
  <cp:revision>21</cp:revision>
  <dc:subject/>
  <dc:title>PowerPoint Presentation</dc:title>
</cp:coreProperties>
</file>