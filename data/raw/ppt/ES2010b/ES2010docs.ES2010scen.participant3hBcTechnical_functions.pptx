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23CC48-187F-4EBF-9A06-43A0E8B09C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B26974-B1CC-47D3-8CB0-7A0E16C3F1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2D3052-8FE8-4410-94B9-2F52B44CFD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635B4B-06A6-41FA-B7DF-83AAACA05B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49CF72-5FE8-4D98-B7DF-B9CD0C97E9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BDE580-35A4-4408-8C13-39984AB7E7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89B90C-64EF-4A36-B148-A1113C283A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C19413-E6FD-4B32-AB0E-E38D85EC8C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AD8062-D8D8-47AD-9712-52434CD838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418799-7AAA-43D9-8C9E-2EE614256C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68B4A2-2AEF-475A-A1D9-F63B1163CA0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43D6C2-FD05-4E94-8FDF-533E07BFAD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1B6E51-1143-4297-AA13-19CEAF1509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0C34D2-8179-4BA1-9BBE-FF97DBF162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C14EAB-55DE-43FD-8108-2C71A22135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A3DCCB-73C9-4124-914E-625CBA496F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B273C5-8B03-4A91-AE97-E4E5E99AE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717257-1610-4EEC-B741-4EDF54719E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C587B4-F759-4E80-8426-AB35196CE5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A5009D-04F1-4841-A2DB-EE22BA495C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31AEBD-6907-4D44-87D9-77EB38EBAF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CA6530-5A99-4E8B-B25D-82EAD9975A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747661-81D7-4F54-97E2-A49CACD59C2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CC0943-17D7-4CEB-BA9B-D504F8691CD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F1E2CF-31EB-46E8-B0A4-B9CB923D286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901F89-784B-4E61-9981-93928CB70DF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Fenella Watson,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Considerations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"/>
          <p:cNvSpPr/>
          <p:nvPr/>
        </p:nvSpPr>
        <p:spPr>
          <a:xfrm>
            <a:off x="611280" y="1341360"/>
            <a:ext cx="7056360" cy="3949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Needs to include: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numbers 0 – 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on/off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channel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volume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mute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functions for VHS/DVD – play, rewind, fast forward, stop,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pause, Enter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Menus – for DVD as well as TV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395280" y="189000"/>
            <a:ext cx="1930320" cy="65246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948360" y="404640"/>
            <a:ext cx="1762200" cy="595008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635280" y="1773360"/>
            <a:ext cx="46087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Types of design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Questions to Consider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do we want to include?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simple/complex should it be?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are needed to complete the installation process?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2005-02-16T17:27:52Z</dcterms:modified>
  <cp:revision>9</cp:revision>
  <dc:subject/>
  <dc:title>PowerPoint Presentation</dc:title>
</cp:coreProperties>
</file>