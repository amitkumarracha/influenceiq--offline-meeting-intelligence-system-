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746DEF-23E4-4543-A353-72F993EBCC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A91B53-3FDB-47C5-86CC-5F6FAE2A40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4F3C51-8004-4C90-9615-F5E0E1B798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53BBB8-FC6C-424A-B880-310FD360B9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1FFBF1-91D1-4CE0-9119-27BA8F094F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D9C24A-8EBA-4099-92F5-ACD896090E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D35F89-FD77-4F78-B4A9-A561847235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5660A0-C8AD-4343-9229-217086643B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89A4E8-3A12-42EF-819F-E81AEE29AF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A11213-0629-43E9-813B-EE178E175B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8759F0-F69E-4166-AB87-0DBDE14ACE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ED580D-EE26-4148-9E25-B54048B741A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2ED4B7-964A-4F9A-B084-70926606DA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C16B76-384D-4A83-B374-57F2FC93F0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730958-08E9-4B13-B9F0-86431FA5B2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D91D2C-34BA-4134-808A-DF6A74EA6E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AB4898-6CE3-4A24-A82B-00C702CA94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F03ABE-807D-4BDC-A118-3B8B483B5C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DEE0C2-0C4B-4A74-BB21-87F1E4E67F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744198-D555-4E1E-BCE4-35EBFEDBAC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F761C9-7C37-4595-B12C-4EB42FAB26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37FC0A-741E-4E40-BD32-0742BF6413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34A51D-3C8E-4A69-9310-387C17AF0A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85995F-183A-41CA-9AFD-41211FC877D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0C42B5-8EC9-4A4A-8393-F14033DD76D2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7CE658-35FC-415F-9BB2-F16E406D3F3A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2005-02-16T17:12:27Z</dcterms:modified>
  <cp:revision>32</cp:revision>
  <dc:subject/>
  <dc:title>PowerPoint Presentation</dc:title>
</cp:coreProperties>
</file>