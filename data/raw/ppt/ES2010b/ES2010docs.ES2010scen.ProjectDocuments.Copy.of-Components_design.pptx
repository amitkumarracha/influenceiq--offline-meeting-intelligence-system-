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A405EB-F516-4324-9A6B-26191917BD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28417D-766E-4C09-A8ED-BDCBEB402A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86263E-6105-47F9-A907-2246818B05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AB80A8-CB52-4A25-B4EA-17FDAEB9E7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4F0942-AC8A-4BFE-8321-3F3490499A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8DCE22-3263-46CA-8010-834479633E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36F17D-7BDC-4758-BCB4-3F2BE318BB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00A991-BC81-483A-8B13-B6ECC2F747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C9077F-82A0-4B3D-A471-5B5FAB34E2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1C6599-CBD4-4893-99E4-C6DA861466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109045-0A97-4DD2-A018-D30DCDB2D73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429BAC-1E72-42F0-B7E1-197BFE86D9A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0F63A3-4E28-4F9B-9311-14FD4A9AF7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3255B1-C376-4E1D-B054-AEE304C059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471118-5BB6-45F9-BC0E-AEE9396D10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C3FDD6-6C72-4844-81F9-D27E6A55E2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EF61F4-7A3C-4716-9D6A-9A9ECEA7F4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435826-64B6-4589-AFA3-8B4A78F5BB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EAF2D7-07E0-4454-A018-495243D299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03A3D5-835D-4192-9B69-2B1282675D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59A1B6-E557-43AE-A6D7-3802BD0C42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FF7FB9-AC16-45FA-A0F3-C76A10B7DE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BBB2BB-8155-4B4C-8BFE-E2A24A5749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C47E92-B85B-45E6-9A29-0090A573D97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7425D62-F506-4C51-A84F-052F6111A6A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A827A21-B5F3-4819-9C4C-621DD00616C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Basic Remote Operation: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Pressed button makes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sense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produces Morse-code infrared signal specific to that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Transistors amplify the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Sensor on TV interprets the signal and responds accordingly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Tahoma"/>
              </a:rPr>
              <a:t>Findings-</a:t>
            </a:r>
            <a:r>
              <a:rPr b="0" lang="en-GB" sz="4000" spc="-1" strike="noStrike">
                <a:solidFill>
                  <a:srgbClr val="ffffff"/>
                </a:solidFill>
                <a:latin typeface="Tahoma"/>
              </a:rPr>
              <a:t>Required Materials for basic internal construction:</a:t>
            </a:r>
            <a:br>
              <a:rPr sz="4000"/>
            </a:b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197000"/>
            <a:ext cx="8229600" cy="492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Rubber for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Aluminium for battery contacts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Integrated circuit –diode, transistor, resonator, resistors, capacitor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Fiber glass and thin copper wire to create circuit board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Contact disks for the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Plastic for casing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save money the components of the remote should be mass produced and the basic materials should be bought on mass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If we find another company who can produce the required chips, casing, LED and additional materials at a less expensive rate then we, ourselves, can we should go for it.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Power Options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cells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Hand dynamo?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Kinetic power – shake to create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Casing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for casing: straight, curved, double curved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in materials: plastic, rubber, titanium, wood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Restrictions: Latex = no solar power, and double curved = no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Scroll function instead of buttons as option?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2005-02-16T19:41:35Z</dcterms:modified>
  <cp:revision>12</cp:revision>
  <dc:subject/>
  <dc:title>PowerPoint Presentation</dc:title>
</cp:coreProperties>
</file>