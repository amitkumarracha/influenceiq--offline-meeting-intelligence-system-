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A2EA8-4C2C-4C8C-8AFA-325C5BC82F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D8EE87-0954-44C8-89A1-545A05AF78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D5A72B-17C2-4E57-8534-B1D7E5232D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F3A092-5343-494D-9701-376BF9CB82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C4B77-82B3-4B2C-AEB4-E7D9400276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E319B-6E37-4BD2-9279-9272911547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4643D-B6CF-42A1-B3CB-6A9AD5F400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624995-16EB-4339-A98C-0230388365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7B61F5-C1BB-4B27-B1BE-589E7500D9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E29D63-9151-4BA2-9386-33B53B8615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B5955-EEB5-4501-B40C-BAC9491C81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4B7084-3F32-4AA9-98A4-E252394711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306710-B5E3-408C-A8CF-5080F73DFB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C40339-DB15-4D0C-A82A-2A3E2836DE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344121-CF50-49A3-8AA9-9D2F4611A2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2C713B-742D-4DFB-9229-82EBA0CF7C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23508-3B9C-4774-9FA4-24A25656E0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CA3362-6F24-4379-AD23-011A808626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E53D60-91FE-4C29-A04F-669F1F7195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1D4E1-BCFB-429C-A4D2-8978A0803C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3F2B7E-06DC-4ADB-AED4-BE85C0E92B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1D1391-E259-412F-9BBF-9553BBEE28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A7CA9E-5B0A-4E9F-A126-3945105449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957AA3-9EF6-49DA-ABD6-12C22F46C2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959173-953C-4B87-8A58-0D07BFDAA80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AE2836-86A5-4158-97E9-C8C96912C81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