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E5998-2538-436A-83A5-77178F3022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442C7A-BE27-4BCB-B202-7F0DBBF38D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550F90-64A9-4241-9856-1C338560A4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E66D94-C04E-47B4-AC82-90ACDD4031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C3A35-F4DE-41D8-92EA-80A7C7AA13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B141D-5E83-462C-BE77-E47961BCE1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869F3E-F2E2-4731-A296-15FA2AB4CF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7F8B26-6F5D-4CEB-A005-DA33D2C123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D0D245-EDEA-49C3-86AC-804B27F52E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C1DD9-48FB-4F08-AE2E-F9A8DA177A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C61EB1-3733-4366-87C0-C3F6576A3E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315908-F92E-4A81-B93C-D284AE4915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456367-D894-43DA-8E63-A0C7756A2A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3EA4EA-C111-4A41-8992-7CE0537B50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34BF6A-D12C-434C-B29D-209F1CC0D4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EF051B-6B4D-4645-8569-9A6ED5CE77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841A39-125F-4C76-AE53-857942A795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CEBEEC-FCB0-4C0A-8362-345049DBC0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DA7DB-1727-4332-8530-B0F6B57B49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B151C-80DF-48B4-885E-E02CABDC74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2AFF5-9C42-4B28-A977-ED3B6B1A66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86F9C2-C7BB-4B0A-997D-9BA4DCEB39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F25317-7DC6-429D-BBB0-259F8FAF54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236DE-7037-438E-8CDD-032F64416B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D328EC-6A04-4AAF-BF66-E02ED26D651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DABEE8-2932-46E3-B316-512F887E3A3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