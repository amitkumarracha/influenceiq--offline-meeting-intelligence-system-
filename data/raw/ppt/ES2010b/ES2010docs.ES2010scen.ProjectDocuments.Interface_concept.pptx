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8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62A670-6D13-46A0-9EA7-1412C532EA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D7D0E9-3094-40A0-9766-C72468AE61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E0FEB1-6799-4AAB-97C4-0935339BFF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1DCAFE-54AE-464B-A360-BFB3CA5FA54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61C861-1CA6-4B04-9519-4BD20AF15B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6C191E-ECD8-4D6F-AE00-69337BB265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A1F45A-0C6F-429E-A7E1-A9EFC979A1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9B9263-966B-4615-BCE9-3CD2CB4FD2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65264-6B64-41EC-9C90-8BBC9DF18E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D21250-43C3-430E-8D88-6E2D7B6790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2CDD13-5F63-4699-AE64-7D68AB14BC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03AD19-4827-4B33-9E3A-22A41DC6C15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48DB10-98B7-45D2-8E57-649048A81E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E8BE910-C472-49B9-BF53-2D1B44D26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4FDFA5-C1FD-433A-8811-BA5F76C125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83F284-F160-4883-B947-8305C05CF9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D402A-8E32-4337-9D26-6BF5B099E5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DAA06-7322-4E5B-8A0C-0FD1B0FCE4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CF8F55-5D0A-4128-83CB-DE9DC61D6E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FAEEC4-2401-43D1-829F-D50A48DCB4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EB0485-C406-4200-B419-FF043DDB3A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DE7BE1-E235-4A47-B346-6A94CD78B4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D4ACE-206D-4189-9209-82047AF1AC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5AB445-F92E-4B70-BE2B-88304ACF42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43EEC9-1731-406A-89E6-B3636D6DF19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A7C118-6D8F-43FD-828C-D6CE1F77028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516720" y="620640"/>
            <a:ext cx="2190600" cy="3743280"/>
          </a:xfrm>
          <a:prstGeom prst="rect">
            <a:avLst/>
          </a:prstGeom>
          <a:ln w="0">
            <a:noFill/>
          </a:ln>
        </p:spPr>
      </p:pic>
      <p:pic>
        <p:nvPicPr>
          <p:cNvPr id="97" name="" descr=""/>
          <p:cNvPicPr/>
          <p:nvPr/>
        </p:nvPicPr>
        <p:blipFill>
          <a:blip r:embed="rId3"/>
          <a:stretch/>
        </p:blipFill>
        <p:spPr>
          <a:xfrm>
            <a:off x="611280" y="620640"/>
            <a:ext cx="2957400" cy="3705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395280" y="404640"/>
            <a:ext cx="3287880" cy="369756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4211640" y="1197000"/>
            <a:ext cx="4392720" cy="119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600" spc="-1" strike="noStrike">
                <a:solidFill>
                  <a:srgbClr val="ffffff"/>
                </a:solidFill>
                <a:latin typeface="Arial"/>
              </a:rPr>
              <a:t>Buttons by feel. – shape and type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5280" y="836640"/>
            <a:ext cx="4097520" cy="452124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4859280" y="1341360"/>
            <a:ext cx="3457800" cy="825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Specific design for a certain demographic.</a:t>
            </a: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Photo of a set of remote controls"/>
          <p:cNvPicPr/>
          <p:nvPr/>
        </p:nvPicPr>
        <p:blipFill>
          <a:blip r:embed="rId1"/>
          <a:srcRect l="50997" t="28543" r="33054" b="0"/>
          <a:stretch/>
        </p:blipFill>
        <p:spPr>
          <a:xfrm>
            <a:off x="179280" y="0"/>
            <a:ext cx="3189240" cy="6048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Photo of a set of remote controls"/>
          <p:cNvPicPr/>
          <p:nvPr/>
        </p:nvPicPr>
        <p:blipFill>
          <a:blip r:embed="rId2"/>
          <a:srcRect l="81926" t="0" r="0" b="0"/>
          <a:stretch/>
        </p:blipFill>
        <p:spPr>
          <a:xfrm>
            <a:off x="6516720" y="0"/>
            <a:ext cx="2373120" cy="587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Photo of a set of remote controls"/>
          <p:cNvPicPr/>
          <p:nvPr/>
        </p:nvPicPr>
        <p:blipFill>
          <a:blip r:embed="rId3"/>
          <a:srcRect l="16524" t="0" r="65132" b="0"/>
          <a:stretch/>
        </p:blipFill>
        <p:spPr>
          <a:xfrm>
            <a:off x="3635280" y="0"/>
            <a:ext cx="2492640" cy="609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" descr="Photo of a set of remote controls"/>
          <p:cNvPicPr/>
          <p:nvPr/>
        </p:nvPicPr>
        <p:blipFill>
          <a:blip r:embed="rId1"/>
          <a:stretch/>
        </p:blipFill>
        <p:spPr>
          <a:xfrm>
            <a:off x="611280" y="1052640"/>
            <a:ext cx="7848360" cy="4646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2005-02-16T19:46:27Z</dcterms:modified>
  <cp:revision>9</cp:revision>
  <dc:subject/>
  <dc:title>PowerPoint Presentation</dc:title>
</cp:coreProperties>
</file>