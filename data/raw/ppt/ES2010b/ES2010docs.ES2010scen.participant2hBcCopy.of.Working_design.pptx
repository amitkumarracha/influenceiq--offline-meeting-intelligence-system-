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961AF-CFCF-43F4-B25A-B9F41AF948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26E7EF-64EC-4062-A488-6ABF19C539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DC050-07AD-4C12-B2A3-5CAF23594B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962C00-C6E4-43D6-A663-536E23AEA7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C1F39-E695-4C2B-AC22-B06CFAAA45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18C220-94E6-489E-A0F5-0743011207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29F847-B19D-40F9-BA73-FCB1ED2A1F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76F53-B298-41F8-98DC-C9C83B4807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1E1ED8-F437-4501-93BA-B22C16A048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1DFAD-035C-4E0A-8181-DE1FABA0BD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AF6FFB-914C-42C0-ABF2-62AA3F653F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96A16-2A6C-403E-AB69-535B2DAA2E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64580-7ADF-43E5-AB3D-15E1FB7708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59829A-E5DB-4034-81DC-8D85AEECA3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A05F21-F318-49E0-B519-A2F6F131D8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1ED1EE-7CE2-453A-A5C6-C11DF2BAD9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980D62-BF11-43A2-A720-985920D8FD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82EAD-1767-49FC-8A60-670BCCCC2F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E6A017-0C64-46F8-B3D5-E82A3F3F5B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6560E3-C0D5-4256-8A48-2163BE42A1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EC65FF-EC33-4D10-9102-E9B430D7B5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DB0EBF-14EA-4D8F-9FF5-B355E51201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FD8EEE-22CD-4B6C-80E3-2692D8EBF2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BDABC4-32EA-410D-B2A0-E8D0948C21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D2D239-C220-40C3-AEF3-C4DD2A6A5AE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1C78FD-661B-4370-8D48-6077315AAB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