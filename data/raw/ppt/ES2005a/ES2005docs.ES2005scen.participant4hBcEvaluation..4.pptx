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FB70BB-DE78-4DF6-B082-8AADEB54FF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29A96-8BA3-4E28-8BF9-AAF3855BA7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CD5FF5-56B8-4716-8A36-C4EBC90D28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7B11DB-F70A-49D5-A731-59964860D5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60A8AB-FC57-4C8D-A068-280BE77122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9286C-0DCF-4A7A-A29A-26106BBD5D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CA07C9-1313-4B98-AE49-E2A9BEC64E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EC92A1-F7F2-4038-AFBE-1F683B771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C5C161-A65B-4FC3-824F-B886650C1C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A0C7F5-5FE3-4FB4-BFC8-D24721C91E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F92BCF-D3A6-42F9-9319-64803DD4CE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2D4410-F02B-4FAE-84C8-7BDAB6334E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25DFC9-6592-4113-B37E-2FF0C32F53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F73C24-5E07-498F-B89A-ED9E1C20A5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94AE4D-7D60-4D7B-9CBB-F0885832C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FFB01B-E6DC-471B-A650-3F5C0975A6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A4E351-5184-4CD4-8361-CCA6BA7AF2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7C8832-0B41-47A7-8E36-DA9D94272D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3F7D89-21EA-425A-ACE9-1B32D64C1F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365572-7AEB-4048-9CF9-DFA77A3C8A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33DB1-7C3F-45D6-80A4-DFFC6BD7A5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E403BD-F4D5-4B6B-A92B-58ED27E0F1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1DD562-1C42-4AC1-BFF5-AE60BA8CFD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894C4C-7F29-4F9A-ADED-888E501B6C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BCD909-2B0C-43D5-AA6F-F72274E5361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1CDE93-D629-44E6-ADAD-C00319BD633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2004-11-11T20:46:00Z</dcterms:modified>
  <cp:revision>11</cp:revision>
  <dc:subject/>
  <dc:title>PowerPoint Presentation</dc:title>
</cp:coreProperties>
</file>