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44755A-150B-4AF4-8817-010096937D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B01458-575A-4D34-9946-EA491D7AA4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4465E-B630-4CDF-B359-E3404BB539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62E12-9182-458F-89A4-2E9884CDD9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A6D24-C0E0-4AA7-BCB1-02BC6C62A1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B120DB-F70C-432F-ACE9-0FB0C2449A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A786AE-A3E3-4F42-A6AE-73435EE7B6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510EE8-01D5-4AF8-9774-5760695235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B5659-B982-4C1C-B296-54D8911C21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DBA86-8340-4902-820B-B1D53E414C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27D991-3157-4EA6-A014-1F75315F87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EDFF7D-7B3D-462D-ACF0-5BB886B0A3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F20D4-EFC2-4985-AF01-12929F5600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6CD90E-8FCE-4094-AD73-7805E98705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0B68D9-2233-427B-B963-EB1C6ED125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FF9977-A985-4C50-830C-81FE63C8D6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337B54-90AA-4EDD-B464-A063CC03D3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E0BD9-240F-4968-AD09-06B88BDCE0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972D40-0ED4-4ED0-BE07-470E14ACB1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29502F-EB76-4871-AE3F-FDF71997E8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DDB16-AB47-4172-8E99-F102A5E855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2A9D2A-2F77-4F4B-A608-05385072A8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53F6E7-3483-4D69-9AC1-56D6D34DF1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3E68F9-ED81-48CE-9F21-B41D5CB1CC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D66DB3-C654-4813-BDFF-5F3DD42CD37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AADBF2-975B-49B8-A0BE-E278EA7C943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