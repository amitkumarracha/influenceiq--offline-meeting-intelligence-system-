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E01FDD-9A22-4FB2-913D-D4513DAE59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8E2F0B-2FD8-430E-9899-6CD2D14A3A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25E739-8FBE-4DB1-AD22-5D629B5A98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626743-4B73-4038-B2F8-47A7194F78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258F05-EBC8-46D6-B763-FFA6D6790F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25563A-13DD-4D38-843A-4F770C0F6C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EFAAF6-8CCF-47F8-9A2A-19064EA920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C3A3C3-1B93-4D92-B54F-1A71C615F0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076F3E-72BE-4963-AAFE-46A57CB094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46ED24-836B-4D54-BE72-6D51A81419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9B5902-D595-4D39-BBB7-FA56D432A1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2BC3EA-4A44-461A-8CC9-3097790BB6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08A181-2F2B-4543-AB47-61E74012DF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B3C810-D288-448B-88A9-963E4B337F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F60FC6-40A6-426D-BB3C-B51084AF86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E4CE94-E9F5-4B6A-8DC8-262EB00C06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5941FF-152D-4952-A005-4E071B504C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4F9D68-7315-4585-949B-3576C5AB39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46E32A-36A0-473F-97E7-531B00146D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1D01D3-2BBE-4236-A4A1-AA36623923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40516B-7989-4FE2-AB9B-6702EDFC75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5B3CB3-01A5-4D72-884E-C0E59BDE49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F7C9C2-A81A-4A12-B624-1344E6FC3DD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062708-7823-4516-A989-318CFA4728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037E07-15FF-481B-B390-7B6EECEA519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3970D4-F0F3-4B57-A6E4-8A0A0EB9CDF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2004-09-07T15:41:06Z</dcterms:modified>
  <cp:revision>7</cp:revision>
  <dc:subject/>
  <dc:title>PowerPoint Presentation</dc:title>
</cp:coreProperties>
</file>