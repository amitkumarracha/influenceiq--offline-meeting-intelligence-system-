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FB2EEA-4B25-4EE3-8FB9-9978BEE953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82D267-40F6-4AB5-9D99-A6ED30DDBC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46C996-CBF4-4C58-A1D1-67E10B0FCC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D77C7A-FA0A-489C-9D95-F7C6F1CA11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6D3CF9-41E9-4820-8200-09647906A5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6F74F7-0CB5-420A-A608-F65A7C10E2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0693D0-5E98-4003-B417-73C0C0A1C7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7CC059-B5CE-4C2C-A70C-B24504AF05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A98B25-9709-4C36-BD30-42E0409A68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772151-3395-432E-8982-258AAA35D8A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4FA164-7595-4469-9D0E-9783AF0702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7EADE1-82BA-47B8-B9D9-3489F9ABD9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E54C48-83A3-4CD5-A188-FF2DE917BC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B034B9-496E-42C5-A418-5A48A2AC4E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B829C2-ABB0-4F97-83D0-0836D4C59C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C3D46D-F096-4818-B785-3EFD25C467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97C8F5-8745-47FC-87DC-FC37F09D1F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567DB1-74A0-4C23-8F61-C3F2371D62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33FF55-580E-47FA-AAB5-F7D039C690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E89BFD-613D-4985-BB8D-F936A6F416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26D723-78E8-4017-9D6D-B9974869DA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1C90BD-B7A7-4E12-B481-1FA79EA9F5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F2C00A-84B9-459E-B2AD-ECB489C9DFC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590A9F-8FB8-47E3-A44C-1259C8861A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F6F744-D1AA-4985-B93D-2B92504176E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27A48D-C5C2-415E-B9D3-694C18080E3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