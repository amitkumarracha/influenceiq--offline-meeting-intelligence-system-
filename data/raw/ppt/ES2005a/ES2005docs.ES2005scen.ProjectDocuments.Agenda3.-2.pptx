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3B444C-7B67-4DE5-A6AB-CE0C7D2BE63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D3A6CF-8FD5-4555-ABB0-B2E917ED769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674D4B-BFA8-4AEF-86DE-AB28AD8DC5B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A393C2-12BD-4C7C-B604-629CF911B17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033A381-793F-42B2-9D3A-44CE5AEEB11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394EDD-DE7B-4932-963A-09F001B6A48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28FCED8-5D93-4A95-8BFA-1E1ED427281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6FE8EC-17DC-446D-98B0-53CEEF657B1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FFDF36-33F1-42D8-84D8-3132EE48228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1C2997-FD91-42C2-AC17-6D2C51FDBC1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BDC3E0A-1F07-4034-91AE-E4291966922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1451B25-6C55-4AC5-8AAA-B21D29949BD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8E93131-3C3E-48B7-B823-351C81A76C3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A412A06-2684-4E0F-A1F1-9CA6B3F3AA9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59A79C7-ED73-493A-99B4-B5AD381D8DE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FB48D9D-DCE3-4784-9B73-8D61813742F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39FD4EE-7A4F-4CEE-A4CE-70AD3D5C0B7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6BFF230-1BB6-4DB7-9D6B-A67F7AE30A8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A09CD5B-B7D3-44AF-940E-779D7E597D5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B748F35-739F-47CC-9F79-3281C9C0ECB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BC96CE9-4794-4474-A2EC-CC3EDD1FF72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4E4B2AF-2DAE-456F-98E7-B0A968DC1CA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4FB90AD-EA99-48FB-B95F-B3E74CA6B41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AA1B87A-345B-4485-AC6F-DAD1DD7CA78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2AC7796-9463-4BD5-8EB7-C1F389DEB44B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94A8322-DA09-4482-93EA-01529B4FC518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Detailed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Brian,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evaluation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Excel sheet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Calculate production costs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Are the cost under 12.50 euro?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No: 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redesign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Yes: project evaluation (next slide)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process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Satisfaction with, for example: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Room for creativity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Leadership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Teamwork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Means (e.g., whiteboard, digital pens, etc.)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ideas found?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Are the costs within the budget?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Is the project evaluated?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Don’t forget to complete final questionnaire and meeting summary!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Then: Celebration!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2005-01-26T21:21:32Z</dcterms:modified>
  <cp:revision>21</cp:revision>
  <dc:subject/>
  <dc:title>PowerPoint Presentation</dc:title>
</cp:coreProperties>
</file>