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CBEA83-7008-4A74-85AE-BA42FE4C3C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5E582F-195E-414B-9935-E53161F94F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0A9545-376B-4AAB-BBD7-076452900D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8E9387-B178-4081-BA23-7E05B6752D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2C6115-62F2-4907-A48C-48464E0791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2D7CAB-1788-42D1-A91F-286A51C5A6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593108-9F34-43F8-8A91-BB2212E1E1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90A212-8D5A-4175-B4B6-FF14418A83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89C2ED-F91B-4B72-80F2-D95D816711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988290-142F-48E1-9F21-11AD6DC91D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54FAD5-AF2A-4E54-ADA4-9FD1445416D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252BEE-D28C-42FC-9627-4756AEA3155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5969F4-B5F9-4D99-BFC5-A00DE600A2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EBF2E8-6749-4CE1-AFA7-585C342CC4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EE1FEB-AA77-45B4-88D9-E350438783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AADC64-1821-4927-B1A1-69D70331C2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D82AB8-A1E9-466E-9C83-4C0A1BC7C7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08740D-4EE6-4F39-8ACC-556B180DF1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65B6EE-6D98-4F80-943C-C331E54359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DA1D22-F8DA-4285-B436-5137514772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28801A-91FC-4664-9FF8-2D18394385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D78B89-45DB-4FD3-A7B2-988ECDB1EA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891809-E8B6-4E22-A080-7F9F1F647BF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EFDECF-958D-4FAA-8277-128125AD1A0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F80E968-A8A1-4D28-87B2-45057453F3E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B788FD-7569-4290-B686-4175F140518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&lt;your name&gt;,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&lt;Explain your working method&gt;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2004-11-04T20:57:57Z</dcterms:modified>
  <cp:revision>8</cp:revision>
  <dc:subject/>
  <dc:title>PowerPoint Presentation</dc:title>
</cp:coreProperties>
</file>