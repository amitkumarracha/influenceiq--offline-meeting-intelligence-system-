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9AC00D-E77E-4D4D-BB96-0B8588098B8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B813C0-C3C3-4569-BA69-14D9A68AF4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9C5E5E-74FB-4868-95EF-40920F56F2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2146A7-7F60-4BB3-A6B3-0412694524B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5A893D-9DAC-4FDB-9104-94CB8984539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0EEE4B-6D46-4F71-8AE2-54D8716C85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08C715-5EFA-4BFE-8EA1-E8AF79D9910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C965FF-A5A9-46F8-B197-9F766BBA06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959426-0FE3-4E25-8BB2-2651DAF6CEA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B2B137-853C-4A20-9A7D-C45EFEEFE0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76E05D-78ED-41D9-92AC-3CF60DA995D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ED54DB-CC65-4D44-B14E-8AEA4FBE100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D3A540-20DA-4EB9-BB61-1221A3A253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5D9E34-1A33-4032-9842-D24B8F636F8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E02A87-CC61-48BF-8798-3DB6D529EE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9E218C-5676-4452-946F-10A62E4A0D9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5F8616-D21A-4D41-B6B7-B639E466C74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8BE0A5-9A35-4BE1-803A-1B101FFAA01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F48706-EEB3-4442-BF29-735BC94A09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8823C2-7F78-4FBE-B263-B372C21FBA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C677FF-29F3-45FC-A9CB-E391A7389F6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F8F48E-96AC-4352-94AF-E3EF2E01748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675DAB-BFDA-4B4B-B5DB-320C2CE2580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CB8EE5-8241-4036-A34E-05E85345924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8BC3903-A979-4B64-A181-79C18628747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7D0EF7B-04B8-4A39-948C-24A41594AE7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Helen,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existing designs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people like and dislike about certain products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Search Internet for fashions/trends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Ergonomics research- e.g. comfortable sizes shapes etc.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Basic Function of the basic remote: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‘to send messages to the television set’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These functions need to be included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Effect they need to have is to e.g. turn on/off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Current leading remotes are very boring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Something good to hold: tactile, not too ‘edgy’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Simple designs: easy to use, not too many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Size: hand held and portable. See TFT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Other functions: e.g. for t.v. and c.d. player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Gimmick: glow-in the dark/easy-finder/rechargeable…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2005-01-26T17:58:07Z</dcterms:modified>
  <cp:revision>9</cp:revision>
  <dc:subject/>
  <dc:title>PowerPoint Presentation</dc:title>
</cp:coreProperties>
</file>