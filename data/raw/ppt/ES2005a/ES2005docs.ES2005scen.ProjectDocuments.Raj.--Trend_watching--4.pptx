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5016E-72BE-4C84-9481-DF5FBBA175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6FB9F3-C2A9-4490-8397-E6A42BDD78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CCDFC-99C0-449D-99C7-769388685F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09431-1E2C-4D33-995F-AE85D9A8DD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F6AE7F-F105-4665-A78B-B72893823B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9C451-1881-49A1-AD74-332F02CF8B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A944C-454D-4148-918F-B561397FCA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F6706-822A-4E01-8B28-0F3535E424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85B36-527E-41F2-82E7-0AAE8D90E4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32B18-B94F-47CD-81A9-131CB683AB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A739F-CB89-478B-83DE-0EC4E41E17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FCB94F-B62E-4045-A2C2-2B60816D68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DB78AC-E909-49F1-A350-BDBB254EC6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86045A-3309-41C5-8410-C2A3072C73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9718E-9726-469C-9993-5F303793B6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35C472-A61C-4853-AFA3-A963782D27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AFDB33-2D7A-4970-851E-9B0945813C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47D405-79CC-4FD0-A524-4EA3D85342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49396-D855-4F92-ADBF-DD1B7D7473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B11307-9807-4C9F-BD05-4C2370B996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AFE921-6161-48D9-A9C6-F33CB078E2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7F3AB-956E-4434-BC9A-A1F44613E1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4D5BAE-FDB9-4551-BBF2-13AC476E50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13AFA0-B85B-4B52-9AA5-EB5E776DAE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761931-F273-4F8C-AF05-278698B25D6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54E28E-10BC-4549-939E-6C01DFA772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(Raj)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Methodology includes not only the recent remote control market survey but has also considered the latest  fashion trends of the market.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Executive Summary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Recent Fashion Update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2005-01-26T20:12:00Z</dcterms:modified>
  <cp:revision>10</cp:revision>
  <dc:subject/>
  <dc:title>PowerPoint Presentation</dc:title>
</cp:coreProperties>
</file>