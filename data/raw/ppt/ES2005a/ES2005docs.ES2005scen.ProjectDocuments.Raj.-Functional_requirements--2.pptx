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80E45-9EC9-4515-9116-0309ABBA84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3FB063-1367-4D71-88AD-63FFCE1978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C7F7A-CA36-4583-BCCE-CFB53B9F40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7ED81D-3037-4350-9A00-7AAE234A6C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CD893F-C0E4-45BA-8956-FE26F1B47A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81B0CF-B3D0-46E0-8BF9-B50795196B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C44D36-BD1C-4EFA-8118-D38BAF2216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9564A2-A005-47F6-A83D-297562A5BA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A2890-3420-402F-A733-342C8707D6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7FFB7-7A48-4E0C-A720-33BCEDC28C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6E61F-ABA7-4C38-AACE-042F18E89E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BE3F4E-D307-4156-AF24-0E627A0584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CA875A-4036-4816-99ED-D17229B359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B31A0B-E211-431B-97C4-EBB6A3B20F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6E99CF-B1F5-4EA7-9303-1090123117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9AD5B0-B83E-446B-B3AA-9D2664A384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350516-63B2-43B7-96B0-4EE5301B99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72C7C-32FD-49FC-BFB1-1414345960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3D3E3C-A1EC-4C02-947E-190EF387DD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1772E8-792E-4C01-BA15-54B51DC8FC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66A210-4842-4A0D-AD6C-FAC945A8A3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FE0CB5-25AE-467E-8A42-29E11A1454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B1EFA-63EC-4276-AA4D-E6D6088956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897E9-0442-434E-9EED-7507E51229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571F7E-DC37-451C-8A31-97F4FB3F515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4C7C4C-7D12-4CEE-A9E3-94B5325B501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2005-01-26T20:16:39Z</dcterms:modified>
  <cp:revision>14</cp:revision>
  <dc:subject/>
  <dc:title>PowerPoint Presentation</dc:title>
</cp:coreProperties>
</file>