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15059-6968-4E44-8D3C-9BEAF6E7E7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02486-391D-4E79-BA76-155F0215CD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D36306-9452-41FB-AFBA-D0257A3834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7DF528-C9B3-4AF0-924B-D642F24020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5CCE3C-95F7-4F90-B020-1C21DC3CFF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59AFF0-D84F-40A8-9A72-80A71B796F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4C1D4-0F3C-4419-92F9-CBC818457F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8C7264-84C0-49E5-B7E6-2A43064E09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922E4-804F-4B48-B1B1-9C6C759865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0CF2F-E7AD-4665-A4DC-8B419A739A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B60C7-CA48-40F9-896E-735A862B30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5E3086-C005-4F4C-8CAC-49D20B1C15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50E33F-5661-4493-AD58-DA63A62784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3C403C-5FC2-4681-AD2A-A98B6DB0D3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84C8EE-8E82-4461-8C98-C808B5C5D1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F99737-C281-4B12-9AE9-78E7F722A2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79CBC1-D428-4D37-9592-ECB71E4CFB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195FAA-95F2-473A-842E-D7434DCFCB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16E897-3B6A-4A54-B250-021E5A8C8B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94021B-C714-4AA0-B447-8FCDEC2E4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9016BC-B74B-4569-B398-70C2C3236D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85B1BC-7453-4EB9-86AA-D674EED99E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393D6-F829-4B47-B54B-8D384FD4B9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81F4CE-78F1-48FD-93D6-A65D6B9BD0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208919-2714-4762-8BD9-4B7DD63452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10C2F7-2FBE-456F-B82D-9625F15479D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