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D0842F-AF1E-4D6E-8208-C88E7B26DBB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E88383-4FDE-41AC-BC4C-766F4F3326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F6B68F-0EB9-4F61-95D8-E5BFDB646AF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867282-B659-4337-A8F5-64FB631D8AD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72A543-8FD5-49E2-8756-5C0655DA539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663D1C-A63F-45A7-B85A-98BEA41DF87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890833-0451-4AF1-859B-0825327A5EF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50A2B9-73F6-43D8-A6C1-128798C248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E16D70-A230-4C6F-9775-DE39FF507B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2042C8-B18D-415A-870C-707E428FFEC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4B173B-FB84-42E7-9461-AC1732C43B4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FFFA53-FDEE-498E-8AB4-ECB1B630780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196F24-83F8-493C-881D-58AFA9EB1C4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21FDCA7-6C8D-4618-9B3D-621C071750B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FAC393-7A5D-4941-84AB-E1497DE262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C9365F-3877-4488-89DC-2F6ECAE5FA4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F1906D-14A5-4F25-91EC-6E4F9F15B81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2A2E1B-6D39-43C0-90A6-FB828F47307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DFD33D9-1171-4D52-B681-766D9CEA7C4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BC866C-C13C-490B-9EED-E312030AA6E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9570D1-5568-48A0-9E9F-DC5A81756E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156D98-57EE-4C20-BC4A-EF6B1B6D4DC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D85C7D6-8D4E-4E3C-B6B5-958BB01F756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27F7E8-E58E-4315-8DDB-D9BA4E06CFA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63CCB04-1422-48DA-B5E0-89F526A0722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C8F258D-98D1-4D92-8693-C0C60B2987B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&lt;Discuss your working method&gt;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Administrator</cp:lastModifiedBy>
  <dcterms:modified xsi:type="dcterms:W3CDTF">2004-09-07T15:40:33Z</dcterms:modified>
  <cp:revision>7</cp:revision>
  <dc:subject/>
  <dc:title>PowerPoint Presentation</dc:title>
</cp:coreProperties>
</file>