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B8DADF9-0F31-44C3-9A7A-459258E6522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676EA7-653E-4EB4-AC9B-E9E9B7A09A2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8D49D9F-75FE-4EE3-A7BE-6EE776BDB75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86F790B-9517-4049-8247-FA071166410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81F6AFF-4E9E-4582-986E-942BABF6CF6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909A653-BE7C-44D8-BAB6-11AA372899D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FA9BCD7-98BD-46A9-ABCE-85D5AF70BB5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89E056F-9204-436C-A295-D356954FABA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408B90B-E598-4F87-AAEE-5C74DBCF4CF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3F93332-1211-4A01-8D2C-4B37037A46E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D384954-7688-44BA-AD6A-8953B0B9833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8760706-5F5B-45EB-9327-E19EE8392C3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670DF00-05F4-45FE-BE9E-835A2DE6399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FB5FA23-63B1-4A5D-81CA-5C8296C1DC1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3C32BD8-B310-46F6-A670-8C8045DD1AB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FB2C7A1-E77A-4347-A192-65D947F634F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A49706F-D95E-4731-A083-A5B7DD3493D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6F61957-86D0-4062-A5FC-468D1F1DCB6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8DB2988-46D0-46F7-8110-784D9096BC1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C6F1C6D-3A13-4331-8E9A-9DD4179A708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79CD2A3-9754-43D7-A514-F812C1C2AF3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220AE16-8CA8-46C3-BBF1-E0421F68871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0F17CBB-2B65-4B22-AD7B-068F026954D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E1EF2BD-7E7A-4ABF-93F3-C5D61D72AA3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F946F29-F4CF-442F-BD91-C18FD77CEB10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B4DB0AA-EB87-4ADF-A9D3-DED8E885A0A7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Detailed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Prototype presentation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evaluation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Excel sheet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Calculate production costs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Are the cost under 12.50 euro?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No: 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redesign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Yes: project evaluation (next slide)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process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Satisfaction with, for example: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Room for creativity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Leadership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Teamwork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Means (e.g., whiteboard, digital pens, etc.)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ideas found?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Are the costs within the budget?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Is the project evaluated?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Don’t forget to complete final questionnaire and meeting summary!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Then: Celebration!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2004-12-14T17:34:13Z</dcterms:modified>
  <cp:revision>20</cp:revision>
  <dc:subject/>
  <dc:title>PowerPoint Presentation</dc:title>
</cp:coreProperties>
</file>