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CFC96-C521-4F66-9C41-F4288F84C2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CC4827-DABE-4106-9868-636DFC8F36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6C292-22C8-4FB4-8A5A-E2C733B3E0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D70754-D6BF-44AA-9079-27D5DBD737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957A2A-3467-4D61-9339-ABF7C73B59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52E768-46E5-4009-8F14-7BD740AA8C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17FE8B-0C20-42CA-97F3-1BC2645B32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C8C4A3-D18C-4BBF-B767-284A0DCDB2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4F970A-B9B5-44FB-A4FC-7ACCA14921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4A8199-B6D4-47C7-A559-1FA59F2375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033B62-8558-47A2-B40F-D3F3355168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11FA9A-38DA-4CC6-B0CE-83989C2E96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9530B0-C73A-4C0B-B45E-B7796F8F20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6ACF9E-0FBA-4B5D-AF77-5C6E881E8B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9F7FCE-1601-4875-ABC9-413330B2E7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46CBD7-2092-420A-AF9B-1D8814FD73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BBFF86-8BE5-4F4B-8840-AA76F063D4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BE2F6E-51D3-4B05-877D-E81898336D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5015D3-8D3C-44C5-8676-E9E4A15FED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21C410-96C1-46F7-B793-F362C53D78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06ABD7-613E-4107-A8BB-EA62EAE01A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CD5DB9-4EEB-470A-AE17-96CF56F66A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110ACF-6E80-4FEC-93E7-07702A1F32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01EA3-E2AC-4DDE-B641-6807CA7E46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CBC4A9-DC9A-47CD-B575-8B029DECA58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C843CF-7B97-4209-87FE-504EE8E7A8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 Raj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Strategy of the company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2005-01-26T21:08:55Z</dcterms:modified>
  <cp:revision>12</cp:revision>
  <dc:subject/>
  <dc:title>PowerPoint Presentation</dc:title>
</cp:coreProperties>
</file>