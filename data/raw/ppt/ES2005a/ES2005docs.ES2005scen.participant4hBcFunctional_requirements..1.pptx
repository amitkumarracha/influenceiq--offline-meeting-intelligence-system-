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CE8E51-7280-4C2B-8DC2-210C271E0F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9FF5B-D18E-49F2-B180-BD969DDE60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94D0B-9EF9-4012-9FAB-B612AD07C7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1D72E9-9B1E-424A-BFBA-0F35C49104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08587-B5DD-4BD1-8872-4D08CAAA5A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A9F1B5-9E3D-4853-9A28-A154AE8975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5F2510-89BC-4146-8B66-2FFED602EE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E6BCEB-895C-40D9-ADA4-ABA267CB06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F5DE6A-9428-4FF0-B633-2673ECF633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69119A-EB39-40E8-9B3B-403808D026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61D01D-D04D-4CE0-8AB0-F53FEDAEE7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D594E4-BEF6-42DC-B457-6779B205E5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612D6E-1918-4BE6-87D8-5B61FC0330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E9F387-FFA9-4018-9664-27A9C73C02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1681AC-224E-49DF-A747-922DE12333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03952F-08D3-4519-91E0-44CA001A4D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A1FCDD-9209-4A08-9905-2EB4F5D1FE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EEEE3F-4678-4E0A-91CB-556510093C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086508-C0ED-4EB7-A3D0-7528F7B9C6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D0189A-10B3-4E4E-9DD8-7478B5A846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1CE0F4-5DE8-46FC-B049-573977B320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C62C30-C82E-487E-A0ED-6329353408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58A032-E01C-46EC-915B-9054084C0F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51B821-39E9-4DDC-BB12-C7BD2E0E29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B9FABB-3ED4-4B6E-A66D-C480A494BDD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439196-C8C7-4F9D-AA34-EE3F296A659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2004-09-07T15:39:54Z</dcterms:modified>
  <cp:revision>12</cp:revision>
  <dc:subject/>
  <dc:title>PowerPoint Presentation</dc:title>
</cp:coreProperties>
</file>