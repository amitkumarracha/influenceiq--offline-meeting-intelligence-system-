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F5B4D4-3BCA-43F4-BC12-2C47DF1608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A56978-9E4D-469F-8ACF-31E75E8AE2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2307B0-542B-4721-B0A7-2C808E93B3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164AF2-40DB-443C-B37F-ECA869FD61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66D73B-D60D-4441-AA7E-D579D10B9F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4AAC1F-1D3D-44A6-834E-47A13CBFD3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0F3A56-4E1E-45BB-A86D-DD6E957863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FC82BE-3017-43D9-97CA-399FB4ADAB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6B0579-A061-4EF2-B2AF-F1232EF7A3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4FE503-E3CC-4C5C-8124-2971FE1ECC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7B5E33-BEA0-4203-8326-53F12CF3252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C1581A-CEE0-416D-AAC5-F57963B1CDC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32DE6D-2E9A-45D5-91A4-BC07318D41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757EDF-56D7-4D90-B771-9256E1147B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7DFD5D-A1B6-43A1-8FA0-934FF7D58D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CEA6E0-9CBF-4C26-8783-53A6627895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D9246B-FFEA-42B9-9685-BA56781EC7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54CB41-4C9E-4C5A-AC1B-B4D6700C94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ABB3EF-3036-423F-8ADA-57C965631F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D2F3B1-6E83-4E10-9145-1C759EEADA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347C5A-C311-47C3-890B-D7E1BA4B77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C510CD-9268-406C-BA58-57D5DD36C1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1C4DAE-B0DE-491A-BF99-8D86DA9E052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633A09-2E04-4085-88CC-81FC6C25169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D39A7B2-F168-4B69-BB6A-45882F05A34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B4E61E0-C781-42E8-8E16-B9E3D7EBEF3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Existing designs: their designs, why are they like that? good/bad features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do we need from the remote: easy-to-use buttons, layout of buttons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remotes use graphical user interface; pictures as output, pointing device. Inconsistent layout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New remotes: voice recognition, LCD displays (e.g. music download devices), mouse-like, child-friendly, over-sized,#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Need to combine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New speech recognition software!!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Raised symbols, makes remote easy to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LCD- fancy, looks smart; too complicated?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Over-sized- gimmick, would it sell?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Child-friendly- great idea, good shape; easy to use?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Mouse-like- what do the scrolls work for?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2005-01-26T19:31:20Z</dcterms:modified>
  <cp:revision>9</cp:revision>
  <dc:subject/>
  <dc:title>PowerPoint Presentation</dc:title>
</cp:coreProperties>
</file>