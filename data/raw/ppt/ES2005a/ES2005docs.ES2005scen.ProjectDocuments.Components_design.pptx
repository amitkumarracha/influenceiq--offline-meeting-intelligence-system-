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2889C64E-8F6E-4588-BC56-7C73BA80F1D5}"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FBBED2D-4C56-4393-9360-92E9E8F34D10}"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E9D7BD9-CF70-4E23-ACBF-1D6EE8E73810}"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734611C-4F51-4A27-9DFC-502E63DF92ED}"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78F39DEF-5F11-48F1-9362-25BCD0233A54}"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2D3BC311-888D-4F0B-86BD-2C49EA6C684D}"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0505F8A-F951-4344-93DD-308412195304}"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1C0BE4A-0064-465C-A7A4-13183C2975AD}"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0110B0F7-B57E-40C4-8BB5-1C715F24FFC7}"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E9546DEB-A46C-47EA-A7A2-E94162745D21}"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B04A5FEC-DC61-458B-B613-641B4F9890E2}"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71032992-6E37-4EAB-8CCE-29416ABB0402}"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C6524428-612F-4003-9479-2A01F2B914F1}"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33B041C2-E5C7-44FA-9C42-81AB25099419}"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4DF2B8BA-8905-46E0-B3CF-385ACBEF3D90}"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588DC46-596C-4676-ABB3-802BB6157E8A}"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E4B3F06D-8361-4E94-A4CB-EACC90AD5AC6}"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4682808D-B89E-4A67-835A-88BD30BE8B13}"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82919D5-4F02-434A-9E3B-2BE631613EF5}"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0691F2C-8315-408A-B589-E179CD861F33}"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CE9472D-BE07-4A6F-AED8-6166023F7425}"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3C0D99B7-3326-4674-82A7-755D8340C385}"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903399E3-C603-456A-B95C-3FE05859B58E}"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2138AD91-447A-4EB3-BE58-5FB436F04DC1}"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E9B069A-CC0C-4F2D-95CA-66ABED1860A4}"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4D1D9AC-C9D7-4A4E-AE6C-39772893B656}"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hyperlink" Target="http://messenger/ami_dev/InspirationID2.htm" TargetMode="External"/><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684360" y="3886200"/>
            <a:ext cx="79200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Arlo,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Look at pre-existing models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Reuse the essential components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Incorporate new innovations</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Let’s look inside a (simple) remote control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u="sng">
                <a:solidFill>
                  <a:srgbClr val="009999"/>
                </a:solidFill>
                <a:uFillTx/>
                <a:latin typeface="Tahoma"/>
                <a:hlinkClick r:id="rId1"/>
              </a:rPr>
              <a:t>Link</a:t>
            </a:r>
            <a:r>
              <a:rPr b="0" lang="en-US" sz="3200" spc="-1" strike="noStrike">
                <a:solidFill>
                  <a:srgbClr val="ffffff"/>
                </a:solidFill>
                <a:latin typeface="Tahoma"/>
              </a:rPr>
              <a:t> to dissected RC</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Remote control has parts:</a:t>
            </a:r>
            <a:endParaRPr b="0" lang="en-IN" sz="32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Outer casing:</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Board: printed circuits, contact switches</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Processor: integrated circuit (TA11835 chip)</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Amplifier: op-amp transistor</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Transmitter: Infrared LED bulb</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Our components: casing</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Our products can be delivered in different cases. The general case is uncurved (flat). A more original case is single curved or even double curved.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Furthermore we offer 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Energy Source</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As energy source we offer a basic battery or, more ingenious, a hand dynamo (like you’d find in 50-year-old torches), a kinetic provision of energy (such as in some modern watches that you shake casually to provide energy), or use of solar cells.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User Interface</a:t>
            </a:r>
            <a:endParaRPr b="0" lang="en-IN" sz="4400" spc="-1" strike="noStrike">
              <a:solidFill>
                <a:srgbClr val="ffffff"/>
              </a:solidFill>
              <a:latin typeface="Tahoma"/>
            </a:endParaRPr>
          </a:p>
        </p:txBody>
      </p:sp>
      <p:sp>
        <p:nvSpPr>
          <p:cNvPr id="10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Electronics</a:t>
            </a:r>
            <a:endParaRPr b="0" lang="en-IN" sz="4400" spc="-1" strike="noStrike">
              <a:solidFill>
                <a:srgbClr val="ffffff"/>
              </a:solidFill>
              <a:latin typeface="Tahoma"/>
            </a:endParaRPr>
          </a:p>
        </p:txBody>
      </p:sp>
      <p:sp>
        <p:nvSpPr>
          <p:cNvPr id="10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Chip considerations</a:t>
            </a:r>
            <a:endParaRPr b="0" lang="en-IN" sz="4400" spc="-1" strike="noStrike">
              <a:solidFill>
                <a:srgbClr val="ffffff"/>
              </a:solidFill>
              <a:latin typeface="Tahoma"/>
            </a:endParaRPr>
          </a:p>
        </p:txBody>
      </p:sp>
      <p:sp>
        <p:nvSpPr>
          <p:cNvPr id="10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have just developed a sample sensor/ sample speaker. </a:t>
            </a:r>
            <a:endParaRPr b="0" lang="en-IN" sz="28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Note that a push button requires a simple chip, but a scroll wheel requires minimally a regular chip, which is in a higher price range. The display requires an advanced chip, which in turn is more expensive than the regular chip.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Speech Recognition</a:t>
            </a:r>
            <a:endParaRPr b="0" lang="en-IN" sz="4400" spc="-1" strike="noStrike">
              <a:solidFill>
                <a:srgbClr val="ffffff"/>
              </a:solidFill>
              <a:latin typeface="Tahoma"/>
            </a:endParaRPr>
          </a:p>
        </p:txBody>
      </p:sp>
      <p:sp>
        <p:nvSpPr>
          <p:cNvPr id="11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6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microphone (cheap)</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speech recognition architecture condensed to IC technology.  Tradeoffs involve quality vs. complexity.</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For TV noise cancellation: requires an additional microphone and transmission signal to ASR component.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2005-01-26T20:07:41Z</dcterms:modified>
  <cp:revision>11</cp:revision>
  <dc:subject/>
  <dc:title>PowerPoint Presentation</dc:title>
</cp:coreProperties>
</file>