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B6BBC6-E478-4B4C-9F11-5C55FB0479C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A57FEE0-1354-4F9A-98D0-20A2674FF16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58B81B9-80B4-4BED-8273-51C52FBC824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D14E97A-0FCC-4DCA-8425-5BBF9751CEF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CFE9D74-A0E1-4345-B0FD-475739D4261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D093F2-73BB-4963-BB2A-B1E51AFC192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048AAC4-BCE7-442A-888C-4532E0BA4FB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C7677C2-B1F1-4796-A2F2-D7B513EC4F2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C780AD0-B808-4168-A096-6EDC8AA68D5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B21FF2-8681-411C-9D5C-12A82F14BA7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A02484B-D6D8-49E7-896D-AA4040DC17C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5B7A122-F5C8-48B9-B91D-A301FF994FA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3B5AAEF-A8C7-487D-B86B-21114102E16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9324C94-CE5D-4249-AC1D-75CBA1EDA4F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CECB132-AD44-460E-A39F-91BE1405646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7351D54-5B97-4A3F-B111-63CD09DF2DD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E828BFF-0AE2-4402-B5C1-D31B1195FED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8EF46DA-68F0-43CA-9867-6E71A65ADA6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0821607-A025-44A1-9640-57035373F4C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EBBA446-8D37-447B-828F-F5D64B27CE5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22BF675-3853-49D0-8987-20953AC0552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2C20089-0DFF-45CF-A9CF-D713E6201B3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6358D8A-5728-484F-9DBF-AFDE5B42B31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4A750F1-693A-41F0-BDAC-3A016E0848B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2407000-4F51-4B1C-A017-157EE4710EDA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688E925-F627-4596-A803-B2F263FFBA2D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 Brian :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Manager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After meeting: complete questionnaire and summarization (to be sent by email), then lunch break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Then 30 minutes of individual 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PM: puts minutes in Project Documents folder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components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 interface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trend watching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2005-01-26T18:09:44Z</dcterms:modified>
  <cp:revision>20</cp:revision>
  <dc:subject/>
  <dc:title>PowerPoint Presentation</dc:title>
</cp:coreProperties>
</file>