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90FF0-B175-4C5B-BB98-E2B3AE3155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A93885-D9A4-46EC-9130-E4C903A9C9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EC07E3-8272-4804-90FD-75F4C319EA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12A16-7D16-463F-B1A3-A79ABAE62F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01B28-F89C-498B-A051-56F7208C0F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0DDF2-5852-4F1A-BB10-55CA959440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28934-5A0E-4255-B724-9FAC52FFC1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E9E53F-3714-497B-BE15-D080B68B26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CF5132-A858-4989-876D-73B663F85A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86202-127C-41D1-B193-0FA586981A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F98506-0B00-4A70-8DCB-9EF62C0D67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588AEC-7862-4978-9371-A2B9C1C70A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FEAC5B-3699-401C-B60D-31FD376FDA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B9364B-E6D8-48EB-B273-F97BE846A4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AD9CA7-DC5B-4025-A6AF-5FCBCDFED3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8CA409-59FA-4E9C-AB26-1A6C699C3E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CC4D6-3DC7-4E6E-B073-CB3B036CDA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CD56EE-EDD8-4B78-ABB0-0FCF2DF01F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E9C091-A1A9-46E5-8487-0818D7D872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4AA7B0-ABCA-434F-B79A-243A0FC8C3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9D198-04C0-4E6E-819D-4DF6985FAA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7C410C-519A-46D8-8D1C-7E081CA6CB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0C13D3-5515-4A9D-ABE8-00C1940B70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D1684A-0DE3-43E9-8132-6F46456D48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A06D55-39EF-4F92-A76A-EB66CE007D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C63D97-25DD-438F-A11F-CC28CDCDCD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2005-01-26T17:05:08Z</dcterms:modified>
  <cp:revision>33</cp:revision>
  <dc:subject/>
  <dc:title>PowerPoint Presentation</dc:title>
</cp:coreProperties>
</file>