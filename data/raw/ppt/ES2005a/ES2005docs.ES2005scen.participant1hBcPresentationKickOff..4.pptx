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0681AB-897F-4A5D-936B-E24761DD53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575E2-9789-40C6-9F0E-4F6580F623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8C09AA-CBEE-4119-8CA9-977F9EC402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851A6-AF46-4400-B435-E55441A19F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C74C7-F2A4-4C81-867A-85BCCCE847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E9F5B9-281E-409A-B207-5522DE7B0A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DD16B-9CBF-4118-ADA5-5FD55982F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8B81B-AC37-431A-BE13-3063F3C71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12F76-932F-4971-8470-EF6875CAB8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E5371B-76F8-4A53-AC94-CE06E664A1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544FA7-0BF1-4E82-BF57-FCF7D0F9F0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1B448-5F94-49F5-B187-867962778A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758D9F-BB06-428D-8929-B54651267C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68BBD5-9542-4808-98BD-70777F1A9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C18A8B-1B68-4103-B162-4E91034D4E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2B8011-BC16-4424-95BE-1E96F1CCF5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69BB5F-25E5-4BB1-BCD5-A36B4FE1FC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22FF59-8951-4A3A-9BAB-F4497ADD15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307CE3-B125-4605-AEBB-7E65D212A8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F9E4AF-BDDE-4FEE-87CD-4B8E698402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D95FC-F2FE-40C2-B5ED-77D134B1E3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E58DE8-4D5D-4FB3-BE46-B6C2489215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0C2B6-E0D7-42ED-83E6-7ABE76134C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98F825-28CC-4DE8-9E0F-6DE8A571CC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72A029-5236-4D4D-8850-DD7DD2680D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FB6B8A-172A-4F93-82B4-48B15BE8E8A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