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jpeg" ContentType="image/jpeg"/>
  <Override PartName="/ppt/media/image3.jpeg" ContentType="image/jpeg"/>
  <Override PartName="/ppt/media/image4.png" ContentType="image/png"/>
  <Override PartName="/ppt/media/image6.png" ContentType="image/png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7B76A0-6661-4434-A46D-0AD54EF023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03902F-ACCA-4552-A967-3E71674494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5986D9-AD37-4542-A509-7FD1F357D8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D1C239-2BF8-47F4-A5A6-8A0B76953D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990CDD-28A6-4170-946B-DFD81F9430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955920-5306-4115-B0A9-CA580818A9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9CC397-890E-4892-8BC6-71A3AC60A5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9D58EC-8154-47BB-B910-F0DD978EA2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0E57E0-BBBA-43A3-9ECE-8DDE1F415B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891135-E786-4037-AA59-840F872D4B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BD2AFC-15A7-412E-85C4-E84E653138C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1FF4EC-F121-45ED-ADD2-5E53296EB1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698164-AD20-4BFB-B7DA-0E6CAED08F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5D9B08-D848-4DD8-973D-3DD2EC05B6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56DA9A-B8B4-4085-AEC0-3741A0DB43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34ABD9-B7BF-4EFC-A8FD-5FDECA8128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4997B2-5414-4AAF-B1A1-59EA3CBAD4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288AFF-9846-423B-BEDD-87479AFAAF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34C0BC-4671-42BE-B2A2-CBD375376B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C45183-B33D-4797-8C8A-CE0E1D5F77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75FA98-9592-473E-95BA-D8F7A62E695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E2DF06-CD44-43DF-90A1-A3DCE92BD5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246F22-5194-43C9-9D15-203C20F0A7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5CF6CF-FF24-4D46-88DE-F7CAE535A2D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42C6918-83A4-4239-ACD6-1E463A8239C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BE20EC7-D3E6-4B80-B609-2CC79A1427F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684360" y="3886200"/>
            <a:ext cx="777528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Arlo,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input from marketing, UI: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are the basic needs?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novel features can be added?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limitations: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Budget and timeline from The Boss.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Practical limitations – don’t ask me for the impossible!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it!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46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Our company produces an array of high-quality products from which to draw inspiration for this new remote control: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564000" y="3357720"/>
            <a:ext cx="2185920" cy="21859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804000" y="3429000"/>
            <a:ext cx="1932120" cy="218772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395280" y="2997360"/>
            <a:ext cx="2143080" cy="300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4" name=""/>
          <p:cNvGraphicFramePr/>
          <p:nvPr/>
        </p:nvGraphicFramePr>
        <p:xfrm>
          <a:off x="874800" y="1652760"/>
          <a:ext cx="7392960" cy="44193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874800" y="1652760"/>
                    <a:ext cx="7392960" cy="4419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7" name=""/>
          <p:cNvGraphicFramePr/>
          <p:nvPr/>
        </p:nvGraphicFramePr>
        <p:xfrm>
          <a:off x="785880" y="1600200"/>
          <a:ext cx="7570800" cy="45259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8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85880" y="1600200"/>
                    <a:ext cx="7570800" cy="4525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Outer casing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(i.e. buttons)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Other alternatives?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Transmission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4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5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9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20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3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1979640" y="335772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Programmable options: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channels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Preferred volume settings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Requires a small amount of memory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Bells and whistles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 more money, effort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More likely to work poorly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2005-01-26T17:57:19Z</dcterms:modified>
  <cp:revision>13</cp:revision>
  <dc:subject/>
  <dc:title>PowerPoint Presentation</dc:title>
</cp:coreProperties>
</file>