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C0E34F-2C34-4B08-A894-29FB50CAF0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E28C9-31EF-4046-AA1D-CED8E9EA04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3A2B98-F428-413C-95BE-A54DF0F6B0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6B620A-38CD-4D7D-A48C-DC94B70F26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F579BA-67F0-41F5-9BCE-331F3C7B2A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38F428-D79E-46C4-B391-F85E24FD89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F7B8FC-9D11-48CF-9D94-2B0C3B5355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8D9936-D3F5-4E54-BF68-70308C9294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FC1419-3229-48C7-BE0C-0E0E514463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304C50-DBD3-4A67-99CF-1499250037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E81625-8B9A-4F6E-804F-40E3251EA3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4644D8-130E-4985-8F4C-B109E15657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498B86-FCD5-43D6-874F-23073EE3C7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D15CC8-31B6-49FD-925C-96604B6ABC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118F73-5DCC-4520-92F7-50633487B0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88C50E-2B53-48B6-B757-2AB3E2D19B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680B63-6826-477D-AEC0-59E9D882AF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903883-2506-4406-BE82-13AACA1E67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F16AD6-ACC6-4249-9C98-874362C5D0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D8FB52-60B7-4C87-BC01-4C40E773E8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77FEA5-261C-4033-9DD0-0DB8AD6E1A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C46EDD-AAD8-4C38-AAE7-B22F4CAC9E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F13367-4AB3-4825-93A5-4A09D5EC2A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E8E416-2E07-4C37-80ED-F5A850BFF9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5A3508-07E8-4B74-9D61-96E5A7DB9CB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49C858-F8FD-4B8F-B93E-3C7B9A0E938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Helen,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designs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people like and dislike about certain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Search Internet for fashions/trends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Ergonomics research- e.g. comfortable sizes shapes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 of the basic remote: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‘to send messages to the television set’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These functions need to be included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Effect they need to have is to e.g. turn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Current leading remotes are very boring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Something good to hold: tactile, not too ‘edgy’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Simple designs: easy to use, 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Size: hand held and portable. See TFT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functions: e.g. for t.v. and c.d. player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Gimmick: glow-in the dark/easy-finder/rechargeable…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2005-01-26T17:57:25Z</dcterms:modified>
  <cp:revision>9</cp:revision>
  <dc:subject/>
  <dc:title>PowerPoint Presentation</dc:title>
</cp:coreProperties>
</file>