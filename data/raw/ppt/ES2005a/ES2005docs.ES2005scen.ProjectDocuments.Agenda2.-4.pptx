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86677-3EBD-41AC-A333-F1CF1F5DAC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2C642-DAAD-452E-B66D-0E6A188D4F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152C72-A8CD-4655-B023-78C4EAB622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FF6D0-0076-4CBF-BC10-BD1F9191D8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F007A1-B5C8-4AC7-BE86-062514C08E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F7197B-7249-41BB-977D-37156884F6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B045C6-860E-4177-BC3D-BE1E530ACE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AFB4B2-7989-4EE9-87C2-E38C5DBE79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899B8-1211-44A9-99DC-AC29E9E614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E7F159-3382-468F-8F36-87069753E9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15C24-8C13-4829-8DE3-F0FCCE8E9E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710C9C-576C-4525-B668-C32C838156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DB6ED6-B8C7-44DD-BFCC-BDAE4B949D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813016-D948-43D1-9ED8-3460F9BED0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7B11E6-2FCB-49CE-BC08-4DD60DE378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A07EB1-B5F2-4EF7-8567-8ED00F5ED6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A5900F-0705-4970-A470-31E43ECE1F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930963-A06E-4677-9A78-BB4782A6ED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CA5FC-0F72-4832-940F-1FAC44616B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60EA90-D03F-4C2D-A3F0-3E7EDF2680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B007C-85AF-4AFA-AC63-EBBB63E3AB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B21E33-CBDB-46B7-A0F0-6294B0A315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8F0D98-DC87-40A8-BF47-A0BCB8CF88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C7EEE1-7349-40D2-908D-1EF25B1A40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43B09E-DC63-4901-A099-4C91010C7E9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5C2153-6E3E-4E3D-BAA1-8D7B7B23715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2005-01-26T20:25:37Z</dcterms:modified>
  <cp:revision>20</cp:revision>
  <dc:subject/>
  <dc:title>PowerPoint Presentation</dc:title>
</cp:coreProperties>
</file>