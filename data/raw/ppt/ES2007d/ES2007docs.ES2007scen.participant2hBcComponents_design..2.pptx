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C757E9-BF7F-4DDA-8D09-850D4460B4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BA944B-41A8-4DEF-9D5F-24111C417B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3ABCD8-91E0-4295-A709-D76C08DC9F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5553A-3E3F-4FCF-BF76-BCBF935139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C50F51-8E81-4A93-9B91-237F77690B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CBC09B-A2D6-4DCF-84B1-5035603751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B3D961-4D6F-47EC-97EE-A253842F60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FFBD4-9BE8-4B36-90A6-A2F2BA9744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8D0BDA-CC37-4781-9F11-04C80016D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989D49-8950-4558-9EFD-492260EE4D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E5FAF-A055-4651-B8D5-D563B6651D8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879694-86DA-4F7F-9BDA-22AD8A2C240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31015B-4BE5-4FAF-923B-EA78063AB2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572A82-911A-4C20-BE08-2F3C74B816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D404EA3-BA5F-4797-B1F1-87838168CF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487841-2CC6-43C4-8F89-244E432184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F80EAE-9CA7-4125-840C-4E3784130D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4CF46D-0795-4047-BEE9-5C5C9F745B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4E5233-1B71-4A12-9DAC-3DF54044F7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B56D09-9C0E-4AA0-A74C-4DC4ED79F3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2E1FCD-320C-45F2-BC5C-B63096BB9D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11A7DA-C74F-4826-9D74-EB2DE9D975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7D7C5A-4B83-479D-9CBA-D4DC78ACB44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E7F615-FCB8-4391-97CB-FAEF08C677E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B2D964-32D0-4806-B0BC-DDFE7564CD8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972CD8-C9DA-4B4A-9CC8-2C05DB27AF3E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Catherine Canevet,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RR Energy source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hand dynamo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 kinetic provision of energy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of 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Cases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general case: uncurved (flat)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more original case: single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or even double curved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material supplements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Plastic,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Latex (won't allow the use of solar cells as energy source),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rubber (used in anti-RSI stress balls),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wood,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and titanium (can't use the titanium for the double curved cases)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scroll wheels with optional integrated push button (such as in the modern computer mouse),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liquid crystal displays (LCD)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multiple scroll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Note: if you use a rubber double curved case, you must use rubber push buttons.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Simple (push buttons),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Regular (scroll wheel – higher price range),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advanced chip on print. The chip on print includes an infrared sender. (display, again more expensive)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RR have just developed a sample sensor/ sample speaker.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2005-02-02T19:54:36Z</dcterms:modified>
  <cp:revision>13</cp:revision>
  <dc:subject/>
  <dc:title>PowerPoint Presentation</dc:title>
</cp:coreProperties>
</file>