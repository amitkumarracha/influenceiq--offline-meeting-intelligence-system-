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B34B8F-151A-4BF0-A92D-D62AACE78D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2AED18-CBD9-4A21-910B-27C0DEBA79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36D165-BFCE-4BC5-81E8-AB0C555D25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079871-B1DB-4089-B013-25BB7666FB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F2B36C-EB75-481F-AC4E-E37D6D4CAE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F73E57-74C9-4019-B8FB-4C3C8A48A9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547F1B-2124-4A84-99A5-A25B4E672E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74BE24-6FB3-45EB-9E2A-351C2244C1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F69706-1CE6-499D-85D7-005E992F3D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BC6EA0-C4D9-4134-B6CC-14D3BA1030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23DFD8-3516-49F3-B222-8781667FE80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5092EE-67B2-428E-93CE-736A859F7D6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C2DB43-C397-46A3-A3B4-9F63FD3D45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AFA64D-D666-4F1C-932C-33234E6C2D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483F97-0D7E-46A2-A926-392E44634F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52275C-3C7B-4ADA-BD90-8BACEB7DD0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C59A5B-F335-4D43-9DB4-CFBA2BE248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F36EA3-68F9-48F9-B621-36F85CC844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7AC32E-1AE3-481E-9C90-3BE2B977DB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F58C17-B0CD-40F9-A789-08A69982B1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CA6EB0-1385-4289-A9D5-689D0E79E1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90A2FC-ED57-470A-9B51-9806BE7C83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3A7552-7265-4A5C-9BA3-48659B236F1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E244D1-CF1A-4088-BE53-E7EDFAE7CFF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7E0B855-027F-4D6F-883A-9CFFF6797B9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FC74AC-39FF-4491-A91F-916C69A607C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2005-02-02T16:29:16Z</dcterms:modified>
  <cp:revision>33</cp:revision>
  <dc:subject/>
  <dc:title>PowerPoint Presentation</dc:title>
</cp:coreProperties>
</file>