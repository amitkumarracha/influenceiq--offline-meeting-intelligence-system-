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3535C6-543A-4DEE-9DE1-DB44F7BD17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1BE06D-A41D-4363-96BC-74D1103CF6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E0A782-E930-4EC0-878D-3F6881685B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7C2599-01F5-453C-A52E-E7D7AC238C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CEF0E0-BFF0-4BC0-90AE-3E5221B0C5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B6B9F3-18C8-4A17-8348-32D08003E2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2ECEF5-9BD2-40AD-9F3D-ACDFE82043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BE414B-F40F-4D62-89ED-4AE42C5D2A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59CF51-5101-42AC-A12C-895A20E5A1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CD2EF4-9B5D-4932-B488-24CDC3A355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A9998D-2CF5-4DDD-A75F-A736D9C725F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3A2C27-44AE-42B5-ABA1-1798338DC41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65F539-267E-4B92-B0FF-AE89712FC0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5524B7-D9C6-46D1-980F-79658CE244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4AF48E-451F-4CE9-B599-32426C83F0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20E598-195C-41A3-95D2-D02213C9CA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BFEB5D-681B-4665-9AAD-85B0AF8B06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2D8D75-E965-4E2F-8EE9-D0111B8A09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3B1808-1A3C-4F7C-B1AE-BFA13F8B67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C54112-8040-44A3-9D89-A26A1C80D1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C7699C-0500-4CFA-98F3-4F4904B103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A53E2D-2D7F-4BAC-B8C3-16E4637B42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8D46B3-93D6-41FD-89D7-B21C37CDF79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84A68B-1BC6-4EFF-B4FE-F4A50926FDC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EB90D54-0026-47CA-9807-8E6CB462E3D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1512382-32C2-493E-9850-60DE47DB054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Reissa,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Evaluate each criteria on a scale of 1-7.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1-true, 7-false.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Criteria's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Look and feel: Does the remote look cool and fashionable? Does it feel “spongy”?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New Technology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Amount of buttons: Contain only the necessary buttons.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RSI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Getting lost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white board.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2005-02-02T21:26:22Z</dcterms:modified>
  <cp:revision>13</cp:revision>
  <dc:subject/>
  <dc:title>PowerPoint Presentation</dc:title>
</cp:coreProperties>
</file>