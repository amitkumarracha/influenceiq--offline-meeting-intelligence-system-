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EA762F-E0FA-42AE-B1FB-821A889FD4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C7766-3CF0-4FE1-B985-EA437DB61F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9693F-D587-4136-9770-60949B1C7E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33CAD-FD89-4770-93CD-4226CCE395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0AECBB-24D2-4B4F-8490-3D43FA5D4A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232E1A-90DD-42BC-8F04-0490F20C9B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58C3C-665A-48BD-BF59-5E687B2122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DF51D6-D2D7-4112-A0BE-C2DC188B11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FAFE4-F366-4F8D-8EA8-A68E92A43E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D59F3C-B441-42EE-A8B5-E35BE7D8AB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4978DD-2029-452A-855A-B4DF820B9C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6631EF-6967-4999-B742-C79CF6E884D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2690DB-7A99-4025-B60D-7530FA826D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A9DE65-1AD4-4E2C-9622-786A4BEE9C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BEEB21-8859-463F-B3F1-911584A24A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0E9750-BF58-4F3E-B1E9-8246110E95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B63549-C5D5-440C-89D2-829D9DD782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257FCE-B0BD-4CA2-BCFF-BCEDCF6B65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09303E-486F-402A-ABDB-02AE999A1C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6B31CF-D868-4711-BBBB-418732CA56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179A9F-9B7F-4F3D-8146-77691DD680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9EB73E-C7A5-42F3-B3AE-757CCDF293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C04C39-C1D9-4F8C-8CDF-202B94CD99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35AEA9-EF48-482F-8105-A90C2694AF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173751-9747-478A-9405-769606E67F0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0090B4-1398-4523-92FD-7D9B996F420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From looking at this years trends and fashions.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And, from the recent investigation of the remote control market.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Findings from remote control market.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important aspect: Looks and feels fancier that the existing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Second important aspect: the Remote control should be Technologically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third most important aspect: the remote control is easy to use.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 in the fashion industry.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Next years fashion: Fruit and vegetables are the most important theme for cloths shoes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feel of material  which is IN this year is “SPONGY”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Move away from the current remote controls look and 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Change the look and the feel while still keeping to the companies image.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2005-02-02T20:29:18Z</dcterms:modified>
  <cp:revision>9</cp:revision>
  <dc:subject/>
  <dc:title>PowerPoint Presentation</dc:title>
</cp:coreProperties>
</file>