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799DCB-2861-4F5B-8768-3551F590E6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F8732-C83F-40BE-BC4F-8BA8EDC738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F8CD45-B1F9-4571-AFF4-8BA5C635F7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87A188-A326-427B-8144-435FD0295C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0CBCA-EA41-46F8-BFB3-1E882ED18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4EEA4-91A0-44C1-9ED9-C92EEBF24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5A57B9-8B64-4439-9FDF-67B6A6A2F2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D5C7B-F78D-4C4D-A201-C36271FC14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4DF4A-BDD5-4416-B98D-87293F98CB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30FD9-83A5-4451-89DE-4DA39B591E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B59631-CB21-43E6-8AE7-F15E6BC629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A5F15-87EF-468D-9E83-E8F30B11EF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AD367B-DFED-46B6-BB1C-7CB2DB6768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50291B-1D06-4D0C-9577-F2B7CDF8C3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9A1540-2855-459A-8A25-D1D2DBB85E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EB2735-81F6-4772-9167-C14CD0469E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1932C4-9C75-44FF-83E9-5C5EBCBE0C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C7D14E-7221-4ADF-8544-C0E3C123F0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40B03-5551-4DFB-AFC0-9E56830AA1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36CBD1-A66C-45F5-A8F8-F167D7EA2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B9473F-E2DB-41AD-9AD8-2B54C816E0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F0AC10-06F6-4C0F-B766-82326546CB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FAE993-8687-4039-81D9-789D88AF86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F06D8B-F0D2-49E5-944C-534D19E469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52F30C-8E60-425F-9522-26D2DFAB81A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4BCD3C-43EF-48FA-8634-F4EC385E0F5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for inspiration from existing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want something that is familiar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 we can take what is familiar and perfect that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Improve existing designs; maintain basic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are some basic functions that must be included: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Volume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Numerical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is a dichotomy of engineering-centered and user-centered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former provides a lot of functionality but the latter emphasizes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My preference is for the latter, i.e. centered on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Question for marketing guru: how much will this cost us in profits, or will it?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2005-02-02T17:33:05Z</dcterms:modified>
  <cp:revision>11</cp:revision>
  <dc:subject/>
  <dc:title>PowerPoint Presentation</dc:title>
</cp:coreProperties>
</file>