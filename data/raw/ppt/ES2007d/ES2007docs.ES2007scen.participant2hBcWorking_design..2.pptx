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0D0F5-3E3C-450B-8818-A8D7D4FCCA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001035-4E62-46AE-9393-5555CCB751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91A727-01CE-45EE-9FBF-BE6B246591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7C09AD-B07E-4A0F-887D-20659DEDFE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9DE09-9A31-4B6D-92FD-6D9E87728D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EE18FA-CCB7-4073-8BEE-F35B517CDF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5764A0-A60D-4112-9750-027273ED11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1CE216-8EEE-4930-9675-71F6A51FDA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20D43E-C213-4CD5-B5FB-15BD28076D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7AC039-DB77-4283-BF1C-B9B711B07A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806A4F-528C-46F3-BF4F-BA2BCDC2A4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7E1A47-BF04-4B19-B633-479B5F7467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3C750F-8DE9-40B7-A191-E7424D8BD2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E2DCB2-11B3-463D-BFE6-8608529853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85EF1F-40EF-43C5-8DCC-F4630DBB8F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36C042-4C0D-469F-AB34-D9327554BA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FFF677-9518-4611-8B6D-A7DC6440A5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57C80D-5059-40AC-8A40-A70C8A5877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F42C1F-0BC3-4165-8D84-457E5B7F99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4BDE45-A4F5-4EB6-9FD1-98DD90859C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CDC9C6-5F0E-4161-A9C7-510EFA8729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ACB007-DC4C-443D-98AC-ACF820085B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DB4222-48B0-4D94-9F8E-66A3E9051F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80C649-932E-42CC-8A84-4D116CA63B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33BD1E-CF62-45CA-B157-CD3DBD79C37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363BFF-B7C1-4537-8979-997926942E5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idea: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50920" y="2565360"/>
            <a:ext cx="8686800" cy="183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39528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2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6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7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95800" y="3016080"/>
            <a:ext cx="346608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Energy source: 2 RL6 batteries.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Infrared bulb.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2005-02-02T17:38:25Z</dcterms:modified>
  <cp:revision>14</cp:revision>
  <dc:subject/>
  <dc:title>PowerPoint Presentation</dc:title>
</cp:coreProperties>
</file>