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8FBCB1-0E2A-4D22-8397-DDAF0FE9AF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33786B-5E4A-4651-AC29-6656015E2C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D22834-67A2-419E-AC58-718194B7A1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02ABDE-5819-4C35-A279-239D27D48B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7D2619-F378-4616-A335-ED62CE71D8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D1AE66-B10B-46F3-A494-0821E0447B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DD1992-4682-46E2-A0BD-EF42E8DFD0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A6A3D0-61CE-4B87-A893-2D1731C5C0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81CA81-3929-4710-8AB6-14DD17E71E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02938A-61D4-4115-9CBF-E13F71CF1E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626D5A-CB4A-47F7-85AF-18A4D1C0EE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761AAC-53EE-4137-863B-CECA162BACF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CB6151-3E44-4C7F-BA2A-BA795E0A73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2E1A2E-A07E-4ED9-B8F3-E5B9EF4910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99200C-CB1D-4506-99A6-7FA6D6E3A4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253B5E-3A3D-4AEA-A8AC-A35E2F0B4C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88BF25-15AA-4E28-B813-3403FEE890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EB332C-F9CE-429B-A534-B697B9D99C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A65ECA-0CAF-4C32-980C-C189F176B6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D54815-25D3-4B67-B000-2230862125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02902E-F45F-401B-A9D3-C6A8630F1D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CD6C70-A080-4776-AD86-C72730500B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7432D6-EC20-414F-BCE6-8C471DC2AB2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7435FE-09EE-4C3B-B87A-684CF37ECB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1502FF-39D9-4232-8EAF-44B978AE041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8D1F84-B87A-4816-9B4C-EED4034C1E9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Gabriel,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Consulted our manufacturing division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Took Reissa’s marketing findings into consideration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has pioneered some new interface components that might be applicable to our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 of these new interfaces have been used in other products, e.g. coffee machine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interface currently used with new RR coffee machine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Sample sensor/sample output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could use spinning wheel w/ LC display as in iPod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could consider a niche remote, geared either towards kids (e.g. bright colors, playful keys) or towards the elderly (e.g. giant and impossible to lose)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Findings, Continued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Key layout and design are crucial so that users aren’t always pressing the wrong key, e.g. up volume instead of down volume.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neglected to mention that we need a power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is quite limited, e.g. it only provides a verbal answer to a question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Rather than niche market, I think we should continue our plan of making a good “general”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spinning wheel, LC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2005-02-02T19:46:57Z</dcterms:modified>
  <cp:revision>8</cp:revision>
  <dc:subject/>
  <dc:title>PowerPoint Presentation</dc:title>
</cp:coreProperties>
</file>