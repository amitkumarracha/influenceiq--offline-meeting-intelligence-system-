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BD46FAF-B829-4396-92C5-2D9DFD07C58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7B0B005-A3ED-46EB-99A4-F917E87BF31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C5315FF-C84E-45D2-82F6-E1F3CADF29E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F9881EA-AB02-4198-A2C2-3CBB386F29B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341AE46-67A7-4766-97DE-901926362EA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786243B-A3FD-447C-87F1-0735C18956C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4D19C62-CF06-4A92-939B-B04FCE683F9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B0E27C1-CE36-44F1-BF20-7BF8D5EC367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5002067-9431-40A0-A38A-B8FDDF161C5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5E24C85-27BB-4E83-B26A-DFBDB6F8BDE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93364E9-4AFF-450D-BCDC-C4AB4ABDAE5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0E52EC3-B8BD-4A6F-9256-B6DCC4457E6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0A5A3B2-2191-45CF-8499-B6DB8186311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9C6703C-FEBD-47D2-9B20-1E381F10E83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B43A871-21AA-47C8-B0C6-44320AEAC61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F720808-15C9-4ABE-8E9D-CF80F32F214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4C89623-827E-4840-90C0-90693D0F1D3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E995902-0CF5-4802-91BA-9B5F68CB3CF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B800704-44D6-4C62-8C18-2E7CD708E7B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7AFDA57-14E9-4857-9A1A-8CDD7F15D10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DBF592E-83E7-41B7-ACCD-310996C5FCC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AAD93DD-FF17-4094-9379-775B3DB2133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70A7CF8-94C8-4C0B-8194-6A8FD769E54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7BAE343-4F1E-4931-80BE-A356F687AD5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5CDD241-CDF5-44CD-A410-70FE82A85A28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E57FFB9-E2D6-437C-861E-DBD4ED2F77BE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Requirements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Reissa Hainsworth, Market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Observed remote control users in a usability lab.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The participants were also asked to fill out questionnaires.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Total number of people tested was 100.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75% of users find the remote control ugly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80% of users would spend more money if the remote look fancy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Current remote controls do not match well the operating behaviour of the user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50% of users say that they only use 10% of the buttons on the remote.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75% users say they Zap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It takes to much time to learn how to use a new remote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Remotes often get lost in the room.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Easy to use especially for older people who find it difficult to learn new things.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Looks really cool/flash and groovy!!!!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Easy to find.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2005-02-02T18:10:35Z</dcterms:modified>
  <cp:revision>14</cp:revision>
  <dc:subject/>
  <dc:title>PowerPoint Presentation</dc:title>
</cp:coreProperties>
</file>