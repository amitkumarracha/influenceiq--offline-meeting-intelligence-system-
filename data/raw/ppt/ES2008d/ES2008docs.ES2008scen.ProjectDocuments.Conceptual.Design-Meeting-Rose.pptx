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326199-AE12-4586-AFA4-2EDE9E0B383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408CCF-B17A-47AE-ADAE-1538812072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C7C63D-BB04-4447-98A0-FAAC1AE102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71EE4D-0CF0-4429-80D3-0384DE0B4F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B58541-2B64-4665-8F52-93B29145863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BC544D-E7FB-4870-A6FC-8F5B9CAE1F6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0F08B5-99FF-4349-BBA0-C732FCE08AE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D63967-5F12-47B6-A30A-C70E8C61B1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BE9A3A-00A4-4F2C-98DE-25A782B292B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412D09-27D6-4393-B539-84198CFE932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1BAEB5-74E7-40DE-8C13-CEFCC23773D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BC2881-595C-4898-9CF8-08714D01A19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B28116-84CC-4057-97D0-43A5E8014BB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92B8E7-5D3B-40D5-8B9C-10969CECBB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83FA54-ED54-4F1F-8875-6FCE4309E86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4E977D-9DE0-4B59-BA6E-D2212149D94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E5FA38-C919-410D-9137-A557BB7973F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D324D9-B6DD-44E1-A3A5-A4F1FDF513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EC2662-B8C4-4856-8220-CD0F1E98AA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74F67F-433A-4807-920C-DEFEA0C924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1298DE-7A6B-49BD-9677-BBFE9B6BB8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FAEDE8-B4DA-4B70-8422-CE38E89ED3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338909-E00E-4B75-A292-F43F59A3C1D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F6853C-078F-4707-8F24-B6AD3382171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64BB947-4482-4ED6-9C07-998FE17AD536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BABC8BD-604D-4C62-85AF-C89B578D9E67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 Lindgren,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Minutes from Functional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1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Target Group- focus on who can afford it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International appeal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For all age groups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Objectives:  Simplicity and Fashion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 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Something to keep remote from getting lost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Large buttons for essentials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Possibility for extra functions (sliding piece)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Long-life battery or charging station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Three Presentations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Conceptual specification of components, properties and materials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Conceptual specification of user interface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2005-02-04T20:55:33Z</dcterms:modified>
  <cp:revision>22</cp:revision>
  <dc:subject/>
  <dc:title>PowerPoint Presentation</dc:title>
</cp:coreProperties>
</file>