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8D20A-92B0-42EA-9775-5C59A8975B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84520C-9128-4783-96F0-FB4B383E58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E08DD9-9281-4186-9162-578D58D9D8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BC30E8-54A5-4930-A7D1-08F87E263B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5D5AC7-F3E1-4461-AD55-023604C855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C5663B-DB52-4C97-85DF-B56140CCB7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43F2E5-01DC-4A59-96B5-EFA727F882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6C8858-1104-4753-94AF-971163A2B2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E17712-F0CC-448D-B568-63A0444F71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33D15-88B8-4D9F-A89A-D2F3039E84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0048F6-894C-45BC-BE4A-53C379DF05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AD01A9-F483-4D4D-AE4C-889DEFF990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A31AD8-49DA-457A-8C85-295F35E604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549CCA-05A4-49C3-A0C8-87FEF2B0C5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A78299-2B6F-422D-B096-FFA92A6A68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C0766E-55D6-4555-80FF-9622ABFCA6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2D7E28-1A0B-440E-B03A-CB437F9B28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DBF772-D831-476E-BF90-E6F9E4353E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E673E1-B966-4ADD-A813-CE9DD24E51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42C5D4-6E3E-4F59-BBC7-B8AECAB45A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E6DF47-B955-4BC8-B273-1C47CCD6F3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882E33-0B7E-46F6-849F-4CC90D4DAA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BD7E5F-34DE-4E7F-8F54-3A4B5B2015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85BF80-3111-4104-9F56-CD071E9292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33F97D-A3AA-44E0-A076-13023FF127B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6A8A74-D7A0-4D9A-9C53-6BE881E3E17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each element separately, but design as a whole. Elements are: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Circuit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Flat, curved, double curved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Plastic with elements of wood, latex, titanium, rubber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Push, scroll, LCD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Circuit Board and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Simple, regular, advanced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Basic, kinetic, solar, or old torch style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Curved or double curved case, variety of design elements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Push buttons, or scroll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Kinetic 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 or Regular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2005-02-04T19:49:37Z</dcterms:modified>
  <cp:revision>12</cp:revision>
  <dc:subject/>
  <dc:title>PowerPoint Presentation</dc:title>
</cp:coreProperties>
</file>