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F9DB60-0432-4118-B53C-71EA32C712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4BF7EE-BD8D-4B5E-AD51-80E9F94EB7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444488-7D98-4F88-9135-D592F43C69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C00C42-58F2-419C-9E60-F699204447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EFF8F3-D75D-4B63-B1A9-3CB56E57E9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FFF73F-DFC6-4F1B-B3B7-92E65B48DA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B086C3-B81E-480B-AED2-C5FF0E0C52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AFC3E2-94B9-4173-A67C-873D9C6336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EB63E5-133A-4CA4-8F77-7ABFE46732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CDB014-5110-4B82-A1B1-4A17984694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34AAAD-E092-4A63-A840-E6A5F144EF2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A86212-213E-4C7B-B0FD-0595B11B96A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9430BC-C7CD-4DE6-BB87-86DC6BC0F3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B6A619-2FEE-4937-83E1-325BEEEE6E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6EC01D-AC9C-4638-976E-53F38F939A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7CB882-1520-4BEB-9A87-824C3C9A4E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129AB2-BE15-4ECD-9939-613A55B0BA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EACE03-DDCA-4B7E-9E92-90BB46385C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32C88D-8486-4DAB-AC3D-B894E9C450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3CC3CA-787C-468E-9DCF-18FBED0FD4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950ACA-7C72-46DA-B3FC-AE74D2030E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3082CA-B72F-42F2-AF5A-260E67930C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1D79FC-34D2-4C28-AABC-EEEA851574F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5B0ED3-421B-4DF2-88D4-A6B49838064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43ABD65-492D-428D-BFE3-4401B83A282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6D0772C-5FA2-4794-B4B4-357108E6514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Jessie Levin,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Questionnaire and Observation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100 subjects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Usability lab (relevance, frequency)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DESIRES: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Attractiveness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Voice Recognition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Address frustrations: losing, difficulty learning how to use, bad for RSI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NEEDS: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Design matches operating behaviour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Flipping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LCD Screen?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Less is More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Emphasize Look &amp; Feel to win over consumer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2005-02-04T18:18:13Z</dcterms:modified>
  <cp:revision>14</cp:revision>
  <dc:subject/>
  <dc:title>PowerPoint Presentation</dc:title>
</cp:coreProperties>
</file>