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1E693B-8528-4886-B0A7-E0C5968940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518E9-0737-420E-B02B-B03B71D877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107E3-B369-4669-B4AE-47C1DED71A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A67AC-536C-417F-995F-2FF689DFB9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61FA99-B4A5-4B06-8D76-A8EE4EA7B8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A5F4DE-A1E9-4A8B-9C04-EEB77785E2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1E330-0BDB-4127-8F97-36E4964DD1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198D75-D8E6-4B24-809F-9B3B4B251D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3ED6C-85F7-4FD7-B92E-ADCC65C356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B315B-9DF2-499D-93CA-007D349A51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8EF38-CAAF-4D8B-8C48-762656C834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8D5892-82E6-4040-996D-2B6303823B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442E2-C21C-43CC-B1F5-BF9A6E32B3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3AC340-6BCD-4C98-8E4E-2F2935110A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FC35D-C21C-4684-B367-009BF40763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D4605-45EE-470C-9498-45552B9A30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2629F1-EDC9-4697-8320-267C787F8C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E2F6DA-9ABA-4B89-875E-3579BE24A9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653324-A26B-4108-AE7E-B37943E733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39387-811E-48C6-8C8C-8D976CF83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AC6B52-8528-44E9-9F81-46530540A9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89E53A-CCDF-4B68-B4CC-5D5A9781A1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1B469C-4819-40F2-9752-8657C60709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E57EDC-F37C-4AAC-8EA2-EDA8C9563F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55BB62-469A-4F66-8831-00E431458E1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7FECB1-225B-41F7-8BA0-34C6ED47FD8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2005-02-04T17:22:22Z</dcterms:modified>
  <cp:revision>33</cp:revision>
  <dc:subject/>
  <dc:title>PowerPoint Presentation</dc:title>
</cp:coreProperties>
</file>