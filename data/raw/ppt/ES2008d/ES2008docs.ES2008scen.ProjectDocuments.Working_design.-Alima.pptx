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C7BD73-130A-45FA-8F8E-7603A93FD8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FB2FDC-57CA-43DE-A142-600359743A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733298-1972-4739-ABF6-6F81760548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BD10B5-00AB-47DD-8BAC-760D38ECFB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4B85BF-05C0-4FA7-BDD7-B5E92CB561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A1FCF0-9B88-437A-B100-119A6BCF8D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88FC8B-E617-41B9-9998-0B6956C77B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058894-3117-45D3-80BE-FB8C2B40C9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30AF0A-D5D0-4D43-A535-0778F37FA2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814FA5-3F2A-429A-A15D-EEB7B67AE5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3279D9-D4EA-4DA2-8212-2DAE26952F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EDA8B0-A2BB-4651-AD7B-797D9F28F4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9FE462-4729-4CEC-B4C4-B38D33CC54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A3095C-E5C9-453B-B611-83364BD6D2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902527-99FF-498C-9AC7-98BA3E6C3D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47810A-9EAA-4CBE-98B9-999B53CD24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58F76A-D210-44F8-83C2-00DEB37C37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CE62B7-A112-4874-BF19-CC3E64089C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A10617-0872-49F7-9F70-5F3E22BB2C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836CD6-9CA4-4547-946A-B376AE7464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7290F3-7F46-462E-9AFF-5433FC8049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5266EC-0875-4B5B-A6C3-3D90503C84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D17633-B3F9-4157-A79E-AC192F9EFE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E0BF6B-E500-4AF4-8D8F-F0CE277273C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5CF692-D369-4BCF-81EE-8DE9D0FC9D8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EFBB63-5934-4FD6-9630-5780E612F13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apparatus to fulfil practical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is function/ tasks that need to be done?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Develop schematic of task progression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Work on each task separately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Infrared is best way to get data to reciever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controls chip, which controls flow of data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controls interface, and therefore chip and data flow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32400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95280" y="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Working Design Schematic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04" name=""/>
          <p:cNvGrpSpPr/>
          <p:nvPr/>
        </p:nvGrpSpPr>
        <p:grpSpPr>
          <a:xfrm>
            <a:off x="1042920" y="2997360"/>
            <a:ext cx="1080360" cy="736200"/>
            <a:chOff x="1042920" y="2997360"/>
            <a:chExt cx="1080360" cy="736200"/>
          </a:xfrm>
        </p:grpSpPr>
        <p:sp>
          <p:nvSpPr>
            <p:cNvPr id="105" name=""/>
            <p:cNvSpPr/>
            <p:nvPr/>
          </p:nvSpPr>
          <p:spPr>
            <a:xfrm>
              <a:off x="1445760" y="2997360"/>
              <a:ext cx="20160" cy="736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1748880" y="3164040"/>
              <a:ext cx="20160" cy="414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1042920" y="3378600"/>
              <a:ext cx="377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746720" y="3362760"/>
              <a:ext cx="376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" name=""/>
          <p:cNvGrpSpPr/>
          <p:nvPr/>
        </p:nvGrpSpPr>
        <p:grpSpPr>
          <a:xfrm>
            <a:off x="5373720" y="3294000"/>
            <a:ext cx="950400" cy="206280"/>
            <a:chOff x="5373720" y="3294000"/>
            <a:chExt cx="950400" cy="206280"/>
          </a:xfrm>
        </p:grpSpPr>
        <p:sp>
          <p:nvSpPr>
            <p:cNvPr id="110" name=""/>
            <p:cNvSpPr/>
            <p:nvPr/>
          </p:nvSpPr>
          <p:spPr>
            <a:xfrm flipV="1">
              <a:off x="5373720" y="3471480"/>
              <a:ext cx="316080" cy="28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5734080" y="3294000"/>
              <a:ext cx="247680" cy="144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V="1">
              <a:off x="5995080" y="3415680"/>
              <a:ext cx="329040" cy="29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7451640" y="3068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2916360" y="256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916360" y="443700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7164360" y="3860640"/>
            <a:ext cx="14335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698560" y="5229360"/>
            <a:ext cx="14958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User interface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265360" y="378936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45560" y="37893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843280" y="3357720"/>
            <a:ext cx="750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214520" y="4005360"/>
            <a:ext cx="2372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2195640" y="2997000"/>
            <a:ext cx="504720" cy="215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2124000" y="4365720"/>
            <a:ext cx="576360" cy="3585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>
            <a:off x="3924360" y="3573360"/>
            <a:ext cx="1152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588000" y="3500280"/>
            <a:ext cx="5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 flipV="1">
            <a:off x="3348000" y="3789000"/>
            <a:ext cx="0" cy="431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 lasting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manipulate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Straightforward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Reliable / clear infrared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2005-02-04T18:00:36Z</dcterms:modified>
  <cp:revision>15</cp:revision>
  <dc:subject/>
  <dc:title>PowerPoint Presentation</dc:title>
</cp:coreProperties>
</file>