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7028C6-455A-454B-A52B-5F4F29BA2C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8B3530-9B21-4D69-9811-A25A144A69D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B80384-D53A-4111-B219-AB081F30E5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FD6E60-1D58-43DF-8775-1709037D84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F6A88FB-7E4B-44AD-A5FD-00EF0D64D8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4A640A6-7DB7-489F-8624-9EBD694AEC0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F88C35-3BA7-432E-A568-1FF33F487CF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D09A0A-5840-416A-A0F6-12F6E85B6AE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52D38F-4424-4AA0-B82A-A158C64D1F0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988FCA-8B1B-4BD8-A7EA-BBBF3B1097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59BBA2-0BDE-4669-8FB2-CFE17ACF0CD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18A9FF-8206-496A-BF33-E800E7C622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DF503C-9B91-4AC7-A48F-75DDBFA948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D2DB4F-A849-4F8D-8DCF-9B6F98FBDE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C7D8A7-8AAF-4C3D-A2BC-17BA4148328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EB4998-1A47-4B82-86C3-93FBE20A8E6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4E388E5-88D4-4584-B56C-50F4306F10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64F7DB-BBDC-4010-9D90-FB822D978B7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636E17-1CBD-4408-8E62-EA76B5CAD4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69302F-36F7-4431-8B22-89AE78DDB4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CE5CE7-5A9A-4201-B543-AE9CA1D478F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076F0C-584D-448F-B83E-ACA2F367E6E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38FA1B-1DCC-457A-A968-AA770B745A1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189655-402A-499E-8CA8-777CA961B6C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F1A9A6A-61D0-46E5-9C0C-CD0591AB1D0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613E01F-520C-4368-B0BD-C2E75D556C0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://www.apple.com/ipod/specs.html" TargetMode="Externa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Iain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2205000"/>
            <a:ext cx="8229600" cy="3921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Determine the essential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Choose a concept that supports these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 features around this concept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Make it look coooool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-541440" y="1484280"/>
            <a:ext cx="671688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Simplicity</a:t>
            </a:r>
            <a:br>
              <a:rPr sz="4400"/>
            </a:b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3938760" y="1413000"/>
            <a:ext cx="5205240" cy="72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Fashion</a:t>
            </a:r>
            <a:br>
              <a:rPr sz="4400"/>
            </a:br>
            <a:endParaRPr b="0" lang="en-IN" sz="4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" descr="Photo of a set of remote controls"/>
          <p:cNvPicPr/>
          <p:nvPr/>
        </p:nvPicPr>
        <p:blipFill>
          <a:blip r:embed="rId1"/>
          <a:stretch/>
        </p:blipFill>
        <p:spPr>
          <a:xfrm>
            <a:off x="0" y="0"/>
            <a:ext cx="9325080" cy="6962760"/>
          </a:xfrm>
          <a:prstGeom prst="rect">
            <a:avLst/>
          </a:prstGeom>
          <a:ln w="0">
            <a:noFill/>
          </a:ln>
        </p:spPr>
      </p:pic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619280" y="-36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000000"/>
                </a:solidFill>
                <a:latin typeface="Tahoma"/>
              </a:rPr>
              <a:t>Yuk!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Simplicity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3" name="" descr="iPod 40G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539640" y="1557360"/>
            <a:ext cx="2570400" cy="4392720"/>
          </a:xfrm>
          <a:prstGeom prst="rect">
            <a:avLst/>
          </a:prstGeom>
          <a:ln w="0">
            <a:noFill/>
          </a:ln>
        </p:spPr>
      </p:pic>
      <p:sp>
        <p:nvSpPr>
          <p:cNvPr id="104" name=""/>
          <p:cNvSpPr/>
          <p:nvPr/>
        </p:nvSpPr>
        <p:spPr>
          <a:xfrm>
            <a:off x="3564000" y="1773360"/>
            <a:ext cx="5122800" cy="417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Only four buttons!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Still can access all features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6" name="" descr=""/>
          <p:cNvPicPr/>
          <p:nvPr/>
        </p:nvPicPr>
        <p:blipFill>
          <a:blip r:embed="rId1"/>
          <a:stretch/>
        </p:blipFill>
        <p:spPr>
          <a:xfrm>
            <a:off x="324000" y="1916280"/>
            <a:ext cx="3429000" cy="3782880"/>
          </a:xfrm>
          <a:prstGeom prst="rect">
            <a:avLst/>
          </a:prstGeom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4067280" y="1557360"/>
            <a:ext cx="4619520" cy="45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Colourful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Cool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Fun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Very few buttons: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channels (five or so)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Volume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On/Off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Other features accessed through </a:t>
            </a:r>
            <a:r>
              <a:rPr b="0" i="1" lang="en-GB" sz="3200" spc="-1" strike="noStrike">
                <a:solidFill>
                  <a:srgbClr val="ffffff"/>
                </a:solidFill>
                <a:latin typeface="Tahoma"/>
              </a:rPr>
              <a:t>display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on-screen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…</a:t>
            </a: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or LCD?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2005-02-04T20:31:56Z</dcterms:modified>
  <cp:revision>10</cp:revision>
  <dc:subject/>
  <dc:title>PowerPoint Presentation</dc:title>
</cp:coreProperties>
</file>