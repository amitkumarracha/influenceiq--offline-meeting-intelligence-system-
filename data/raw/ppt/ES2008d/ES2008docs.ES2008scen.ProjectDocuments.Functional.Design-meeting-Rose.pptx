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E26609-94EE-42C8-831E-A3DF62E439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1A5AA0-BEE6-486F-947C-0E9B6ED7C1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F4B037-0027-4012-BFDB-9C1C460812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C89F49-D2EE-4F7B-91AB-FD2B7CAA49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05A458-D188-4B45-94F7-5E79041688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2374C-026F-4C44-A500-C09B69345C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FD9175-9528-46FB-B26A-50A1CE21B0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B702AD-90A3-45B6-8B0C-F3472292E2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001434-6312-4D5A-8932-4A2E750F8D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DEE86A-33E5-478F-8DC4-D6B5B75FF0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E99951-2F19-45D1-A17D-E0BE6FB7659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98E94D-7CFC-469B-AF6E-8DC5452E55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C885F3-CE48-494F-BDA6-DD1DE6564C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CBA5B3-FA71-43A1-8F95-E5D96FEF6A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F7F5B2-EB87-490C-BAB2-EEECF71A59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392902-4C6E-49FE-8732-6A5823D70F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D69543-73DF-4D58-897B-B23D393F81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658D57-0190-437E-A90D-8DB2E4E2F4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C6F498-2803-4D69-A3DC-5BF33A24B2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618961-EA01-4414-8A18-FEFCB279CE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03B089-76B7-4961-97B6-017A892A30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7C4D26-26DD-40F2-883D-F577B92959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01569F-537F-4E46-8051-263AADF10B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857B05-7285-461D-A12C-FED7B0250D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C7F15B-41EB-430C-B6D0-80D7C881D15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58AC15-FFC8-46E0-B8EC-588C96172B1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General objectives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Functional Design Objectives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Requirements Specification: 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needs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desires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are to be fulfilled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Technical Functions design: 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effect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apparatus should have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Working design: how the apparatus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works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fulfill its functions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Three 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Teletext has become outdated, due to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Our corporate image should stay recognizable in our products. Our corporate </a:t>
            </a: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color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slogan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Decision on Functions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is our target group?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Keep in mind earlier objectives: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Needs and desires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Effect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it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2005-02-04T18:18:58Z</dcterms:modified>
  <cp:revision>22</cp:revision>
  <dc:subject/>
  <dc:title>PowerPoint Presentation</dc:title>
</cp:coreProperties>
</file>