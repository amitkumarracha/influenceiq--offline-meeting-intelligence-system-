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956F0F-66BE-4812-B57B-AA77CF35BE5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3AEF1F-1AF1-4DE2-A90D-11C4181EC2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0FAEE8-155F-499E-85F6-3B0787B055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D1D594-E3ED-4308-96BC-A20FF0C7E27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228310-E07D-4687-AC9E-7456478470F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491CDC-8DD9-4C3E-90CB-E86BAB212A7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97445D-2FFE-48BE-A2D8-D46BA20AFD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CB3BA2-696A-4B0D-BAF3-20F8415CE9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515BA8-7495-434F-945A-BF54923B0F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90ED70-9EB2-4B47-9CAE-0421FA8E5E6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3B38CA-2D96-4D65-A8DD-CE128755E21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32C6D7-DC0A-48A3-81F5-569BA8C533A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356E18-1ED0-492F-9880-F6833ACCAF9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CF087A-AA5F-4DC6-9345-C3A2A8402A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8BD042-E0CF-4BEF-9F13-A3347C5DE9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85ED68-6AB6-4777-9DB3-7275C73C20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8F7BA4-CAFD-4A74-970B-09DA3A9EC3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0B7F72-72D8-470A-99C6-1218F6A0520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E763EF-DE1C-42BB-B6CD-F8CEB8B22D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757E91-8849-4005-A145-83201083D8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2A052F-EB8D-47D9-92B2-DC150C9ABF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46E357-94BD-47F8-AB75-67D521FCAC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39310F-6BFC-472D-BB13-305F94EC9D1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9AA731-05E7-4B01-92DA-A91D75EB404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2DE63CD-B841-41AD-AAEC-2D115EBA5B40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38E6DE3-2113-478A-BA7B-D0F973F540FB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2005-02-04T16:22:46Z</dcterms:modified>
  <cp:revision>32</cp:revision>
  <dc:subject/>
  <dc:title>PowerPoint Presentation</dc:title>
</cp:coreProperties>
</file>