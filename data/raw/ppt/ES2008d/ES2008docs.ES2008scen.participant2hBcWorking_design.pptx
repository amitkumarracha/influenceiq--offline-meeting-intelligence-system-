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1473C2-0CA9-41C6-B2CE-1FB887FD36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24427F-574F-4C88-A8AF-B4A2F6485F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E7BA03-8742-4968-A6C0-D41D99AE98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7D6D1C-C557-48F1-91C5-C7D92711D7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74320C-413F-45A4-B214-8851BBBC4C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6EBF56-C018-4953-8742-7946B2DA5E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FFD550-1C86-434A-AA64-35025AB572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F75FD1-0DE0-42EF-9F2E-B4788F4028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E8CD57-A363-4099-BCA9-576D4384CA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F1D231-49DB-45AF-8F82-1240B7F987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1D4527-EF12-4F7F-99B5-BD946F5F2F5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E7D6EB-49FF-43DF-8357-203346D16E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9C8EA1-FCC6-4EE6-BD74-34FEB35A48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F5CF4F-E0D9-4D1A-8C4A-609FE92259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17D343-AC1F-4E24-B58D-3374AAAF7C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92DB5F-470A-4CB3-B7E1-0D0EB8DE11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64C426-EFAD-4EA5-9C00-9BF20916C4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F6A73E-4F3C-4EC3-A732-BAF6FDD713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887604-E6A6-4551-8B29-35B287263D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920BDF-7D4A-4675-B599-6F57022F23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A4A8F8-9CE9-4298-A83D-1D44E69AFE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493F6A-EB06-4254-B2BA-B9942D60BF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A90587-89EE-49CD-A715-9FA44ED0AD1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A31F3B-64DF-4C22-A8FD-2979511BD1F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B3A790-1035-47DF-8013-AC1555AFA14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37D599-4964-4330-A9AF-B90979EB218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Alima,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apparatus to fulfil practical 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is function/ tasks that need to be done?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Develop schematic of task progression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Work on each task separately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Infrared is best way to get data to reciever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controls chip, which controls flow of data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Sender controls interface, and therefore chip and data flow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infrared 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32400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95280" y="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Working Design Schematic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04" name=""/>
          <p:cNvGrpSpPr/>
          <p:nvPr/>
        </p:nvGrpSpPr>
        <p:grpSpPr>
          <a:xfrm>
            <a:off x="1042920" y="2997360"/>
            <a:ext cx="1080360" cy="736200"/>
            <a:chOff x="1042920" y="2997360"/>
            <a:chExt cx="1080360" cy="736200"/>
          </a:xfrm>
        </p:grpSpPr>
        <p:sp>
          <p:nvSpPr>
            <p:cNvPr id="105" name=""/>
            <p:cNvSpPr/>
            <p:nvPr/>
          </p:nvSpPr>
          <p:spPr>
            <a:xfrm>
              <a:off x="1445760" y="2997360"/>
              <a:ext cx="20160" cy="736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1748880" y="3164040"/>
              <a:ext cx="20160" cy="414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1042920" y="3378600"/>
              <a:ext cx="3772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1746720" y="3362760"/>
              <a:ext cx="376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9" name=""/>
          <p:cNvGrpSpPr/>
          <p:nvPr/>
        </p:nvGrpSpPr>
        <p:grpSpPr>
          <a:xfrm>
            <a:off x="5373720" y="3294000"/>
            <a:ext cx="950400" cy="206280"/>
            <a:chOff x="5373720" y="3294000"/>
            <a:chExt cx="950400" cy="206280"/>
          </a:xfrm>
        </p:grpSpPr>
        <p:sp>
          <p:nvSpPr>
            <p:cNvPr id="110" name=""/>
            <p:cNvSpPr/>
            <p:nvPr/>
          </p:nvSpPr>
          <p:spPr>
            <a:xfrm flipV="1">
              <a:off x="5373720" y="3471480"/>
              <a:ext cx="316080" cy="28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>
              <a:off x="5734080" y="3294000"/>
              <a:ext cx="247680" cy="144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V="1">
              <a:off x="5995080" y="3415680"/>
              <a:ext cx="329040" cy="29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3" name=""/>
          <p:cNvSpPr/>
          <p:nvPr/>
        </p:nvSpPr>
        <p:spPr>
          <a:xfrm>
            <a:off x="7451640" y="3068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2916360" y="2565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2916360" y="443700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7164360" y="3860640"/>
            <a:ext cx="14335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698560" y="5229360"/>
            <a:ext cx="14958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User interface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265360" y="378936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45560" y="378936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843280" y="3357720"/>
            <a:ext cx="7509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214520" y="4005360"/>
            <a:ext cx="2372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2195640" y="2997000"/>
            <a:ext cx="504720" cy="215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"/>
          <p:cNvSpPr/>
          <p:nvPr/>
        </p:nvSpPr>
        <p:spPr>
          <a:xfrm>
            <a:off x="2124000" y="4365720"/>
            <a:ext cx="576360" cy="3585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>
            <a:off x="3924360" y="3573360"/>
            <a:ext cx="1152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588000" y="3500280"/>
            <a:ext cx="505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 flipV="1">
            <a:off x="3348000" y="3789000"/>
            <a:ext cx="0" cy="431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Log lasting 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manipulate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Straightforward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Reliable / clear infrared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2005-02-04T18:00:36Z</dcterms:modified>
  <cp:revision>15</cp:revision>
  <dc:subject/>
  <dc:title>PowerPoint Presentation</dc:title>
</cp:coreProperties>
</file>