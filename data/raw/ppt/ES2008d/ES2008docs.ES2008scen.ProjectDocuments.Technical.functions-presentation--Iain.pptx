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8160D8-B4D4-4FCD-BD11-724F581BC3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6A5018-0B98-46C8-91D2-3B8B8046F9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EB2FDB-A0DC-43E1-A64E-1A935B15D0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61B15C-34D3-4727-8A80-A55EF67A49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E0E26-F325-45B4-8D80-6B2DAD0BEB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37C583-38EF-42F9-8CF8-A866B12B2E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5C189F-2864-46F0-92DF-BD2F83FC12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0AC1DC-8487-484B-A0DC-2FE55E843F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F65DCF-07C3-4893-92F1-88C667D6A5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75B999-8CE6-4329-A8F2-6866FFE740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187A1C-71A3-46A0-82C4-6DC2A8E48E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A33102-9BBB-4A4A-B4A6-1A054CEB5F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91165F-F999-47F3-A558-2D57EBFCD5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F212A9-4455-4EFC-B38B-D72D984D8E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D4DE57-A2A9-44B5-971E-F9409826BB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4D54C0-9896-443D-80F8-182250E99F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8D12FC-850E-4F9D-9590-8A5496CB2A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586687-0B9F-43F0-A1CD-A1F2ABC458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14B511-9BAB-466F-A4F0-359CFA002B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A2BB6A-66A8-4C29-82A9-8C24ECFF50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B4BE16-D271-4155-A2B4-68310AAA7D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82AD9D-4616-4A90-8460-ACEA128E18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3CA9E3-9A24-49B2-81C8-A34384E6CD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3CEEB1-E5CD-4B82-B8D5-F6E2BA0061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027AB8-5F5B-42F2-9473-DFDD0C8D417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6D9223-88F8-49BD-AC0A-AD6ACB100D7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Iain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Define specifications for the final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prototype user interfaces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Conventionality?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Get feedback from others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practicalities: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Technological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Economic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Examine existing TV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they do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well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they do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badly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improve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on their design?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our product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unique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95280" y="234900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Your friend?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125880" cy="105584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039000" y="0"/>
            <a:ext cx="3105000" cy="1048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Opinions on remotes are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subjective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want a remote that is: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Has big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</a:t>
            </a:r>
            <a:r>
              <a:rPr b="0" i="1" lang="en-GB" sz="2800" spc="-1" strike="noStrike">
                <a:solidFill>
                  <a:srgbClr val="ffffff"/>
                </a:solidFill>
                <a:latin typeface="Tahoma"/>
              </a:rPr>
              <a:t>everything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Looks cool, feels good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2005-02-04T17:38:46Z</dcterms:modified>
  <cp:revision>9</cp:revision>
  <dc:subject/>
  <dc:title>PowerPoint Presentation</dc:title>
</cp:coreProperties>
</file>