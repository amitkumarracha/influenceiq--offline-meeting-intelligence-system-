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42CACF-297F-476A-91FB-9410B3B149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4A0A0E-FA5B-456C-AFC8-4D8BEC005E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24546-4A70-4E8F-B60F-D12F11B82C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054C4-FC4C-4D70-A0DD-D97FCF0159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48AD26-AC9B-48E4-A9A6-8728167E88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7BEFD-9E7D-4CF3-B722-2341C3E1F1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4C6238-3842-48F0-9077-FEE0D9AC19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FA26D-07E5-446B-8ACA-21D970AE23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1A3AE8-37A7-4173-86B6-18019F3FDE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B64B6-8716-46CD-AC70-B5E7E17B87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DF09C5-E78B-419C-84C7-296B3B1759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DD52E2-4516-4276-9CE9-7DEDB2EDAC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84FA8C-D94A-49DF-9A56-CF2D2630B9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63483F-FE3D-4C3A-AE3B-E09B80847F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2487C3-DDF8-4533-9E8A-430E34303E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80599A-268F-46B8-8F3B-E2F06A5661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B488DF-83F6-4C39-B43D-DA8EA82B4B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D852F-2DA4-429F-B683-CBFF0ED839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7F1A1-2BD9-4245-9630-FFD145D800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AE8237-A8E9-48BB-87BB-68D04F276A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CEA2C3-7628-42E3-804A-73408A62C2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E9BBDF-6F77-4DC2-BEAD-E34454923C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333511-1D55-4BEF-A732-2E76A17757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7F8B6B-6FBC-4E31-882B-4E850BBCA2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A9160D-B1C7-4A9D-9C67-6903B34445EE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4B2A25-43E8-49F6-94A1-33AFBF48301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2005-02-04T18:19:47Z</dcterms:modified>
  <cp:revision>33</cp:revision>
  <dc:subject/>
  <dc:title>PowerPoint Presentation</dc:title>
</cp:coreProperties>
</file>