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2E2B8E-9ADF-4E1C-843C-2464EB4BAE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45B4F2-F43B-418B-A9AC-C42CD4A128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831983-D008-481B-B9D1-C702AA3BC7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89BB82-4AF7-48C5-B57E-476C6779D7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449B7F-F01F-4545-BA96-DE9FDA4B42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406175-D5FF-446B-903A-FEE5212600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771842-72BC-4EFC-B103-D508989185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94204A-9220-4AF6-9075-BCADD6BF86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415353-0DF6-4368-937A-1E9D8B7200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64A828-BC9E-4EFF-989F-93BC46B29B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3EC32C-189C-43A4-8E62-8F0F04AA37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384044-DD72-436A-9030-3E0051B69F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2CDE6C-CE4D-48B6-84C4-0FAED6A8CD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EED10C-A2A0-42E3-B882-571E67FF3C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1C92FC-CBA0-4F99-9931-8D9BF90AB3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1A357D-84F3-4644-9057-569E8DBA02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60D3DB-9E4C-4B0A-8D59-E1D50CF35F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9F26B0-2A16-4B81-9592-DB606F1CD2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3CC176-AAA7-475D-8AC7-AAF4A0BA5F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480108-2007-45AB-BE15-B8ADB88FB2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593809-051A-4FC0-87C1-B1D01136E1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3DB443-9D71-4B9F-9C36-F91645E59B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167DBF-1AD2-4B71-BA10-7442615087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A0DBE8-0209-42D3-A194-A9FA88F78F6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B9EC6D-3798-4D7E-B1F4-B2E31B54B07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515495-0BF0-459E-8D3E-137BC89ACE1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Market Investigation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 Watchers in Paris/Milan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IN" sz="4000" spc="-1" strike="noStrike">
                <a:solidFill>
                  <a:srgbClr val="ffffff"/>
                </a:solidFill>
                <a:latin typeface="Tahoma"/>
              </a:rPr>
              <a:t>Ranking Important Aspects of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916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#1: Research urges switch from current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functional look-and-feel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#2: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second-most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#3: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Ease of use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third-most important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GB" sz="4000" spc="-1" strike="noStrike">
                <a:solidFill>
                  <a:srgbClr val="ffffff"/>
                </a:solidFill>
                <a:latin typeface="Tahoma"/>
              </a:rPr>
              <a:t>Fashion Watch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This year’s top trend for cloths, shoes and furniture is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 for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spongy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feeling 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wants a spongy remote? Or one with a fruit &amp; vegetable pattern?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 wouldn’t want to make a product that is so trendy it’ll go out of style in a year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Slanted nature of research by Real Reaction is likely to favour fashion over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Disagree with ranking preference from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technology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easy-to-use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2005-02-04T20:35:21Z</dcterms:modified>
  <cp:revision>9</cp:revision>
  <dc:subject/>
  <dc:title>PowerPoint Presentation</dc:title>
</cp:coreProperties>
</file>