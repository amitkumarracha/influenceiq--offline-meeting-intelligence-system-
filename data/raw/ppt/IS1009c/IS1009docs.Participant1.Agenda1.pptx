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488583-BD73-4E97-8D4C-D9FEB5C787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20E1D6-D2F5-4730-AE9D-17C19CBA5E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C43516-90F5-4579-8A1B-D4D10FBA3C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6CBEE5-FCBB-4767-8A1F-6EC192A918A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C51EF4-5DB7-4F19-B659-3CB3D2A769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49BB31-5936-4856-8C5C-64E51C4C7C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4418FD-E0D4-49B4-A336-9F5D3E54915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123CD1-6F04-4BA6-9EAB-C7E91F2E2A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FDDCED-F5D4-4FC6-AE26-017317224F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A8816D-D0F4-4297-BFFE-FC629E0338D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3504E2-E653-4733-82C8-FCD05BA0C72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7C3E77-C597-4B00-973A-EDE37B289EB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1751E0-AC40-4BE2-BA3C-D863DF39F20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8F8A3E-68E5-4393-BBEA-DE339D9AA4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A95BF3-0152-44DD-8EBD-0817E55DFC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01BBF3-69D6-4F13-A7E7-6A440BC0736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7AC69C-14B4-494C-98AA-76E727F2033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B635600-A92C-4AC4-91C6-3B099F2DAB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BE8685-2DF3-4F63-AAF0-EFCA942074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D37C5F-8F04-4F4A-9AB0-0067807287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413E28-2AD9-4B91-BAEF-4D4DFB2A6B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084F0C-6873-4F62-AC8C-0209489C4C8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05C00A-FFB2-4241-9AB9-B11D5D41845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11855C-6920-4E45-96BF-306A728BE7B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429ED64-AA43-4023-9669-1EEAB241B3D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1BEBA9F-CDD5-4AEA-9A8A-C775BC423FD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2004-11-08T18:27:56Z</dcterms:modified>
  <cp:revision>18</cp:revision>
  <dc:subject/>
  <dc:title>PowerPoint Presentation</dc:title>
</cp:coreProperties>
</file>