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8E9992-C490-4DD0-93F3-937994D7BB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D9D603-FD11-4A85-8547-47688610C3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FE7B1D-2258-496A-96B9-2340CA032E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D91AA2-C74B-459B-8599-5FF2597743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C5B1D6-D9D6-4C5D-A40F-89F6A719FC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2ABBF3-17D6-4ADB-9BDD-0E42CC9406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5CC696-2F5D-4F6D-B2C9-1119C9EA16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D277C4-F923-43B5-82D3-874E8F365F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838CA4-323F-41E9-8C5C-86EB52114B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7796D0-D160-4D7C-99F6-2219A097C5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B2F74F-DDF2-452E-AB18-169DBC5AA2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F3AF73-6314-4847-B1DC-599D2CCCA3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C0E5BE-46BF-40A7-9E59-4CA1BF1E08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494F5D-229B-4620-9CC6-3254163A14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888F41-74B0-4462-827F-5D49924C39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72F411-5863-4E5E-A280-CE47B78372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728BBE-1735-446E-A509-6CAD4E5487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F2B368-4748-47D5-A1D7-B5D0F69A51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2A3375-E5F7-4231-8EB7-158E7E4D63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E5952B-A4EE-4509-B0D8-C5FEA3C9FE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08D1D8-435A-47EC-98B7-1C2EC797C2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F8C1F4-891B-4ABF-8217-53622F4F01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80C363-B942-4970-96DA-E8B694940F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FE9389-BB3D-44AE-B0A0-7C0A571658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8D6D54-F554-432F-932B-D27019BC404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143C9C-0261-47D2-A799-7BED8145239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Eileen,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Will it sell????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Show prototype to people from various age and socio-economic groups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Show prototype to consumer research groups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Go with our best intuition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Shape biomorphic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Size small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Color bright warm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Feel as soft as possible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Functionality  (people won’t use it before they buy it – paradoxically other “features” will be main selling points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Shape biomorphic 1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Size small  4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Color bright warm 1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Feel as soft as possible 3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Functionality  (people won’t use it before they buy it – paradoxically other “features” will be main selling points) 5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2004-12-13T20:00:55Z</dcterms:modified>
  <cp:revision>14</cp:revision>
  <dc:subject/>
  <dc:title>PowerPoint Presentation</dc:title>
</cp:coreProperties>
</file>