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presProps.xml" ContentType="application/vnd.openxmlformats-officedocument.presentationml.presProps+xml"/>
  <Override PartName="/ppt/slides/slide1.xml" ContentType="application/vnd.openxmlformats-officedocument.presentationml.slide+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FBD59C15-AA87-4E88-BA37-7AB4C4489379}"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10D8320-58F3-4C2F-B414-29C37EC1038C}"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E07A916-4465-43C0-A533-8FA0EBF32FA5}"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5B220052-71CF-436A-8987-FB4E41362AA0}"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13D86832-8A46-4F7E-BDD2-D494E7494E32}"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FC59C7F8-6D09-4E3B-ADA5-028B8424317A}"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B71CFBB5-1E73-4AE0-8ED7-245FE1285C16}"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3A1DC351-BD0F-418B-B819-63686D9EC5BC}"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D7C168B-D84D-43F7-BC28-4A04AF730633}"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619D0DB-42F8-432A-B7E9-9623843B6F19}"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B30AB18A-0173-4844-8F0E-7BD3C684BC17}"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C337DAD0-F61D-49BD-834F-EBBFB355A9C0}"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7D2E2A8-01B6-4124-83B0-B93F1E37C671}"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6A3B41F0-04E6-40BA-B2DA-402C123C6A09}"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5F6BD28-D448-4542-BF46-C9955A0B01DF}"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40DE568B-FC3C-4592-B713-4AA8BF80B955}"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CCFC703D-56B0-487C-938F-B211FB5E2464}"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B23883AF-E3C7-4EFD-A109-1EFBA4CB6DCD}"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A5722376-C949-49C1-AF75-9B24D6B1D214}"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C2D5F948-C203-42C5-A946-9EC0A92EF17B}"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A937F45-F771-43CC-B594-536C4FD75966}"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EDDECF95-9DAB-4815-A3EC-BFFDA2E4BA7F}"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B67B97BB-5A18-4EA4-81E3-98A85785A9D5}"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0FC20CF0-FBE2-4602-AE88-161DAF5623FA}"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D89FA2-9CF5-4D51-9055-8D8331FDAE76}"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8225917-4CAD-4054-B2D5-489C600C82D8}"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1371600" y="3886200"/>
            <a:ext cx="64008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Jahnavi,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pc="-1" strike="noStrike">
                <a:solidFill>
                  <a:srgbClr val="ffffff"/>
                </a:solidFill>
                <a:latin typeface="Tahoma"/>
              </a:rPr>
              <a:t>Specification of Components</a:t>
            </a:r>
            <a:endParaRPr b="0" lang="en-IN" sz="40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Case </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a.Plastic</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b. Strong</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c. no harmful materials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d. recyclable</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  </a:t>
            </a:r>
            <a:r>
              <a:rPr b="0" lang="fr-CH" sz="1800" spc="-1" strike="noStrike">
                <a:solidFill>
                  <a:srgbClr val="ffffff"/>
                </a:solidFill>
                <a:latin typeface="Tahoma"/>
              </a:rPr>
              <a:t>e. Use of coloring compounds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Integrated Circuit (</a:t>
            </a:r>
            <a:r>
              <a:rPr b="0" lang="en-US" sz="1800" spc="-1" strike="noStrike">
                <a:solidFill>
                  <a:srgbClr val="ffffff"/>
                </a:solidFill>
                <a:latin typeface="Tahoma"/>
              </a:rPr>
              <a:t>labeled "TA11835”)</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a. Highly sophisticated</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b. resistant to hign as well as low temperatures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c. with timer and alarm facility</a:t>
            </a: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Resistor</a:t>
            </a: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Capacitor</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endParaRPr b="0" lang="en-IN" sz="1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000" spc="-1" strike="noStrike">
                <a:solidFill>
                  <a:srgbClr val="ffffff"/>
                </a:solidFill>
                <a:latin typeface="Tahoma"/>
              </a:rPr>
              <a:t>Specification of Components</a:t>
            </a:r>
            <a:endParaRPr b="0" lang="en-IN" sz="40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Diode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Transistor</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Resonator</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Battery</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     </a:t>
            </a:r>
            <a:r>
              <a:rPr b="0" lang="fr-CH" sz="3200" spc="-1" strike="noStrike">
                <a:solidFill>
                  <a:srgbClr val="ffffff"/>
                </a:solidFill>
                <a:latin typeface="Tahoma"/>
              </a:rPr>
              <a:t>a. Rechargeable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 </a:t>
            </a:r>
            <a:r>
              <a:rPr b="0" lang="fr-CH" sz="3200" spc="-1" strike="noStrike">
                <a:solidFill>
                  <a:srgbClr val="ffffff"/>
                </a:solidFill>
                <a:latin typeface="Tahoma"/>
              </a:rPr>
              <a:t>Circuit board</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How it works</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You press a button</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When you do that you complete a specific connection.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The chip senses that connection and knows what button you pressed.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It produces a morse-code-line signal specific to that button.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The transistors amplify the signal and send them to the LED, which translates the signal into infrared light.</a:t>
            </a:r>
            <a:endParaRPr b="0" lang="en-IN" sz="24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 </a:t>
            </a:r>
            <a:r>
              <a:rPr b="0" lang="en-US" sz="2400" spc="-1" strike="noStrike">
                <a:solidFill>
                  <a:srgbClr val="ffffff"/>
                </a:solidFill>
                <a:latin typeface="Tahoma"/>
              </a:rPr>
              <a:t>The sensor in the TV can see the infrared light and "seeing" the signal reacts appropriately</a:t>
            </a:r>
            <a:r>
              <a:rPr b="0" lang="en-US" sz="2800" spc="-1" strike="noStrike">
                <a:solidFill>
                  <a:srgbClr val="ffffff"/>
                </a:solidFill>
                <a:latin typeface="Tahoma"/>
              </a:rPr>
              <a:t>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Few pictures</a:t>
            </a:r>
            <a:endParaRPr b="0" lang="en-IN" sz="4400" spc="-1" strike="noStrike">
              <a:solidFill>
                <a:srgbClr val="ffffff"/>
              </a:solidFill>
              <a:latin typeface="Tahoma"/>
            </a:endParaRPr>
          </a:p>
        </p:txBody>
      </p:sp>
      <p:pic>
        <p:nvPicPr>
          <p:cNvPr id="103" name="" descr=""/>
          <p:cNvPicPr/>
          <p:nvPr/>
        </p:nvPicPr>
        <p:blipFill>
          <a:blip r:embed="rId1"/>
          <a:stretch/>
        </p:blipFill>
        <p:spPr>
          <a:xfrm>
            <a:off x="1176480" y="2668680"/>
            <a:ext cx="6791040" cy="23889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5" name="" descr=""/>
          <p:cNvPicPr/>
          <p:nvPr/>
        </p:nvPicPr>
        <p:blipFill>
          <a:blip r:embed="rId1"/>
          <a:stretch/>
        </p:blipFill>
        <p:spPr>
          <a:xfrm>
            <a:off x="1225440" y="2784600"/>
            <a:ext cx="6693120" cy="21571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7" name="" descr=""/>
          <p:cNvPicPr/>
          <p:nvPr/>
        </p:nvPicPr>
        <p:blipFill>
          <a:blip r:embed="rId1"/>
          <a:stretch/>
        </p:blipFill>
        <p:spPr>
          <a:xfrm>
            <a:off x="1501920" y="1600200"/>
            <a:ext cx="6140160" cy="45259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9" name="" descr=""/>
          <p:cNvPicPr/>
          <p:nvPr/>
        </p:nvPicPr>
        <p:blipFill>
          <a:blip r:embed="rId1"/>
          <a:stretch/>
        </p:blipFill>
        <p:spPr>
          <a:xfrm>
            <a:off x="1249200" y="1747800"/>
            <a:ext cx="6645600" cy="42307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11" name="" descr=""/>
          <p:cNvPicPr/>
          <p:nvPr/>
        </p:nvPicPr>
        <p:blipFill>
          <a:blip r:embed="rId1"/>
          <a:stretch/>
        </p:blipFill>
        <p:spPr>
          <a:xfrm>
            <a:off x="2165400" y="1600200"/>
            <a:ext cx="4813200" cy="45259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4320"/>
            <a:ext cx="8229600" cy="8506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Findings</a:t>
            </a:r>
            <a:endParaRPr b="0" lang="en-IN" sz="4400" spc="-1" strike="noStrike">
              <a:solidFill>
                <a:srgbClr val="ffffff"/>
              </a:solidFill>
              <a:latin typeface="Tahoma"/>
            </a:endParaRPr>
          </a:p>
        </p:txBody>
      </p:sp>
      <p:sp>
        <p:nvSpPr>
          <p:cNvPr id="113" name="PlaceHolder 2"/>
          <p:cNvSpPr>
            <a:spLocks noGrp="1"/>
          </p:cNvSpPr>
          <p:nvPr>
            <p:ph/>
          </p:nvPr>
        </p:nvSpPr>
        <p:spPr>
          <a:xfrm>
            <a:off x="539640" y="1197000"/>
            <a:ext cx="8229600" cy="4525920"/>
          </a:xfrm>
          <a:prstGeom prst="rect">
            <a:avLst/>
          </a:prstGeom>
          <a:noFill/>
          <a:ln w="0">
            <a:noFill/>
          </a:ln>
        </p:spPr>
        <p:txBody>
          <a:bodyPr lIns="90000" rIns="90000" tIns="46800" bIns="46800" anchor="t">
            <a:normAutofit/>
          </a:bodyPr>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push button requires a simple chip, but a scroll wheel requires minimally a regular chip, which is in a higher price range. </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As energy source we offer a basic battery or, more ingenious, a hand dynamo (such as in 50 years old torches), a kinetic provision of energy (such as some modern watches that you shake casually to provide energy), or use of solar cells.</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Our products can be delivered in different cases. The general case is uncurved (flat). A more original case is single curved or even double curved. </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Findings</a:t>
            </a:r>
            <a:endParaRPr b="0" lang="en-IN" sz="4400" spc="-1" strike="noStrike">
              <a:solidFill>
                <a:srgbClr val="ffffff"/>
              </a:solidFill>
              <a:latin typeface="Tahoma"/>
            </a:endParaRPr>
          </a:p>
        </p:txBody>
      </p:sp>
      <p:sp>
        <p:nvSpPr>
          <p:cNvPr id="11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just developed a sample sensor/ sample speaker.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34</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2004-12-13T18:54:16Z</dcterms:modified>
  <cp:revision>12</cp:revision>
  <dc:subject/>
  <dc:title>PowerPoint Presentation</dc:title>
</cp:coreProperties>
</file>