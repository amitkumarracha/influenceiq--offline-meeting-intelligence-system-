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6E1663-085C-4A7E-A893-503664E9496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EB63CB-02A2-4D6E-88D0-6E2FDB0FE13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E0244A-C339-4B47-8C60-0AAA175BB8C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296B10-674B-4071-896F-1AB2351AFDB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50D0B4-08B4-4B3C-A069-3297A2CF06C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7CDDC8-F966-4563-8D57-780D404D180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187050-FCE7-4D07-8E72-4B0D59E6085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D98633-B732-4C48-9131-87D90CD265C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405982-7591-49DA-AB66-9CDB43520DE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97C1B6-A84B-41F2-BBB5-691EC1E8A40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D843EF-DFBC-4D43-AF5A-541B789A1E8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FED3C4-AB19-409A-B1DB-DB59874FB09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9AE9CA-E2DF-432B-A1B5-84CE78C2398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E6D25F2-33AF-4379-8524-2D961BA0F58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A9D6D1-E0A6-4DFF-965A-78793F9F585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66939E9-EBE8-42E7-8078-81C6A459E1F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B191CCD-955C-476D-A6AD-DC62DF76739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666032-E529-4C59-9ED3-8E253923CBA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CCB8333-9707-4F6B-A63F-92A99E1F8D7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7CB96E7-2B8B-4F67-B1BB-107CFDA503D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00AB857-D38D-49BE-80E2-16F1FB1F4DF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B8618A7-A163-4CA2-99F4-C5267DD2A6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FC98A8-7EA0-4BB5-A48C-FAEE6692E4B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F0FB69-0DE4-4399-ADB3-7E9E4E1EDBC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E7AEB86-8E7F-4796-B945-147907523CE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A78410A-6C8F-4562-B82C-CEB6B54C091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Reading press and ads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Internet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Personal observation in groups frequented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Small is beautiful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Simple is beautiful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Eye catching is important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Get to market before the competition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Develop one or two features we can dwell on in our ad campaign—too many will confuse the consumer and defeat us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Fruit and vegetable design – soft feel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2004-12-13T18:39:48Z</dcterms:modified>
  <cp:revision>9</cp:revision>
  <dc:subject/>
  <dc:title>PowerPoint Presentation</dc:title>
</cp:coreProperties>
</file>