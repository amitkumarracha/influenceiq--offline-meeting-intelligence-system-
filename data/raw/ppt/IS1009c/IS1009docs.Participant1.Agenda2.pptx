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28A831-1F00-4090-9F6A-BE4BE51B60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A7C64D-BB5A-47C8-95D9-E9F5088401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5B8A39-944D-4F12-A01D-642FA63B7D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E5193A-70C3-439D-AAEA-1555E34399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A34380-01D2-4C6D-AF27-341D230587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D39A84-8F91-428D-9761-4B20828EEE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1D9555-2F67-4C38-B4FC-8003EDC054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B9DEA2-72A3-4786-9BD5-8CE61BE97E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2B4B0A-C8F3-452A-8040-C1C3EA8848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C49BFC-C6FD-496A-BA29-4E0EB3EBAD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75ACC3-C6BE-4966-807E-F9D8AAA766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762C95-D4A9-4D84-8EA1-54DDE31E40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B9CA3D-DFB3-4C98-AA09-DE50B55F54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176944-B716-4E7B-B328-D3AD4C3385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AECAB7-78E0-4F77-8EAB-6E836BCFF2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5F3AC0-392F-4679-8A4E-15B0BF5011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2382A8-EDDA-4970-99D5-D1C6E357F3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80DDDF-2FB5-4CB4-9637-ECA1E08E59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9272B2-0898-4B3C-AD8C-66159654C5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22907F-B58A-4502-BB1E-52DBF8B1D2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1F4D74-2CF7-4D87-BA72-A50A7D68F7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0CAE4F-232D-47AA-BBD1-7FA32DE37B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AAB25B-509B-48CD-90E3-2C85E1E9406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B7A340-8013-4869-92BD-D27B95DFF7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6B3F46-AF0D-4CE2-8032-F6B0F37E0DF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2439FF-2000-41F2-AF70-CA22407A62A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2004-11-08T18:50:49Z</dcterms:modified>
  <cp:revision>18</cp:revision>
  <dc:subject/>
  <dc:title>PowerPoint Presentation</dc:title>
</cp:coreProperties>
</file>