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966B7-4CA6-4120-A0D2-C55AE6E09D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582E2-A4FF-4BEE-9335-6F1A813C56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C03BA3-23BE-4F29-90F9-58938329BF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D2013-FB9F-4E37-A33D-FF386FDFED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F88B12-CE04-413A-A50D-FA26A98EA6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D0D555-6033-4ADD-B5A3-831EC92101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87B991-D1E1-42EB-8F1D-09F624ECA7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9271C-AFF0-4F4E-948D-A8A7EF4B5C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D6157A-EC81-4FEE-94C6-D70042FC27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3291BB-E454-44A7-9AC5-2931A68418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E67E35-C28D-463A-B60B-99E6CC6880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2D8971-FF11-4CD5-A46F-F063361611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7A9F4-D53E-4F30-A106-7EF67DAC88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F2ED3F-BCCA-44F7-9B85-2BEB00E6BE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DCD67F-A97E-4CC4-90D0-CAF7ACD8A9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C7F1D1-A18A-4FDE-8AD7-59100F4F30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E69D3A-1DD3-454E-B7EE-041262A929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74545B-65E0-46FF-B8BF-54B33A90C0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B9CE9-4BC4-4444-909C-7AC29962BE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C12D0-993A-4E2F-9811-E24C0A79AE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EB9CBB-82B9-435F-886D-51E289C6BD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046D78-7B44-4FF7-B03E-DA3E60198E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70AB49-6522-468D-A11C-A087A2D881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D8CCB5-9B4F-4BCB-8066-5F3CDD1E78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9A9F77-EE5C-4A52-B1CE-A8DBCEF2C31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015DF9-4882-499C-96D8-57667DC2AFB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