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E67547-6157-4ED5-A3C5-D9DEAA8A91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0B8C34-CCAF-4811-9735-1E6759A2DAA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49E7B8-9E3F-4F35-91C6-D6310A215E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B2E3E9-E7F4-4CD2-B1FC-8E8824F4D4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81D2AE-2FFB-4537-9140-B36FCDB59F0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E2EC7F-AFC2-4C6D-94B4-84AFAB1057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04F11A-FB96-41AE-9FBB-1EECCAB38F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4DDFD1-9934-424C-9F60-EA92CF0EF1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C2F3B8-8FD2-4A9D-A222-FB75243FCB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C57191-1F74-48EA-9977-51BFED2A72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6BE2C2-C90B-4426-BA5A-BEA0D4810CF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2FC7E1-10B7-4EA6-A6EB-B6A21E8A5A0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2158A0-74A5-4E33-9EB3-91033691B9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911147-762F-43B1-A3DA-764A368D2B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9DE890-11AA-4C1C-A214-33B4F71641C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E57E7D-ADD8-4C43-A958-B2BE708209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FBCBDF-BFD2-4DDD-B1C2-78A729840A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08E5E7-C2FD-483A-B530-D264F43681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1DC9C0-42A8-4C91-9356-85C4DAA1AF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C4A785-1225-4310-A798-E063772FDE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792CC8-1FF8-4C8D-B229-2866982E3A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50C3481-3310-46E3-80A5-52B58420CDC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974976-4E8C-4EF5-BD23-AC08EFA868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58FC37-C7F0-4D9C-97B7-97D0AA892F9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30714D-F2B9-4FF7-A2E2-4C146DA0CBB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E1B4862-6C22-41BD-A4EF-EED141BE655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981000"/>
            <a:ext cx="4038480" cy="514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function of a remote is to send messages to the television :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 messages are 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1.Switch 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2.Switch to next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3.Swaping the channels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4.Switching on to a particular channel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148360" y="836640"/>
            <a:ext cx="2952720" cy="5289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turning the volume up/dowm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for getting subtitles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Switch to control features like colour,contrast,sharpness,brightness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Memory switch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Mute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recognition feature :integrated, programmable, sample sensor/sample speaker unit such as voice recogniser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2700360" y="46080"/>
            <a:ext cx="3743280" cy="5975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Different interfaces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Photo of a set of remote controls"/>
          <p:cNvPicPr/>
          <p:nvPr/>
        </p:nvPicPr>
        <p:blipFill>
          <a:blip r:embed="rId1"/>
          <a:stretch/>
        </p:blipFill>
        <p:spPr>
          <a:xfrm>
            <a:off x="468360" y="1341360"/>
            <a:ext cx="8351640" cy="468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Stores Up to 80 speech samples, Controls 4 Devices -TV, Cable/Satellite, VCR/DVD &amp; Audio. Record your own verbal labels that is connected to a remote control function :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4572000" y="3645000"/>
            <a:ext cx="4176720" cy="244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Child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Child friendly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692360" y="2276640"/>
            <a:ext cx="4392360" cy="3673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Oversized remote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4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1600" spc="-1" strike="noStrike">
                <a:solidFill>
                  <a:srgbClr val="ffffff"/>
                </a:solidFill>
                <a:latin typeface="Tahoma"/>
              </a:rPr>
              <a:t>This jumbo universal remote control is almost impossible to misplace or lose.</a:t>
            </a:r>
            <a:r>
              <a:rPr b="0" lang="en-IN" sz="16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16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5" name="" descr="Large universal remote has big high contrast buttons."/>
          <p:cNvPicPr/>
          <p:nvPr/>
        </p:nvPicPr>
        <p:blipFill>
          <a:blip r:embed="rId1"/>
          <a:stretch/>
        </p:blipFill>
        <p:spPr>
          <a:xfrm>
            <a:off x="1463760" y="2205000"/>
            <a:ext cx="4763880" cy="403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Speech recognicer which will respond to voice.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2004-12-13T18:50:42Z</dcterms:modified>
  <cp:revision>19</cp:revision>
  <dc:subject/>
  <dc:title>PowerPoint Presentation</dc:title>
</cp:coreProperties>
</file>