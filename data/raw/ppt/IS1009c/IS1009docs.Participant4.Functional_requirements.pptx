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63150D-E9A0-410A-8E70-043569D090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F8F55F-0A1B-40EC-984D-D49FDB3D3C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7C963D-15C0-4C92-841C-61F11AC157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11E713-BC88-4E60-B39E-0A69D3901A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4FCD3A-D81D-4240-810B-A8BBFC385A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EBA51A-7311-4B88-991D-E052BC847E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BDF153-A5B7-491F-BAD4-6D59B3BB04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50EA4C-117B-4441-BC57-6E2B23824C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1D396-1E7B-4FA1-82F7-B001FCA904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60AA61-252F-47F5-972B-6CD7AF900E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3FEE0B-8437-4BAF-9FD5-EE1E0F6880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83E123-AC9B-488D-BA84-8EDCA8994F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962206-49D6-481A-A880-B4B01607D8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4A0AA0-9AF9-4646-A267-C4DEE2A8C6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F19499-0FD8-434A-8D66-5B36841ED4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05ACBF-FCFB-4A0F-AB17-D0563D3AE6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2BA287-8D53-47E6-B927-6011639C58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B87374-E7A5-48A2-9159-DC7AC9029E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3E9EC5-4B7D-4720-A720-8F598D25E3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344627-D699-4AC6-B7BA-AE65E08592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129BFF-DA9A-4E3E-AE3F-F60C8A7BE6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61EEA9-952D-4787-B05E-021DB40E3B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74DB43-0757-433C-B299-7ECE5B0F97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D595F3-0354-4F51-BBA8-057E66F40B2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55E7A8-C58E-4275-8D03-1967BA377FD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9BD5A0-3B4F-48F2-AA18-64E56F29580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Eileen,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Gather suggestions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Accept/eliminate suggestions according to design and budget feasibility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Consult industrial engineer on cost and lead time for each feature (we need to go to market by Sept for the Christmas market)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Consult user interface person on “friendliness” of features and hierarchy of importance for inclusion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Whole house control will not be possible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Some extended electronic entertainment control should be possible, i.e. DVD, CD, stereo tuner, vcr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Concentrate on « sizzle »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Shorten learning curve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Simplicity is good - minimalism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Finding it is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Should be attractive impulse purchase at 25 euros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put the fashion in electronics!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2004-12-13T16:28:54Z</dcterms:modified>
  <cp:revision>16</cp:revision>
  <dc:subject/>
  <dc:title>PowerPoint Presentation</dc:title>
</cp:coreProperties>
</file>