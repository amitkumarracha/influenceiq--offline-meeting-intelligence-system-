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16BDB2-7B3B-4241-9D83-D1C9CE2917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72D93-F1B1-4E01-A77A-F1A16D387C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87313-92C1-4B86-813B-6A82BAAB48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57CB6D-1A31-415C-96C6-30097FDBF9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E3C623-345E-4109-94DA-20D7EF3A51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C6977D-EE75-4DFA-AC22-A763D61C6E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12EC32-F474-4D8C-83C6-B8C25B8CD5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CBB35-38D9-47E4-A40C-FAFE8763FC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BC1B10-F4AD-409B-9739-3FF157BBAE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E5AED-71E1-4BB9-AF19-E655C00CE1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2AAB3A-FCC9-42F1-AE54-B025105BDA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85F57-365E-453F-BEB2-F2B70D0BB8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601D1B-7F8F-4A80-B871-578F36F101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E90621-CE3D-4B99-A177-7CDCF57F0D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AAC849-D53C-4585-80DF-70DEA929B4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3B9EA9-0D43-48AF-BCB2-57B5E02C75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AEF2BD-08B4-463F-A125-BD7B1D2857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6D5069-13B3-4114-B3A9-9704CE0E80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FC20F7-A24F-40E6-A8A3-B9BA6CD7C8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5CE04E-585E-4946-A2F2-47E9ADB315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9F3DBC-91AA-4BB9-83F1-D7A85CA20A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6E6F59-E293-480E-B9A8-7CD40ACB50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3E7535-1C6B-44C2-AC5C-862CF33628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1BE081-AA12-4C3B-86FC-9FC262B72D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BCD4E0-227F-4875-BB0F-4B2B54BA412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CBA00D-1B79-4B52-820D-83766BD3D2C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An energy source(say battery) feeds an integrated circuit (chip) that can compose messages, often in the form of infrared bits.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Extra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text/ buttons which can be seen even if it is dark (like flouroscent)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beep if many buttons are pressed at a time.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usable for more than one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Different shapes.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Display clock.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Infra-red 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Battery(power suppy)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http://messenger/AMI_DEV/HomeParticipant.htm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2004-12-13T16:32:43Z</dcterms:modified>
  <cp:revision>14</cp:revision>
  <dc:subject/>
  <dc:title>PowerPoint Presentation</dc:title>
</cp:coreProperties>
</file>