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B0CE68-3367-455B-8E98-8620C9B36C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015380-CB5C-4140-905B-976202F8F0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F7C87D-B37D-4488-A226-615513D423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A7DAC2-91C6-4D4D-AF70-39D9449B65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0C3267-ECA1-44F6-9B79-8A2E797855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4182FB-64A6-4F95-9586-D7EC01390F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4933A2-A998-4D5C-8A56-0682E1725F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30F2CD-B78B-4B0D-BBB8-5C891E6E8B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CEC6F1-A885-40AA-AE55-0078679F2C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3B8821-6197-48D4-91D6-BFE4396AC8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222427-EA23-4555-B3FF-174A190660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A91350-FEE7-478A-9EC5-ACB212B8EC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676812-C33B-4699-B6DF-C59F82EE32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FA5DEC-C763-48AF-A2EF-984336C53A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4B621D-C2F0-4473-974C-4661928F53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81BEF9-5B15-47D1-9973-CEB0361EBE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AAE828-886B-458F-9C63-539598224B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665998-84E3-47F2-B67C-EC8BC03A19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C36C5C-C85B-4D00-8EDE-FB474827DB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C225A1-7271-4939-B7BD-E4E5D04A9C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DF504F-3786-4F1A-B1D8-54511B697A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8AFB6D-2FD7-4213-9B8B-C802BE806B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70C17F-9C1C-44E4-9BFE-A04E65EE34E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FAC1AE-CA46-431A-A839-38F2AF3F5D6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E826D5-DA3B-4727-88C4-40B5E068A153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A471E9-FD0A-46DE-A759-B38842DFF128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2004-11-08T18:06:46Z</dcterms:modified>
  <cp:revision>32</cp:revision>
  <dc:subject/>
  <dc:title>PowerPoint Presentation</dc:title>
</cp:coreProperties>
</file>