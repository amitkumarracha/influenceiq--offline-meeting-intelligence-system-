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7BCB15-9DB8-4D13-92DE-84E5BCEE40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708E06-E653-4FC7-B800-AC9DE352A5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359BF9-E53C-4B6E-ABBB-F8DEA16692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34D4C5-DACC-4907-A825-4C99739D29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6D9628-1139-4816-A825-4DE7B8E7A0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771D67-9222-4462-AD52-02A47E4D8D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18242D-83B5-403A-B627-D8AE0B18C9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88FBF5-0653-4F1E-B8BB-A32E8F666B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11888E-CA61-4D65-B950-878B733B48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331CE3-D1F3-4F2A-836E-4AE5BA2B8A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63E072-F323-444F-AD4A-21891BA453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0BE4F6-D7AB-43A1-9D98-5E0EC5D26C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4ACCE1-6E0C-466C-9915-BAE18BB478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1BFB0D-8F55-4F76-BEF2-775B80F3E0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B634FB-110C-4F40-842C-75D90B478A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98ED6E-4B23-4E36-B361-AD1345733A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8C667E-29EB-4F26-BD6F-88E71B381D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2AB770-EB4A-4222-9ACB-A75809109D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7A6C3E-60F9-45CA-B0EA-1AC3C22C89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303013-6FA8-4DCF-A2B6-03A8474521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F6A1D7-E95B-4B3B-BD1B-89B368C4C8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4631B3-7565-4AE2-AF01-F4D196FA1C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BC0A9A-FEB6-4E3A-82E7-53E5E09D7E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37701D-2A26-480A-9F44-BF5BC0F176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F137CA-CA4E-4F91-9DB7-4220A279FBA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0A5864-9905-4E40-AD22-F93F2C81F72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by:francina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1.functional design :purpose is to control the television function using a remote.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switch on/off button 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signal or a LED which can be used to change different functionalities in the television.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some timer to set for viewing a particulat programme or switching on/off according to the user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a child lock system 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It should be compact.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It should be in the shape of a “T” alphabet for more compactibility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Using of plactic for making the remote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There are different remote which can be used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Infre red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Radio wave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Remotely controlling a range of television functionality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Multipurpose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Child lock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save electricity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Timer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2004-12-13T16:31:22Z</dcterms:modified>
  <cp:revision>11</cp:revision>
  <dc:subject/>
  <dc:title>PowerPoint Presentation</dc:title>
</cp:coreProperties>
</file>