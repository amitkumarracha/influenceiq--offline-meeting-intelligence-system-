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677913-7CD3-4A52-800E-4992646AF4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0824E6-0927-4ECD-AED8-CE16CCDF61C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278073-3E63-4EC2-9928-BF73C6FADA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22F2F2-E3ED-493D-A077-102868F787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89403-257D-458B-A759-D15DB62D79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120E5A-2173-4B9A-B29E-41E63E6D9D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20C961-5015-4192-989B-DDF39A5D921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FB673-C3E8-4835-A173-CE2A66DA1A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EAF780-9F11-499B-A9A9-A2B061B611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8E5916-4991-4165-B009-22C5A41B185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F445AA-FDF6-4494-983B-E78EAD6DA55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AD712D-2728-413D-9F93-39FB1D125A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749E34-E1EF-4C3E-8787-CF26D6982B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957CC2-CBE1-44DF-8BC6-3F213767F1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E819DD-4CF8-4363-88D4-CF9740D69D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AD5749-072B-4EAB-B597-B16A6A6222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EB61CB-2067-40FC-A5D3-4BABDAA9F2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F4415-1DF0-4463-9FB5-22403CC3AF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64B6E7-3804-4B62-8CF4-A83F80CF110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2B2225-04C3-45F8-872A-A5F02D21FA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845947-71CB-4166-BA5A-7FA7092CAD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A043EC-BA58-4F40-B276-8E259AD2ACA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4F972B-24AD-4C3E-8869-8A70B0C85C5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86059A-14B8-4FB0-8D4D-B12AC0AC7AB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9674134-FAB1-4CAE-8575-8CF9AC10222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0F4EA60-1064-470B-89CB-BBC018153F3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Final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Presented by: Jahnavi, Industrial Designer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And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lnSpc>
                <a:spcPct val="8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Francina User Interface designer.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Look and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We have made a model which looks like a snail and made up of clay.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form: snail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b. Material: Plastic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c. Color: Blue.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Interface Elements: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a. Function: 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i. Switch On/Off button placed on the top, material used is soft rubber, form is round, color is red.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ii. LED: front, florouscent green, bulb, oval.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iii. Mute: white, side,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iv. Channel Buttons: round, yellow, soft rubber, both sides.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v. Next/Previous channel buttons &amp; Voice control buttons: Orange,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           </a:t>
            </a: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vi. Menu button: Green, round, soft rubber.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5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ffffff"/>
                </a:solidFill>
                <a:latin typeface="Tahoma"/>
              </a:rPr>
              <a:t>Case holder could be in shell shape.</a:t>
            </a:r>
            <a:endParaRPr b="0" lang="en-IN" sz="1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2004-12-13T20:02:33Z</dcterms:modified>
  <cp:revision>11</cp:revision>
  <dc:subject/>
  <dc:title>PowerPoint Presentation</dc:title>
</cp:coreProperties>
</file>