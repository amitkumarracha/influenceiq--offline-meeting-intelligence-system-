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833AE4-675B-49AF-9F27-8F42DB648B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B6032C-36FD-4241-AD99-DEC1BF2438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2F96FA-0719-470D-839F-EB6B5536D4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43868C-E573-48C8-B382-663CC6134DE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39177A-77C8-4E3C-A602-3D91B2B454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B02E86-7781-48F2-B11B-11146EFA1E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0ADCCC-67F6-43B6-B867-331604CC33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CBBE93-24F2-4631-8ADF-8968448728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8CEB57-ED14-4EAD-932E-22786882EC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1B31E4-FA9F-4C43-B537-808CC35B81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EE3124-3158-4E4C-8BBD-6475FF35168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8970A2-518A-45A3-91E8-F1FDCEB6DE2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84B764-112B-4917-82FD-73FA560666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36558B-06C7-4ACB-9918-FAC36DF66B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823E54-7F01-4B1A-BD75-98BDBB00D3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BBCC88-1859-4ECB-B133-B558DD17CC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44FCBA-598F-4387-87CD-5D87B3817A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5784BC-B353-425C-8238-A3E7D554AF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CF10A2-CFC9-429A-98ED-6B4B213B75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755293-A419-430E-B32B-E835764597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B7DD1D-7F55-4A04-BFED-AC2DF3A211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A890E2-CBF7-49F6-9D1E-ECC2FEE82B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4376EA-AD29-4739-8ED5-742B13BA23F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3652F5-2A40-4A31-8BEF-B8301745669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65C2046-5424-42BB-8768-A49D4787B73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5936CE1-CDBB-452A-918A-495D7A10680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2004-12-14T17:34:13Z</dcterms:modified>
  <cp:revision>20</cp:revision>
  <dc:subject/>
  <dc:title>PowerPoint Presentation</dc:title>
</cp:coreProperties>
</file>