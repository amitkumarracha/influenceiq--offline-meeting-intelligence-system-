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F2DB8E-5726-4129-A214-0ACC3A5F66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D03993-6127-410D-96F2-0E23E27876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A1C7B9-374E-4EC4-84FF-243E6AC627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BD261D-3156-45D1-BBC3-93D055056D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5946C4-5B04-4691-A259-93C5F6E507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97BB80-E937-480F-A54D-7A0F1F3A18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A295F-E889-453D-A066-8DCF970398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C10D7-C891-4317-BC9E-21F159E129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A6E846-B76C-41AE-9FEF-0F81E45FEA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F8FF3-29DE-4666-B758-FBA973A79E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5810B-168D-4073-A13A-32EB3DACD0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CBCB1E-57AD-41C1-A8E1-E7C9E375F8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3778A8-7210-4061-B3AC-27CDAE1F5E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741CF1-90A1-4A65-9FB2-B52DA882B3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63312-7682-4E7D-A03A-F4394E89BE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99FC0C-97C1-4416-A1CE-2FFEB3DA88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E0621A-B191-4CE9-B747-BF96C138F6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3E8FC1-8AE4-47AA-BFD5-01E94E04FA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564487-E105-45A0-964C-DEA097FB72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F3987E-EF6D-43FF-A6D3-C0F4E04317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E97888-22AB-4D73-8708-133BC33B68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72B46-F212-4C35-B72D-53EDE61803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92B7C-C78F-44E2-8B94-546BF784B7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4772EF-0F6F-4FC0-B091-AE2A70CC9C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CB4605-E75C-424B-AABB-F079E6221DB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BBE8FD-A85F-4B10-9909-1F0C77D517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1912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 have a list of criteria from the user requirements and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have to rate the product by each criteria as a group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average score will give us an idea of how well a realisation our prototype product is the abstract product 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Ability to stop remotes being lost or to find them once they are lost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Reduce the number of unused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for visitors (similar or same as above)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Fancy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Material that people find pleasing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Inspired by the latest interior and clothing fashion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points are: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2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6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Average of 7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2004-12-15T21:35:20Z</dcterms:modified>
  <cp:revision>16</cp:revision>
  <dc:subject/>
  <dc:title>PowerPoint Presentation</dc:title>
</cp:coreProperties>
</file>