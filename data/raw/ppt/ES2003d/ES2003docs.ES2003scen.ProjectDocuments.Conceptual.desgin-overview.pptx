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D2BDBDA-C5F5-47BF-914E-E4BFB71F1B0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4767664-A0D8-4352-BB6E-74E336FBFAC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FD5AE6D-4F55-4CE8-90CF-D65E9830A9A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4870A27-335F-472C-B3CC-410175249AA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A58C0B4-B074-431D-8939-EFC1F32C1A0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FEFC347-471A-4FFF-A536-C04D0BD11C7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8F13F10-550D-4B8F-BB35-F3255F94ADE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BE2F04C-35CB-4946-810E-435D79EB665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0B38D0B-6B8A-4781-BD93-2F1614C767A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A08B7FB-BFC5-43F2-8393-47C6AA11261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C959D85-CCF6-4763-86A3-6A1465C94DD5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C9CD01C-C5D3-4CF1-8E03-0EF7D15B67E7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2D9F514-EA86-4D86-ADA0-D545DBEC1B4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DE6E030-B05D-4BC8-927C-1B8149E476B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43F2812-AB86-40FE-9A8D-54D0C920681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BB0F549-5EB9-4091-8646-965D2916E39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E29FE30-AA3C-4E2F-B999-D581C95AF53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4EA0497-BDAE-4155-B0A0-791B7117D39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6081D8E-F629-4C08-8528-9E718964AEE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B94E053-72E0-464F-AFF4-FB20299F641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2D03AAD-0B41-417C-B848-E44BF1725C0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A36E7B5-B51C-41C5-A94C-B8A04338793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19AA9D0-AB09-429D-BA82-23786913BC92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36D9DBC-D65E-4AD8-BF2B-1D496D8B829E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6461592A-D542-4509-B109-3F0873E6D7EB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FBE0B0DF-15F8-4680-90C3-84EBA2D19565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Conceptual Design meeting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Adam, Project Manager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Agenda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Opening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PM = secretary (minutes)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3 presentations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Decision on remote control concepts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Closing (we have 40 minutes!)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Decisions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Components concept?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Energy?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Chip on print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Case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User interface concept?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Interface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Type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Supplements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Closing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Next meeting starts in 30 minutes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Individual actions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ID: the look-and-feel design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UID: the user-interface design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ME: product evaluation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800" spc="-1" strike="noStrike">
                <a:solidFill>
                  <a:srgbClr val="ffffff"/>
                </a:solidFill>
                <a:latin typeface="Tahoma"/>
              </a:rPr>
              <a:t>ID and UID work together on prototype using modeling clay</a:t>
            </a: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Specific instructions will be sent to you by your personal coach.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2004-12-15T19:32:11Z</dcterms:modified>
  <cp:revision>20</cp:revision>
  <dc:subject/>
  <dc:title>PowerPoint Presentation</dc:title>
</cp:coreProperties>
</file>