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02CD7C-2B37-4773-89CC-8ACC29493A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4EC061-441A-4176-A940-235A1E92D9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6560C8-EAA1-4146-B61B-A584B4E74E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BA9003-FFAA-4681-88EA-21E5D5B587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84C117-636A-42DD-BF12-89A1D00774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1C46AE-E2B2-4D76-9E8D-2872BA8890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14E888-B638-4BF0-AB41-BF71E4A8B7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32F7DE-F379-4465-9D2D-5ADBD343EC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C5B0F4-3622-42C8-AFFA-F19A295B95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D21C5A-E69F-47AF-8BBD-98BA8A8B63D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CDF007-3BD4-4112-B100-FE32325891E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E7FDDD-F069-4E0D-8419-75E42D52CFF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976A5F-3A45-4BFC-9D38-B73D18D959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EE6A0E-9564-4D0C-85C0-FB7CBE387FB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0C054E-CE36-4382-88F6-862CCA515E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17F299-2D28-4D8A-9C5D-1FEF2F973B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75206C-9ED3-4D9D-9CF3-53B4E4E58B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E70E63-7803-493A-9261-80D3ABCA97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674BEB-F4F2-4CFB-BBD9-39799B99A7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3B72B7-4EED-4AFA-B3D3-3B0EFC7233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E8B497-5A29-44C8-9BEE-806DFBF536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8A0E78-2702-4F89-8052-D545D1D74F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8AD003-A25B-4485-9486-76409712754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DF343F-AC5F-4D02-ABBF-D40E3E343A6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F83B57A-3235-4D30-88EF-65EF437C371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EF5CB8B-2E59-4BB4-A32E-47032E07153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Dave Cochran,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Ditch preconceptions and just think about how the remote will sit in the user’s hand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Remote will have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Joystick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2 function buttons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Lcd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Also, 2 modes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Basic mode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Menu mode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For optimal ergonomic properties, must be articulated so as to be usable for both left and right handed users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0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Joystick to rest over joint of forefinger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Mid grip section to house function buttons, positioned for forefinger and middle finger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LCD to rest on wrist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Top FB is power button in basic, enter in menu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Bottom FB switches modes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USB to download programmes, or customise on computer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2004-12-15T19:43:17Z</dcterms:modified>
  <cp:revision>9</cp:revision>
  <dc:subject/>
  <dc:title>PowerPoint Presentation</dc:title>
</cp:coreProperties>
</file>