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CB02F3-036F-480C-92CD-F0B375E5CF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5F4328-2DFE-4093-B417-721CCCED51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59168E-2A1B-4225-89A3-E0534E5B89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5B9532-20E8-4775-8680-70057F1107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7106DA-AA97-4A05-95A2-D597329246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375386-7AC8-48A9-9C31-BC11EE092E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E768A2-A53E-4695-9A26-F7995B8694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2749C5-6640-44A4-A6B1-CD345FD542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EBD5D9-3937-48F8-8789-710C825659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90A8DF-EDB1-4130-9D2B-F4368EB3EE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610130-5B8F-43DE-AAFA-94F1F12792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3E6DC3-8294-43C1-9AE5-BC17E5635D2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F07BB8-A447-4464-AFF8-A2DE3DC423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E2F5A1-3DA2-4A34-B811-2BACC5217E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F64CA5-1302-47B8-A671-5147FF6E2A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4EFC5B-8B6C-4D7E-854E-307D862F8C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359550-F72B-4A4B-88D0-136576CCDB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89EAFD-989A-4178-85F9-EC43D9853D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CF5325-C95A-4419-9079-B7B412BF52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352DE8-CB2D-4B9D-8D6A-90A193CCEF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B23ADB-D551-4779-B041-B04AB9065E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C78D20-667D-4237-880F-5BF56BA838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3944A6-A085-4CB9-A2FC-096806C1CB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60315C-94BB-4C2B-A28F-3A2CDAB304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3908FF-01C9-41B5-ACE2-23F13EBCF876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4F2237-491A-41CE-A8BB-577BD8071CD8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Ebenezer,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673200" y="1816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Asked 100 people what the thought about remote controls…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a lot of complaints as there were open end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some good reactions to specific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Remotes are often lost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Most buttons are not even used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Takes too long to master (34%),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between the age of 15-25 would love to have voice recognition. And want fancy pretty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 exists already and is available as open source so there is no need to spend huge amounts in R&amp;D. Yes it is sketchy at times but this is limited vocabulary.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Kill 3 proverbial birds.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buy it but is it practical and will they return it? What about visit\fors and training.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2004-12-15T17:28:36Z</dcterms:modified>
  <cp:revision>14</cp:revision>
  <dc:subject/>
  <dc:title>PowerPoint Presentation</dc:title>
</cp:coreProperties>
</file>