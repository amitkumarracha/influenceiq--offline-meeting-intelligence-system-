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87EE83-AF62-4B5A-979F-8A796F6BE0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6393B4-F5B4-4B77-8CA8-C6A0E60EEC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5D51D3-2DF7-4B7A-B974-40FB26C863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0EAE4B-E962-43DC-BCA4-780BFAF7006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157ACA-D3F1-4313-8133-6DD59B235D0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BD3020-7BBD-40E2-BC22-8B4648468C5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463EE8-FA92-43F5-A2CA-B92A6C2DEB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5CC599-8C14-4CC0-A834-838EE5AF44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09F5CC-4F28-4EE2-ABB4-7D06FCE259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E68C1F-ED6E-4D3C-8662-6C5E972B76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7477E0-C5D4-4F0D-B5F3-F49A9D23429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8DE7A6-18EC-4325-A033-EBF60DF172E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64C544-7736-4C17-BF46-CDCF0320A3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EC9586-D155-4605-9C94-406193DAEC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AFEC00-7D68-44D5-B01C-C7DD73F754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A8CC69-CA76-4C60-B21E-EE0D447A30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DD0FB4-C0D4-44E5-BE71-E9F942D6F8A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214DA7-5564-41CF-BD49-5581C90CFA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8E55EF-3E3D-46AA-AAE7-B7633E2AA5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A3C43C-4655-4BE1-903B-0E5B129B3B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A86AD5-3294-4D65-894D-E294CBE56F2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E21DD5-0462-48C4-BBB5-CC9366D472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3F928A-C67D-4898-BC61-A0D0328C03C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E92F54-1B56-4B65-9D46-8356CDAE0CE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706D911-C6B2-4302-BC53-9B62AA4BAD0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248B216-BEEC-400D-AD4A-B70433F9316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Adam,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16.5 Euro for current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Cost mainly stems from use of LCD, buttons and joystick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499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Will have to go with plastic and a solid unit with a single curved design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499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2004-12-15T20:50:39Z</dcterms:modified>
  <cp:revision>21</cp:revision>
  <dc:subject/>
  <dc:title>PowerPoint Presentation</dc:title>
</cp:coreProperties>
</file>