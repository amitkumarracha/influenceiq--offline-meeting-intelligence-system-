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26FF34-ABEB-455B-999A-458C6E098B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74EC43-28F3-45C0-9D2C-BF18E10EEE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FE041A-5884-4830-BD1D-BC8B2CF4FE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3EE5E7-316B-44D8-A299-70070E753F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A2083D-27CE-4EA4-84B5-FABCE6E338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C0141B-DF2A-4212-A2B8-98E38771AA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78D95A-DC42-49A0-964D-FCF79B9405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87A5BA-EF30-4706-A809-45C50532A9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EEC6B9-7B1C-4033-BD0B-9B624181E8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F2BF3B-8327-4B65-91EF-A958D6131B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C0DBBA-ACB7-471B-AB3A-30ECE98CF4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D14750-30D6-416C-95A6-409ACF8418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3E4F6E-179D-4915-BB39-22B27199A0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DA5E08-D7CB-4626-AE52-E79121E461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6E20BC-95EB-4E58-9A77-61ECCEF628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DFC987-88D3-4E44-BD0A-F1CEBCF20C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5D6DA7-D669-4E6B-A638-2EE3DDAEFD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CF2FBA-8FDC-476A-9C57-2EB03F583F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BB0131-B6C0-404C-ABCF-D63C0160E5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7B251A-C1A4-41D4-9591-DE26E147B4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84EACB-1B9B-44F1-9F78-DC5288FA47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4F5EE3-9A50-4C37-AE83-69322D51E1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05E828-0927-487B-B42D-DB2D5CF9536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F5EBEA-BB54-4392-97B7-76FB9240DEA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C3FCA3-CBAE-4483-AECD-2C76DFCDF27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632536-3526-466D-99B9-B2911890202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Adam Duguid,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2004-12-15T17:02:46Z</dcterms:modified>
  <cp:revision>33</cp:revision>
  <dc:subject/>
  <dc:title>PowerPoint Presentation</dc:title>
</cp:coreProperties>
</file>