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6871A23-9E0D-4961-82EB-42BFE262EFE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69134B6-298B-4399-A3CE-402466C1C5A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422F52A-354F-44DD-8903-0F9E0E82119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8D0C957-DAD3-4714-BE17-35B04EBDBAE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DAAD0F5-DF59-4EC6-8B74-B8302601115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CF93514-641B-4E98-8001-C8247E1517D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E41B729-C75F-4CE1-BF87-20AB1C24B1F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3B3DAFE-2528-4CFB-8535-BF6641AE7A7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0850714-F26A-47A8-B75C-C8EBA6C0138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82D33FF-70EA-419C-B06C-138611668F5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89EB7FC-4865-4F5C-AC71-8C2FECC2ED4B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34E5470-3960-47B6-B615-27D5E0F93BAD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7F17F32-DBA3-4B5F-96C1-A54A7B86028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14F751D-58EB-4FA5-92AA-F13F177325E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45E8FB4-0FED-4705-9069-F2A44003033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2259165-65C3-475E-BEBD-065358EFD1B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1884D24-8CC4-4137-B8A6-1B0FD163751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A73F9C0-4064-40F8-9D5C-E00FD890221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C749429-79D9-45CD-8446-79596EE7EF0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8A45F99-7ABB-490B-B65F-4BCE638D6E5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70CE288-6EF4-436E-9E37-32E612C52DD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37D95E5-9DEE-46DA-A3E9-EF591893147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BEC7014-00BE-49F7-B705-FDE2DD027974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DFA21A6-86C6-488A-AA10-25DBC6BEF2EA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10C44664-44AB-48D3-A106-23E65BBCFA05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9F1F8CF5-FCA3-4B75-8269-1C4134B67F14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Conceptual Design meeting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&lt;name&gt;, Project Manager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Agenda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Opening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PM = secretary (minutes)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3 presentations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Decision on remote control concepts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Closing (we have 40 minutes!)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Decisions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Components concept?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Energy?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Chip on print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Case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User interface concept?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Interface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Type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Supplements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Closing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Next meeting starts in 30 minutes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Individual actions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ID: the look-and-feel design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UID: the user-interface design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ME: product evaluation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800" spc="-1" strike="noStrike">
                <a:solidFill>
                  <a:srgbClr val="ffffff"/>
                </a:solidFill>
                <a:latin typeface="Tahoma"/>
              </a:rPr>
              <a:t>ID and UID work together on prototype using modeling clay</a:t>
            </a: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Specific instructions will be sent to you by your personal coach.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2004-11-11T20:39:26Z</dcterms:modified>
  <cp:revision>19</cp:revision>
  <dc:subject/>
  <dc:title>PowerPoint Presentation</dc:title>
</cp:coreProperties>
</file>