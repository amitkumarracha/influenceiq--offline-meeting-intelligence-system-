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DD6851-988E-4B9E-8F81-32ACE66EC1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195D93-EF5A-466F-939E-50134902B9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7A2CFA-CBEA-495A-9AF5-DCE6DD73E2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2C1CD4-E7AC-45C9-9E16-AB37C1C9A7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D52948-D88A-4D8C-82F1-60E0A2F099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750ADC-3008-4EC1-B680-876F46F6498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352C31-EC8E-4F2E-80AC-D6D8F3C11E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3983B4-6C6D-4AB4-95B3-CC697FA8B14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DC0D0C-4813-4BA5-96F9-DB5FA3D4B7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083D13-4D56-4D1E-BAA7-B698F72695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F1F64B-734D-4906-A3A0-6A438E7A1E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78CDA4-3683-476D-9B78-277B7D5D6C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341DD4-649A-4C4E-B170-16886623A3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673D6D-7D78-4E05-9FD7-0A2EEC349E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BB728D-3F22-41A6-AB2A-9C5328981C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3BE18C-9A93-4F39-8F2E-153CF0F93D9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28E70D-E4B8-4F73-BB8F-94B4244B5BE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F07762-8B33-4F8A-8606-3052CB1986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407977-20A6-45AE-BD90-710CAA91FB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99FF07-1D01-4A5C-950F-C0B5E95DD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5447DA-2688-48F3-9111-186914C53D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B21CDE-7A8B-4D5E-82E2-56B9CB380D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9A6862-4375-4DBC-BB1B-95AFB01293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E1F8DB-621D-4DC0-96F3-E25217A95AA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D7F0D8-3A7D-46D0-A2AF-D1C045A042C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B6973F0-F6D7-4E6E-BB46-368DBF6AAA3C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893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Energy Source -&gt; Sender------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Receiver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                  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                       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2700360" y="2133720"/>
            <a:ext cx="719280" cy="64764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"/>
          <p:cNvSpPr/>
          <p:nvPr/>
        </p:nvSpPr>
        <p:spPr>
          <a:xfrm>
            <a:off x="1763640" y="2205000"/>
            <a:ext cx="1295640" cy="1511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"/>
          <p:cNvSpPr/>
          <p:nvPr/>
        </p:nvSpPr>
        <p:spPr>
          <a:xfrm flipV="1">
            <a:off x="4067280" y="3213000"/>
            <a:ext cx="0" cy="50328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 flipV="1">
            <a:off x="4211640" y="2204640"/>
            <a:ext cx="0" cy="360360"/>
          </a:xfrm>
          <a:prstGeom prst="line">
            <a:avLst/>
          </a:prstGeom>
          <a:ln w="9360">
            <a:solidFill>
              <a:srgbClr val="ffffff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to control multiple appliances?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 we need many buttons?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More light bulbs on hand held device as indicators, too much power?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Joystick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250920" y="2133720"/>
            <a:ext cx="8280360" cy="36716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17928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7164360" y="278136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9" name=""/>
          <p:cNvGrpSpPr/>
          <p:nvPr/>
        </p:nvGrpSpPr>
        <p:grpSpPr>
          <a:xfrm>
            <a:off x="2700360" y="2924280"/>
            <a:ext cx="954000" cy="174600"/>
            <a:chOff x="2700360" y="2924280"/>
            <a:chExt cx="954000" cy="174600"/>
          </a:xfrm>
        </p:grpSpPr>
        <p:sp>
          <p:nvSpPr>
            <p:cNvPr id="110" name=""/>
            <p:cNvSpPr/>
            <p:nvPr/>
          </p:nvSpPr>
          <p:spPr>
            <a:xfrm>
              <a:off x="2700360" y="309708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>
              <a:off x="3078000" y="292428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3324240" y="309888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3" name=""/>
          <p:cNvSpPr/>
          <p:nvPr/>
        </p:nvSpPr>
        <p:spPr>
          <a:xfrm>
            <a:off x="4140360" y="278136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2340000" y="422100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4284720" y="494172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4693680" y="342900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7331400" y="364500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817360" y="33577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177200" y="227664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568880" y="479736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902320" y="551664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4" name=""/>
          <p:cNvGrpSpPr/>
          <p:nvPr/>
        </p:nvGrpSpPr>
        <p:grpSpPr>
          <a:xfrm>
            <a:off x="1547640" y="2708280"/>
            <a:ext cx="673200" cy="665280"/>
            <a:chOff x="1547640" y="2708280"/>
            <a:chExt cx="673200" cy="665280"/>
          </a:xfrm>
        </p:grpSpPr>
        <p:sp>
          <p:nvSpPr>
            <p:cNvPr id="125" name=""/>
            <p:cNvSpPr/>
            <p:nvPr/>
          </p:nvSpPr>
          <p:spPr>
            <a:xfrm>
              <a:off x="1798560" y="2708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987560" y="2859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547640" y="3052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1986120" y="3038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" name=""/>
          <p:cNvGrpSpPr/>
          <p:nvPr/>
        </p:nvGrpSpPr>
        <p:grpSpPr>
          <a:xfrm>
            <a:off x="3116160" y="973080"/>
            <a:ext cx="673200" cy="665280"/>
            <a:chOff x="3116160" y="973080"/>
            <a:chExt cx="673200" cy="665280"/>
          </a:xfrm>
        </p:grpSpPr>
        <p:sp>
          <p:nvSpPr>
            <p:cNvPr id="130" name=""/>
            <p:cNvSpPr/>
            <p:nvPr/>
          </p:nvSpPr>
          <p:spPr>
            <a:xfrm>
              <a:off x="3367080" y="9730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3556080" y="11239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3116160" y="13176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3554640" y="13032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4788000" y="3068640"/>
            <a:ext cx="2448000" cy="73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1042920" y="3068640"/>
            <a:ext cx="504720" cy="1224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522000" y="3952800"/>
            <a:ext cx="1600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User interface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763640" y="3357720"/>
            <a:ext cx="720720" cy="9349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987640" y="4581360"/>
            <a:ext cx="1297080" cy="7192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Different lights on the remote to notify which appliances are 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2004-12-15T19:03:21Z</dcterms:modified>
  <cp:revision>14</cp:revision>
  <dc:subject/>
  <dc:title>PowerPoint Presentation</dc:title>
</cp:coreProperties>
</file>