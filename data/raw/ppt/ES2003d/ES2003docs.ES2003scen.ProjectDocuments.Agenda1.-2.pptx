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E8ADB0-7A95-46BD-9642-E3FAF777A8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0DA54F-EFBC-4068-80CF-05DBAADF9C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6E24DC-4F94-4E9B-B5BC-0F66D5CA75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145FE4-450C-4E37-8C7C-0E914C8A0A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9FAF95-9CA0-4351-ABC7-0D345B35D3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39EF13-CD7D-4857-8CDD-3631821ADD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193387-4EA8-45DD-AD2B-C02DCE5A04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4B8C43-D56C-40B9-8A58-E8801777A7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9CF293-5F26-42DD-90FB-DE28FBB566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FD5B9D-2571-411E-BB6D-BC17448CA6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BE2EB4-55DB-4DBE-8D8A-A2EE43DB49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28831B-8F98-48BA-AD9E-ECD41C991C2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24EE03-75DF-43B1-8D8F-5E3009AFAD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1FFFE5-C1AB-4B53-88A3-372858FD6F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4682AF-9046-425A-BA0C-922578FE72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C3C427-E332-4157-A871-02CCDDE350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ED439D-5E65-4D0E-8A33-A50656FE09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CFD43E-D472-4DC7-82C0-8F1111BDDD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F4ADEB-A1F3-4167-B9A2-AB22528AAB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1EC6E8-AC54-4594-80AD-5E738D7AC7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821966-C671-4E85-9DA7-802AFDA699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79CA03-D1E4-4917-B279-2EDD291B3E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2BA73A-4726-406E-8500-8A9260DB4DF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0621E4-521F-433A-852B-5AF76F66224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AC760F-27B3-495E-97AD-4154966FA1C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ACE389A-AF6B-4F37-B4FD-1800B1C11C1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