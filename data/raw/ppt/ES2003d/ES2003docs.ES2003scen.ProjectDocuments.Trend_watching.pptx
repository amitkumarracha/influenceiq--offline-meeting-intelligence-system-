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F70E7B6-C815-482C-A23F-B861D256EC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7283AD-13EA-45AD-8F12-D24EBA51BA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452C95-204C-4AB8-8B11-3A5842F466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1D3DF4-5397-4291-B0CB-C3BF166678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1F8882-F201-4832-83C9-1A29DBEB4C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1854F1-AF7F-483D-B670-D294911D03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94F162-B996-42FD-804F-8C8B7DE291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045696-E3ED-4FF1-B8F3-27E1EB285B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490358-4B2C-45B3-8A63-EC0849399D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FED42D-7323-4569-BC49-6BB330006E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DC77B4-67BF-4E60-BA27-D64E141FAA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DB2A52-15BF-42F4-89DE-252F3C73A65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EDAC91-E526-4B89-9A1D-F1E157FD7A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E0F9CA-1199-468E-ABA5-622079FDA9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C04D92-0F17-4815-B6C3-13C58C983B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219E28-9441-4723-9615-6D14DF8FD8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EFCEF2-8462-4246-AEE7-3E1503DF6A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35C154-FBAB-48EB-8909-393F9A7333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D96D4D-879F-4CD4-AFAA-FCF15F2A6B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12EBEA-8B73-400A-96A8-A3BF0F2B9B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C2BB55-B304-4E3C-8BDF-A965C1C9578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521A80-7716-4902-ADDD-D04E9E9F54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B05A54-9D35-4E62-8499-85621E7F0B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0F3001-6983-4D98-B7EB-C4511A246F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7BDE58-9F9D-4F91-8B37-C31F0604117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8459EF-6F1D-45BB-A384-2F2D207A8D4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Ebenezer Ademisoye,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Compared functionality against appearance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Researched recently fashion trends from Europe 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 order of importance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Fancy look and feel instead of functional L&amp;F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Technological innovative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&amp; Veg. most important for clothes, shoes, furniture.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Spongy is the new black for material.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We want something fancy and technological innovative… what we need is something from the future but not tacky….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and veg for clothes and other stuff… two options: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Stay well away from fruit and veg.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Incorporate the whole idea into the product, e.g. a potato peeler.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practical is spongy material for an electrical product? How do LEDs fit in? Can stress it is long lasting!!!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2004-12-15T19:18:19Z</dcterms:modified>
  <cp:revision>9</cp:revision>
  <dc:subject/>
  <dc:title>PowerPoint Presentation</dc:title>
</cp:coreProperties>
</file>