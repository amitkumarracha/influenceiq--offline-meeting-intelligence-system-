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51F705-70A8-4546-AFEB-74BB54A653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38E2B1-2AEF-49C7-90AD-289A935343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A41A42-CD8C-4949-9B16-08108B85AB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833316-9EB6-4904-AE48-D1DB153878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44EE01-9ACB-4B27-AB0A-46ED164BAE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C28361-DA87-47D0-9294-B15565739A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E02A11-E638-4EEF-99DD-D46D575624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FAD5D0-45A4-4A5F-90E3-9BF119499B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B740E7-7157-4EE5-A5FA-A83B55DEDC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CC1F1C-452C-4626-B7C4-EE5F4BA87C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1FB0C0-0A3C-4E8F-A2B3-185C4B7F27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2547A3-613A-4A50-B1A2-7F3B0C7BA64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EA0F72-394F-4DE1-8D9D-6F88288441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4F01AA-30F7-46F6-A8D9-3E43FFDBAB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D6E1DB-6A9B-4C36-B634-E5BF7054E6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447D52-B51E-4443-BA38-27A7956CFF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2614F1-B00B-4679-8930-C44AEBF351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DBBA63-610F-44A5-BA20-5159E205A5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08BD4D-D3E3-4170-9730-3246B092F8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614907-9007-4BB2-8769-0B510BC360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A425AE-F0E7-40D4-BF68-2A2F49094A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DD7DFA-29FD-4E07-81D1-9BFFBBA18D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841A79-6FA9-4E35-9411-4C53AECAD1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1C45D8-A889-4A1F-A848-6296A28EF91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2CB84E-F8F0-438F-9129-114CC18936D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4A2131-166B-44C3-8ABD-4F9E920A996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Dave Cochran,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 have looked at previous RC models for general design principles and considered how they may be improved on.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A remote control sends commands to appliances, in order to save the user from getting out of the chair.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Two main trends in RC design practice;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Engineering focused – aims to cram in as many functions as possible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User focused – aims to make the device as simple and intuitive to use as possible, but at the expense of some (presumably marginal) functions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 paring functions down to the basics, those most commonly retained are;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Channel control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Play, pause, stop, rew, ff (rec for vcr)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 user-focused design, but sufficiently adaptive and programmable to allow the user to decide what functions are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 a small number of function buttons, plus joystick, with flexible functions – plus a display to inform the user what is set to do what.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2004-12-15T17:26:34Z</dcterms:modified>
  <cp:revision>9</cp:revision>
  <dc:subject/>
  <dc:title>PowerPoint Presentation</dc:title>
</cp:coreProperties>
</file>