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DFEE41-A100-4222-9336-9C629D04CD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892C70-BD22-44AA-8109-A23253D600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473869-D20E-4D0E-B16E-4233AD3D3F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415EE3-23FD-442A-B8A7-70607A21B0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62299E-2292-404C-9F7B-ADD721B432D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FDEF9B-4B96-492B-9E28-2285BEF19E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C01528-8DA1-4F3E-8B3B-FFEBC25BBB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D4BC11-A058-429E-A6E5-A9D7EF62EDA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4852ED-09EF-4654-B4C0-C04F2B418B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3DA777-9965-42DD-95B3-6E15D77CD2B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46C879-CC2E-4C48-AB27-28E4F3047F2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71C799-AEBA-4690-A1C3-C3E696223E7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B48BE2-42F3-40C8-B7C0-40AAA019CF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D25031-E7DE-4435-96A7-82593210C2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A39DE5-98D0-4607-9EB2-1F3889EC6C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01D734-A523-4CB3-9115-93C88E01EDA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9855C3-239B-490C-833D-1B3E6D2C08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00856A-836A-4120-B4F5-218B9F08E01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4D5AAE-BFD6-4D4F-87E9-667269FADA3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5E069A-B10E-4844-9D01-BEF27BC614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3DB78C-7DAD-406F-BA9C-69042B38BB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600DB3-92C2-4CF5-991B-4C6783724F5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6700A6-ED6B-44FE-AF82-C38F8FD80CF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8E62A5-9428-4C73-ADE9-5424CF81433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F9B48B2-5E28-48A7-BE4C-F7F8158BBD8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3A3DDB5-66E6-4650-B428-349AE57DDA4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Adam,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New User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Teletext has become outdated, due to the popularity of the Internet.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remote control should only be used for the television, otherwise the project becomes more complex, which endangers the time-to-market.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Our corporate image should stay recognizable in our products. Our corporate </a:t>
            </a:r>
            <a:r>
              <a:rPr b="0" i="1" lang="en-US" sz="2800" spc="-1" strike="noStrike">
                <a:solidFill>
                  <a:srgbClr val="ffffff"/>
                </a:solidFill>
                <a:latin typeface="Tahoma"/>
              </a:rPr>
              <a:t>color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and </a:t>
            </a:r>
            <a:r>
              <a:rPr b="0" i="1" lang="en-US" sz="2800" spc="-1" strike="noStrike">
                <a:solidFill>
                  <a:srgbClr val="ffffff"/>
                </a:solidFill>
                <a:latin typeface="Tahoma"/>
              </a:rPr>
              <a:t>slogan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must be implemented in the new design as can be seen below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2004-12-15T18:03:10Z</dcterms:modified>
  <cp:revision>21</cp:revision>
  <dc:subject/>
  <dc:title>PowerPoint Presentation</dc:title>
</cp:coreProperties>
</file>