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jpeg" ContentType="image/jpeg"/>
  <Override PartName="/ppt/media/image2.jpeg" ContentType="image/jpe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334D86E-8890-48D4-9634-F6A306A0D41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F2E2E6F-ABFE-4340-A211-030E2E58FD4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12D7B6F-9240-41D3-88FB-912FCE7F5BB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AE9D316-D989-44C1-874B-11EBCD34382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B9DEB2C-9DE3-40DD-A256-12C1F4A613B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A1281E3-1839-4753-A7EB-1B439037A78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4AADFD6-2CA0-4847-B323-B229135DFDA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7E4D470-76D1-46F7-8301-FE359013DC6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1CF9F07-95A6-4DBB-9464-4C4F17A7A99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EA18319-5F1C-4BD5-8258-E0F3B197913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0EDE930-9215-4832-AE6E-DCB156A6ECC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F2A0D7E-D698-43FA-9020-8D7ABE2A44E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67F161F-DA68-4117-A51C-1D500BDFEF7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9D5C582-9456-4046-A3B7-145D9387193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7D3D486-1887-4C1E-A2CB-63C4DBA7E4D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CF79592-B82C-4827-AD88-E7BE0EAA5BE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69315A5-52B1-4AC0-92DD-1F0B278432D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031AE8B-7F88-480F-A5E7-6D73B5103BE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396CC87-F054-47BC-B689-B5053105CE7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BE74F30-CDF9-4B29-97D6-6F4A88862B8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049852C-C607-4282-ACBF-378C5F6C309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3D180DC-10D9-475E-B04B-D3188CCF818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458937E-C996-42E4-B7D9-7DD65378E47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29DA909-E38C-4DD3-9CBD-0C5FCCCAAFC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E83132B-6B13-4276-A594-052D4DB631B7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0B77DE3-CA14-4C7E-9AB2-168458DB65DC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Tarik Rahman, 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case (properties: solid; material: hard plastic)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Infra red transmitter (off the shelf)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joystick (material: plastic)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buttons (rubber, plastic, touch)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Batteries (off the shelf) –sufficient for l.e.d., speaker, and buttons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LCD screen(plastic cover)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68360" y="2599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Internal Components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3848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translate key-press into infrared light signals that are received by the TV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chip detects key press, translates the key into that key’s signal and sends signal to Txer to amplify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0" name="" descr=""/>
          <p:cNvPicPr/>
          <p:nvPr/>
        </p:nvPicPr>
        <p:blipFill>
          <a:blip r:embed="rId1"/>
          <a:stretch/>
        </p:blipFill>
        <p:spPr>
          <a:xfrm>
            <a:off x="4648320" y="2374920"/>
            <a:ext cx="4038480" cy="2976480"/>
          </a:xfrm>
          <a:prstGeom prst="rect">
            <a:avLst/>
          </a:prstGeom>
          <a:ln w="0">
            <a:noFill/>
          </a:ln>
        </p:spPr>
      </p:pic>
      <p:sp>
        <p:nvSpPr>
          <p:cNvPr id="101" name=""/>
          <p:cNvSpPr/>
          <p:nvPr/>
        </p:nvSpPr>
        <p:spPr>
          <a:xfrm>
            <a:off x="5435640" y="1700280"/>
            <a:ext cx="431640" cy="1224000"/>
          </a:xfrm>
          <a:prstGeom prst="line">
            <a:avLst/>
          </a:prstGeom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2" name=""/>
          <p:cNvSpPr/>
          <p:nvPr/>
        </p:nvSpPr>
        <p:spPr>
          <a:xfrm>
            <a:off x="5724360" y="1413000"/>
            <a:ext cx="863640" cy="368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chip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" name=""/>
          <p:cNvSpPr/>
          <p:nvPr/>
        </p:nvSpPr>
        <p:spPr>
          <a:xfrm>
            <a:off x="5292720" y="1268280"/>
            <a:ext cx="1366920" cy="368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chip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" name=""/>
          <p:cNvSpPr/>
          <p:nvPr/>
        </p:nvSpPr>
        <p:spPr>
          <a:xfrm>
            <a:off x="4500720" y="1700280"/>
            <a:ext cx="718920" cy="368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chip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3848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4000"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For each button there is a black conductive disk. When the disk touches the contacts on the printed circuit board, it connects them and the chip can sense that connection.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7" name="" descr=""/>
          <p:cNvPicPr/>
          <p:nvPr/>
        </p:nvPicPr>
        <p:blipFill>
          <a:blip r:embed="rId1"/>
          <a:stretch/>
        </p:blipFill>
        <p:spPr>
          <a:xfrm>
            <a:off x="4648320" y="1963800"/>
            <a:ext cx="4038480" cy="3797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80000"/>
              </a:lnSpc>
              <a:spcBef>
                <a:spcPts val="4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Tahoma"/>
              </a:rPr>
              <a:t>Battery: i) a hand dynamo 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US" sz="20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US" sz="20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US" sz="2000" spc="-1" strike="noStrike">
                <a:solidFill>
                  <a:srgbClr val="ffffff"/>
                </a:solidFill>
                <a:latin typeface="Tahoma"/>
              </a:rPr>
              <a:t>ii) kinetic 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Tahoma"/>
              </a:rPr>
              <a:t>             </a:t>
            </a:r>
            <a:r>
              <a:rPr b="0" lang="en-US" sz="2000" spc="-1" strike="noStrike">
                <a:solidFill>
                  <a:srgbClr val="ffffff"/>
                </a:solidFill>
                <a:latin typeface="Tahoma"/>
              </a:rPr>
              <a:t>iii) use of solar cells. 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4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Tahoma"/>
              </a:rPr>
              <a:t>Case: -&gt; Shape i) uncurved (flat)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Tahoma"/>
              </a:rPr>
              <a:t>                           </a:t>
            </a:r>
            <a:r>
              <a:rPr b="0" lang="en-US" sz="2000" spc="-1" strike="noStrike">
                <a:solidFill>
                  <a:srgbClr val="ffffff"/>
                </a:solidFill>
                <a:latin typeface="Tahoma"/>
              </a:rPr>
              <a:t>ii) single curved or even double curved. 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ffff"/>
                </a:solidFill>
                <a:latin typeface="Tahoma"/>
              </a:rPr>
              <a:t>            </a:t>
            </a:r>
            <a:r>
              <a:rPr b="0" lang="en-GB" sz="2000" spc="-1" strike="noStrike">
                <a:solidFill>
                  <a:srgbClr val="ffffff"/>
                </a:solidFill>
                <a:latin typeface="Tahoma"/>
              </a:rPr>
              <a:t>-&gt; Material i) plastic, rubber, wood, titanium (not double curved)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4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ffff"/>
                </a:solidFill>
                <a:latin typeface="Tahoma"/>
              </a:rPr>
              <a:t>Buttons – scroll wheel, LCD, rubber (if double curve rubber, must use rubber buttons)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4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ffff"/>
                </a:solidFill>
                <a:latin typeface="Tahoma"/>
              </a:rPr>
              <a:t>Chip – button -&gt; simple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ffff"/>
                </a:solidFill>
                <a:latin typeface="Tahoma"/>
              </a:rPr>
              <a:t>          </a:t>
            </a:r>
            <a:r>
              <a:rPr b="0" lang="en-GB" sz="2000" spc="-1" strike="noStrike">
                <a:solidFill>
                  <a:srgbClr val="ffffff"/>
                </a:solidFill>
                <a:latin typeface="Tahoma"/>
              </a:rPr>
              <a:t>scroll wheel -&gt; regular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ffff"/>
                </a:solidFill>
                <a:latin typeface="Tahoma"/>
              </a:rPr>
              <a:t>             </a:t>
            </a:r>
            <a:r>
              <a:rPr b="0" lang="en-GB" sz="2000" spc="-1" strike="noStrike">
                <a:solidFill>
                  <a:srgbClr val="ffffff"/>
                </a:solidFill>
                <a:latin typeface="Tahoma"/>
              </a:rPr>
              <a:t>LCD -&gt; advanced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2004-12-15T19:36:42Z</dcterms:modified>
  <cp:revision>11</cp:revision>
  <dc:subject/>
  <dc:title>PowerPoint Presentation</dc:title>
</cp:coreProperties>
</file>