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15BA8-8675-48A9-A1FF-FC2E406F80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27F02-B98E-4920-84C9-0F5CB7805C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0D17A-95E4-4341-91DF-B91EBA3D4F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D5BEA9-6F56-4438-A79A-AB807DCF3E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9FCDC5-EED4-4748-9BDD-EF86450E1D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BE277D-8233-45CC-8353-25EC591FE2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49E034-E535-4BD7-AC4D-C7FF7F3B3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41EE53-3C79-4C37-8988-BB2F913D85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31545-83F1-4D9B-AA07-5DBC1FEE8D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C246A4-4341-4DEC-8649-F2D4DAA2C7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170F1C-6972-4D30-8898-254E2489EE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7925EC-6844-4959-AC35-5E7D0DDD71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26FB13-0BE8-4600-83B6-F6B02037CF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537016-A1BD-4ADE-B09C-3CA1874C28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3466AE-6D18-44B2-AFE8-71BD153794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BA7E1C-CB7A-4446-8928-399D0A3284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5914CE-2675-488C-BE18-AC65C22DBB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EFEF70-7DFA-48CD-82BD-0E8F19973A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EB04FD-DAB1-4D04-AD01-A8B05E3A5A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34F7F4-4D10-4086-A77C-5C31865B77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4CF2AB-1856-47C0-BE3E-66FA558D3E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69F5A9-E995-4431-833F-FCCCF02C6B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DE7F7-E011-41DC-875F-122A1116F2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274FD9-1715-4F2B-A8E4-2F3B266A58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340F7B-D79C-482E-93B5-B32BE4389E9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E0BDD8-0E02-4994-806D-AD25ECB848D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User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must be implemented in the new design as can be seen below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2004-12-15T18:03:10Z</dcterms:modified>
  <cp:revision>21</cp:revision>
  <dc:subject/>
  <dc:title>PowerPoint Presentation</dc:title>
</cp:coreProperties>
</file>