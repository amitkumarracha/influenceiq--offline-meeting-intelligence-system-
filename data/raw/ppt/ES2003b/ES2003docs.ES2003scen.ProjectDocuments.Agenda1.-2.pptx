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920B5B-6C36-4A0D-A607-47FD84443E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828161-D283-45B8-8F78-ADBECF745F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58D3E7-5D6A-4D18-996B-75233B720D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2919ED-0947-460F-8A46-127B35310B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100E4B-E758-48A9-BDA2-2D0C19494C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7874C5-2D74-44D7-A160-0133673450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1639A2-EEF2-4EBC-AFA6-E67C975D84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B8385C-753E-47E4-B63A-D4715ECEE3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18CE02-FAF6-4418-94B8-D9451236DB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BC69A0-F68F-4A6E-950A-FBC3EE18FB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19C637-159D-4655-A8E5-7BD03E409FC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F20958-7540-4966-9289-6E03982812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9A7EA9-9669-42AC-B05B-F091A8F071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D84CBE-0625-45D7-842A-EDE3F183DC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5016FE-2471-46B8-85F4-5C7A6044D0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1B968A-86A0-4FAB-8B5C-E62BEC4F7A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BECF56-C467-4577-8360-9FC9803B2F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D18F72-5A77-4292-9CE4-0F23D9AB56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26AB69-F4DF-499D-A6D1-DEACBA2C50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0DDCB2-1080-4BF1-8D99-84D5C8D922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037A83-321A-45AF-981D-DA697D8480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CF7110-F51A-4324-A1FF-279427D8D3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866B24-31F2-41CC-8A88-E6BFFAF94A7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0C42B4-5008-40FE-8C9F-4A07BEC64E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88E1B4-DDAB-4830-8A45-46F1CA477CB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8390B4-3935-4DC9-8F69-0CDF9697FE8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