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2DA814-6ECB-44BF-9B08-55F0458B8D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726DC9-0E02-4DC2-A40B-8B29207292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C6DDAD-0055-47ED-91CF-96B2DCE5FF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A470E7-7884-49B4-8933-46F801F4173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E4F215-8515-47E8-B1D3-958F11DFACE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6CDF59-CDEF-409B-90CA-CE52584149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D3B99E-51D7-44C5-A381-153D752194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6BFB1B-5B26-416D-883A-2276D6CBF4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8616D6-D86C-4571-A7C9-8320CFB2E7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313849-DD8C-4182-8914-701E544A5F6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6F78B7-A780-4B4F-B043-CEA5AA9F914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0A4DA6-D477-424E-B075-7A33BF6CB02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A5865A-4C97-4EC1-B079-D6D8C3685AE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7AE44F-626D-4D7D-BAC2-4C41C6D98E5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F5A761-8FE8-4EA0-A23E-03230D6A61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E1F0D3-4576-4C8A-B2B7-EF72BDF5745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90A661-2CA3-41DF-A19F-9AD3C33E95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7F899F-7B52-4FC0-A3BE-EDA4DF8FFF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36DF12-8763-46EE-933D-9573F329D08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A242E1-40AF-460C-8B10-112FECD2AD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8EFB28-2785-4CAE-890D-19CE1A5FD4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A150C0-ACC8-40B5-BB9F-73F37CB6534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39E074-909A-4779-B351-AC643DAA3A6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DFC790-BED9-4B5F-8AF9-3E4787294CB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0F65E55-B8AD-4D59-83F5-8B2396CC7C53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750B6E3-4520-46D2-B577-3A2B384A3625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Tarik Rahman,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8939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Energy Source -&gt; Sender------</a:t>
            </a:r>
            <a:r>
              <a:rPr b="0" lang="en-GB" sz="2800" spc="-1" strike="noStrike">
                <a:solidFill>
                  <a:srgbClr val="ffffff"/>
                </a:solidFill>
                <a:latin typeface="Wingdings"/>
                <a:ea typeface="Wingdings"/>
              </a:rPr>
              <a:t>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Receiver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                                              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                            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                       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User 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"/>
          <p:cNvSpPr/>
          <p:nvPr/>
        </p:nvSpPr>
        <p:spPr>
          <a:xfrm>
            <a:off x="2700360" y="2133720"/>
            <a:ext cx="719280" cy="64764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"/>
          <p:cNvSpPr/>
          <p:nvPr/>
        </p:nvSpPr>
        <p:spPr>
          <a:xfrm>
            <a:off x="1763640" y="2205000"/>
            <a:ext cx="1295640" cy="151128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"/>
          <p:cNvSpPr/>
          <p:nvPr/>
        </p:nvSpPr>
        <p:spPr>
          <a:xfrm flipV="1">
            <a:off x="4067280" y="3213000"/>
            <a:ext cx="0" cy="50328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"/>
          <p:cNvSpPr/>
          <p:nvPr/>
        </p:nvSpPr>
        <p:spPr>
          <a:xfrm flipV="1">
            <a:off x="4211640" y="2204640"/>
            <a:ext cx="0" cy="36036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 we need to control multiple appliances?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 we need many buttons?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More light bulbs on hand held device as indicators, too much power?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Joystick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 the elements on the next slide (copy paste) to form the right schema of the working of the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Be inspired by the illustration on the web page Working_design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"/>
          <p:cNvSpPr/>
          <p:nvPr/>
        </p:nvSpPr>
        <p:spPr>
          <a:xfrm>
            <a:off x="250920" y="2133720"/>
            <a:ext cx="8280360" cy="367164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"/>
          <p:cNvSpPr/>
          <p:nvPr/>
        </p:nvSpPr>
        <p:spPr>
          <a:xfrm>
            <a:off x="179280" y="26028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8" name=""/>
          <p:cNvSpPr/>
          <p:nvPr/>
        </p:nvSpPr>
        <p:spPr>
          <a:xfrm>
            <a:off x="7164360" y="2781360"/>
            <a:ext cx="60948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9" name=""/>
          <p:cNvGrpSpPr/>
          <p:nvPr/>
        </p:nvGrpSpPr>
        <p:grpSpPr>
          <a:xfrm>
            <a:off x="2700360" y="2924280"/>
            <a:ext cx="954000" cy="174600"/>
            <a:chOff x="2700360" y="2924280"/>
            <a:chExt cx="954000" cy="174600"/>
          </a:xfrm>
        </p:grpSpPr>
        <p:sp>
          <p:nvSpPr>
            <p:cNvPr id="110" name=""/>
            <p:cNvSpPr/>
            <p:nvPr/>
          </p:nvSpPr>
          <p:spPr>
            <a:xfrm>
              <a:off x="2700360" y="309708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" name=""/>
            <p:cNvSpPr/>
            <p:nvPr/>
          </p:nvSpPr>
          <p:spPr>
            <a:xfrm>
              <a:off x="3078000" y="292428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>
              <a:off x="3324240" y="309888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3" name=""/>
          <p:cNvSpPr/>
          <p:nvPr/>
        </p:nvSpPr>
        <p:spPr>
          <a:xfrm>
            <a:off x="4140360" y="278136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>
            <a:off x="2340000" y="422100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4284720" y="4941720"/>
            <a:ext cx="84600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4693680" y="342900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7331400" y="364500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2817360" y="33577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177200" y="227664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1568880" y="479736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2902320" y="551664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24" name=""/>
          <p:cNvGrpSpPr/>
          <p:nvPr/>
        </p:nvGrpSpPr>
        <p:grpSpPr>
          <a:xfrm>
            <a:off x="1547640" y="2708280"/>
            <a:ext cx="673200" cy="665280"/>
            <a:chOff x="1547640" y="2708280"/>
            <a:chExt cx="673200" cy="665280"/>
          </a:xfrm>
        </p:grpSpPr>
        <p:sp>
          <p:nvSpPr>
            <p:cNvPr id="125" name=""/>
            <p:cNvSpPr/>
            <p:nvPr/>
          </p:nvSpPr>
          <p:spPr>
            <a:xfrm>
              <a:off x="1798560" y="270828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" name=""/>
            <p:cNvSpPr/>
            <p:nvPr/>
          </p:nvSpPr>
          <p:spPr>
            <a:xfrm>
              <a:off x="1987560" y="285912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"/>
            <p:cNvSpPr/>
            <p:nvPr/>
          </p:nvSpPr>
          <p:spPr>
            <a:xfrm>
              <a:off x="1547640" y="305280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"/>
            <p:cNvSpPr/>
            <p:nvPr/>
          </p:nvSpPr>
          <p:spPr>
            <a:xfrm>
              <a:off x="1986120" y="30384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9" name=""/>
          <p:cNvGrpSpPr/>
          <p:nvPr/>
        </p:nvGrpSpPr>
        <p:grpSpPr>
          <a:xfrm>
            <a:off x="3116160" y="973080"/>
            <a:ext cx="673200" cy="665280"/>
            <a:chOff x="3116160" y="973080"/>
            <a:chExt cx="673200" cy="665280"/>
          </a:xfrm>
        </p:grpSpPr>
        <p:sp>
          <p:nvSpPr>
            <p:cNvPr id="130" name=""/>
            <p:cNvSpPr/>
            <p:nvPr/>
          </p:nvSpPr>
          <p:spPr>
            <a:xfrm>
              <a:off x="3367080" y="97308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" name=""/>
            <p:cNvSpPr/>
            <p:nvPr/>
          </p:nvSpPr>
          <p:spPr>
            <a:xfrm>
              <a:off x="3556080" y="112392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" name=""/>
            <p:cNvSpPr/>
            <p:nvPr/>
          </p:nvSpPr>
          <p:spPr>
            <a:xfrm>
              <a:off x="3116160" y="131760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"/>
            <p:cNvSpPr/>
            <p:nvPr/>
          </p:nvSpPr>
          <p:spPr>
            <a:xfrm>
              <a:off x="3554640" y="13032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4" name=""/>
          <p:cNvSpPr/>
          <p:nvPr/>
        </p:nvSpPr>
        <p:spPr>
          <a:xfrm>
            <a:off x="4788000" y="3068640"/>
            <a:ext cx="2448000" cy="730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 flipH="1">
            <a:off x="1042920" y="3068640"/>
            <a:ext cx="504720" cy="1224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522000" y="3952800"/>
            <a:ext cx="160092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User interface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1763640" y="3357720"/>
            <a:ext cx="720720" cy="9349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"/>
          <p:cNvSpPr/>
          <p:nvPr/>
        </p:nvSpPr>
        <p:spPr>
          <a:xfrm>
            <a:off x="2987640" y="4581360"/>
            <a:ext cx="1297080" cy="7192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Different lights on the remote to notify which appliances are 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2004-12-15T19:03:21Z</dcterms:modified>
  <cp:revision>14</cp:revision>
  <dc:subject/>
  <dc:title>PowerPoint Presentation</dc:title>
</cp:coreProperties>
</file>