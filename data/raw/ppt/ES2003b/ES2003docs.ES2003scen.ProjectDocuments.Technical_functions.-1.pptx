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A2F96C-1D59-4ECD-A618-F528C0360C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5D5A86-6188-4468-B0D4-9896097673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E968F4-8BB4-459B-8E33-0FEF0E6C2C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6C5B53-F4A4-4D59-9ECC-FBD0DA4649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33DAFD-BD21-45E8-9D8D-CB020CE3E7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2A268-7905-4608-AD54-5D89FA104E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0389E4-B9E5-4563-ACFE-746D7C05A1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2BB030-3FA4-4775-BFA1-FBB7D12668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1097C9-87DC-4E1A-BED5-78732601F5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BF6953-2E59-4022-89B1-248209D924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FC024-A44A-421F-9CC1-508BABCC03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0C4558-8F1A-4F42-A3F5-03713A10CA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DC0574-F817-4BC8-8DE2-0B44D2C6FB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2FCCA9-4716-4D4B-B533-B728239D4F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A0CE0B-9E00-4D83-9855-FFC631C7EE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CD4561-203B-4EE1-91F7-8364B4B83A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DE3629-A45C-4DA9-89A9-2AE00FF919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A31461-BA54-44AC-8729-5FBEEA164C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FD15EA-B7CD-4F30-B232-706356CB2E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3B067A-9CB1-40FB-8373-0ADA4D8A0C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F1FF0E-46AF-46C9-AAB3-DD534CCE9F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413EA1-46D7-49AB-86EC-5D53842A68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EF6A76-307C-436B-BD2A-A2444DF315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680A73-709D-4E3B-B501-70ACAD0DFC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57F3B4-EC2C-4C39-AB5B-D1D6606FFF3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4DF44B-57F3-4929-B279-BE6DAA56DD0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Dave Cochran,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have looked at previous RC models for general design principles and considered how they may be improved on.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A remote control sends commands to appliances, in order to save the user from getting out of the chair.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Two main trends in RC design practice;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Engineering focused – aims to cram in as many functions as possible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User focused – aims to make the device as simple and intuitive to use as possible, but at the expense of some (presumably marginal) functions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 paring functions down to the basics, those most commonly retained are;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Channel control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Play, pause, stop, rew, ff (rec for vcr)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 user-focused design, but sufficiently adaptive and programmable to allow the user to decide what functions are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 a small number of function buttons, plus joystick, with flexible functions – plus a display to inform the user what is set to do what.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2004-12-15T17:26:34Z</dcterms:modified>
  <cp:revision>9</cp:revision>
  <dc:subject/>
  <dc:title>PowerPoint Presentation</dc:title>
</cp:coreProperties>
</file>