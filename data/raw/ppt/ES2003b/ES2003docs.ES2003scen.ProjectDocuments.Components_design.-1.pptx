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BCBCD0-3686-4C56-A598-FEF3B8FD16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F20FD4-F0C7-4026-9AC7-6E9150E224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85579-A3AF-4154-A1B4-785821B098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B0F98-3A0B-4D18-A9F2-9DBCC692F9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D7007-A027-485C-BE94-4F7CDAD47D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E90E34-75C9-43E6-A934-00EC8CF902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E22F0C-5663-49E4-887B-9C831703E6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CB517B-0B29-4218-B5D7-93B4C96CD5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2BE3C-0ADE-445F-8418-6439DE5842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3BEBA-D487-45F3-8D2A-CC799B4FF6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75641-1CFF-4F5F-943F-5C12494DEC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3E6C24-AB59-49C6-A4C7-F56FF646F8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25E4EC-8954-42EC-B82A-FF14340E78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A86370-5D99-4DA7-BFC3-ACE7B6D3BF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168681-2984-4CC1-B6AC-515A5C13B3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2D166-4636-4EEC-988D-F364A263DF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5E3869-BA60-47CA-A7DB-32342A8642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34D631-1C88-43E0-91CA-82A36246BE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CAB3B7-7DD1-40A0-8C39-C2B27D4051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9C21F3-B8FD-49B6-8BB3-7D39EB5FA7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2693F-32B2-46C2-8121-A40E285B45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881E2F-7F7B-4216-A6C0-414D100E4C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05514-E075-432E-99F9-DAE0440191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E445F-5901-4E79-9A87-1110EAFE66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8804AF-1EA7-47B5-9084-640E7DD157C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BF64DC-7F9A-4A13-9C1D-2EAA62C3F9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 (properties: solid; material: hard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Infra red transmitter (off the shelf)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joystick (material: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buttons (rubber, plastic, touch)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Batteries (off the shelf) –sufficient for l.e.d., speaker, and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screen(plastic cover)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Internal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translate key-press into infrared light signals that are received by the TV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chip detects key press, translates the key into that key’s signal and sends signal to Txer to amplify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648320" y="2374920"/>
            <a:ext cx="4038480" cy="297648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435640" y="1700280"/>
            <a:ext cx="431640" cy="12240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5724360" y="1413000"/>
            <a:ext cx="863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292720" y="1268280"/>
            <a:ext cx="1366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4500720" y="1700280"/>
            <a:ext cx="718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For each button there is a black conductive disk. When the disk touches the contacts on the printed circuit board, it connects them and the chip can sense that connection.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648320" y="1963800"/>
            <a:ext cx="4038480" cy="379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Battery: i) a hand dynamo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kinetic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iii) use of solar cells.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Case: -&gt; Shape i) uncurved (flat)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 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single curved or even double curved.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-&gt; Material i) plastic, rubber, wood, titanium (not double curved)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Buttons – scroll wheel, LCD, rubber (if double curve rubber, must use rubber buttons)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Chip – button -&gt; simple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scroll wheel -&gt; regular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LCD -&gt; advanced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2004-12-15T19:36:42Z</dcterms:modified>
  <cp:revision>11</cp:revision>
  <dc:subject/>
  <dc:title>PowerPoint Presentation</dc:title>
</cp:coreProperties>
</file>