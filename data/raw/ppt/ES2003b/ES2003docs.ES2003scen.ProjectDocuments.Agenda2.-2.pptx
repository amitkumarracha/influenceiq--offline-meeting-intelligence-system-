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11A995D-263E-4C64-A2CD-1FC86BAC17D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DEABED3-6E95-49A1-A532-F89482F93C8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93C5636-F186-42E9-BBE6-4260E43184F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FBF2DE0-C012-427F-AC51-64F6B992638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BB3EBBB-8B14-4F6B-84AB-C0E467EE33C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BB8EA58-156A-414F-B1CC-86EF1590C19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1D15CA2-6C93-4E87-A08C-AE4993A6F22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F88B964-730A-4CCA-987C-726ADEAEA66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C504B0A-EFF9-44AE-804D-CF2E9BD08E2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9E6805B-2EFF-4571-92E8-E7931AF43C0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CDAC29B-6225-45A9-BE5F-F3FCFECBD428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2F2BB2E-A0F3-4605-9BEF-7B39548E1454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B7DDDE8-AC3A-4440-A559-4AE1BE1DAA8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8869CFF-3F28-47E7-A2A9-ED389C40CA7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7459081-215A-4D3B-A48A-597C0ABEDAB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8A54D2F-E64C-4C23-87F3-080F811A4D4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5D852FB-909A-4601-BD93-CBD2250DA4C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39F87A3-A262-44A0-A1A3-094B955828E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B7ED666-4DB0-452A-A610-54D1B3CED93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819F912-A13F-40F9-B876-C8CD4D6D727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536BA58-6760-4C4A-A947-5D7ED2B3A74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54E5F0F-B99D-429D-844B-65A96774171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A23B234-3F35-404D-9336-A86AFA48F833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3967191-4C10-42F1-A3F9-52B959E42965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EA6F81F-3186-45A2-86DB-7B7F6BFA3C5C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F67F5B26-D61F-43D4-AE49-58A55C3E1128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Conceptual Design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&lt;name&gt;,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PM = secretary (minutes)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3 presentations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Decision on remote control concepts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40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Decisions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Components concept?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Energy?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Chip on print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Case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User interface concept?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Interface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Type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Supplements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Next meeting starts in 30 minutes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ID: the look-and-feel design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UID: the user-interface design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ME: product evaluation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800" spc="-1" strike="noStrike">
                <a:solidFill>
                  <a:srgbClr val="ffffff"/>
                </a:solidFill>
                <a:latin typeface="Tahoma"/>
              </a:rPr>
              <a:t>ID and UID work together on prototype using modeling clay</a:t>
            </a: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Specific instructions will be sent to you by your personal coach.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2004-11-11T20:39:26Z</dcterms:modified>
  <cp:revision>19</cp:revision>
  <dc:subject/>
  <dc:title>PowerPoint Presentation</dc:title>
</cp:coreProperties>
</file>