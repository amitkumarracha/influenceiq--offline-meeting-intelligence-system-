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032EB4F-6479-4C6E-9860-D3F587CBD43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D1727F0-B0EE-47EB-98CF-7DFA68B961A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E8B48EF-162E-41D9-A01D-BD41A73B6DE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FDA5502-F784-40D6-B932-CBE3637F890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C2906D8-966D-4F1F-B185-982ADC75B74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E42A13B-8417-43B7-8D9C-9C0BF982820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F34CBC7-B915-4A3C-98D1-FCBF0892BD0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12D5445-ABC6-4BBE-ACE7-143C0F54C5E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C988EDE-1FEE-4E57-A1EF-0A392DC22A8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DA4AA77-8207-464B-9D04-56AC1DFEF57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B74F604-86D0-41C3-B0B5-8CA543AAC0F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0A86BE2-D5A5-4BB5-82AB-9F9B5DFDC3F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44ED287-4327-4AF8-A974-D0E0284F52E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0FDE061-6FC5-46E5-BDC6-C553337904A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39FCD12-A9DC-4C3A-8329-8A085D4BC8B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3E85948-8472-4202-AE02-9E6FEE2F088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1548921-30AC-4BFF-9332-79443D71B66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6C9647C-5821-438D-921E-A9E05459F88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D948BDB-13E6-4580-80C2-9B8A74B32A5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2EAE236-487E-42B3-9168-4717DB38FE4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2978E55-19BB-475D-9F02-4464CE973A4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6AEAE54-E5C7-4AF8-9052-4A830AA8932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B6CF951-744D-4755-B708-3ABAF51AD23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59564FA-0207-4C12-8DA1-487226B7D11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368BF91-D887-451E-9C30-D61665E879DC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D14E36A-9E03-42EB-AF1B-2D5C0B015544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Conceptual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Adam,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concepts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Decisions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Components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Energy?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Chip on print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Case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Interface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Type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Supplements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look-and-feel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user-interface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product evaluation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pc="-1" strike="noStrike">
                <a:solidFill>
                  <a:srgbClr val="ffffff"/>
                </a:solidFill>
                <a:latin typeface="Tahoma"/>
              </a:rPr>
              <a:t>ID and UID work together on prototype using modeling clay</a:t>
            </a: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2004-12-15T19:32:11Z</dcterms:modified>
  <cp:revision>20</cp:revision>
  <dc:subject/>
  <dc:title>PowerPoint Presentation</dc:title>
</cp:coreProperties>
</file>