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39B0CA-39CF-4771-A347-D46D56BBCB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782ADE-2931-4835-9463-8F578222DC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3A2408-688F-42CD-8548-580BD88AD0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CFEF0C-E11B-4638-BB8F-DE8072969E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E2F81B-2E7E-46DD-B75E-608E8AEED0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66C12C-10E1-4886-9509-673E772E6F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139D52-2B36-47BB-BD74-3E58B81BDC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8DAD9F-A31D-4344-941C-A0966B3885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BF82D3-964C-488D-B5A5-176CA031F1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06B66B-3EE2-4BD3-BC18-38F7AB7C3E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527129-8AFC-44DB-9C96-5D1B506051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C71219-3D9D-43EC-AB02-76A4AD973C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ED804A-4BF4-4163-890E-BD5C2443BD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A40643-8482-4182-8C0A-35551D0E0E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97942B-E978-4B14-A6E4-0E297D7975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FB5F4B-E4AC-4B4E-A29E-9BE072F0D5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9FC55E-8C6E-4965-A20C-1BEC38C313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59FE1A-0E73-4F02-9E0E-98F2E485AF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09A51C-D0BD-4DA9-8084-7671C030B5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00E65B-269C-4132-BE67-A3BC0CD173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B19F6F-4A76-4330-A8A2-1B4CE3112E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98CC02-A825-4704-A648-40FF4267F3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4F3FB9-3567-41E6-9D65-FCB38E1B32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9BA2DA-0A7C-4465-8EFD-69B66060714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0C2FCB-832B-410F-AEA8-E3C3D62A2808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B6A563-10D7-4F86-9AAC-707249BB3DDF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Ebenezer,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673200" y="1816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Asked 100 people what the thought about remote controls…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a lot of complaints as there were open end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some good reactions to specific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Remotes are often lost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Most buttons are not even used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Takes too long to master (34%),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people between the age of 15-25 would love to have voice recognition. And want fancy pretty remotes.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 exists already and is available as open source so there is no need to spend huge amounts in R&amp;D. Yes it is sketchy at times but this is limited vocabulary.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Kill 3 proverbial birds.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People will buy it but is it practical and will they return it? What about visit\fors and training.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2004-12-15T17:28:36Z</dcterms:modified>
  <cp:revision>14</cp:revision>
  <dc:subject/>
  <dc:title>PowerPoint Presentation</dc:title>
</cp:coreProperties>
</file>