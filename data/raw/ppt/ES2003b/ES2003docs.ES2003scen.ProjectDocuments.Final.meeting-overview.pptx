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4989B-2FA9-4BEC-AB1D-663C272775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B13A5F-A66D-4F2D-AC87-0267E3869B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DA383-7416-4311-B7BA-0A4414A9CA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9A9885-4AEC-4C39-9015-70520120A4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46D278-13B5-4AA6-9C40-64C5B113FF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FF115-504D-4B8C-9735-F5254143F2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5299E0-E778-42A7-AF57-461354E146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42F397-B023-4C8E-A656-2626E2F36F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94CF4-3331-4BA2-A41D-9D6BDF6038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46FB32-274A-43AF-84C4-0A4D002E77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417815-E55D-40AE-A31D-1A10AFCE8B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1E6267-4681-4D23-9385-6815A035C2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406A72-1759-47F6-9CEF-69E79A4530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8DB2D4-3D47-4600-8359-90A750CF06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0A96A6-D353-470A-8EA2-E7D648C60A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E3BFE9-1F21-48BB-9EA5-529EC8AA9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CF4AC9-B7DE-4EB1-AED1-E9B4B65C69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F7AE4F-9B02-4223-A53D-A488034527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513EB-253E-43BD-8A44-4C39709DA9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1B6907-1AD7-485C-B839-32BF828826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BFA550-CD0D-4282-88A3-9B4DFD6D43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555405-D65D-421E-A02A-B9F41EE866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78DE04-5AE9-4C5E-828D-143934EFDA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611BDD-62A1-4627-86A7-9A14040F22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F1625F-5C18-4339-8392-0C17C3EDDD8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03ECF3-214E-4279-A053-5221F629FEA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16.5 Euro for current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Cost mainly stems from use of LCD, buttons and joystick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Will have to go with plastic and a solid unit with a single curved design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2004-12-15T20:50:39Z</dcterms:modified>
  <cp:revision>21</cp:revision>
  <dc:subject/>
  <dc:title>PowerPoint Presentation</dc:title>
</cp:coreProperties>
</file>