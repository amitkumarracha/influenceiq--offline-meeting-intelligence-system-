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AFCEB2-2004-4F35-A7CF-DA9FEE3CCF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79F42C-40AE-4215-B66B-61F67982EF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F798FF-D294-4684-A13F-95C0E7976E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3AF6EE-0A80-41E5-B4B4-E87B048563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D75D86-8EB4-440A-9A6F-1076ADC485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990BD3-45FA-4EC9-8892-AE45FFAE29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C3966D-C56B-4A2A-A854-F8C67C971C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13DAAD-F4AA-4319-A679-A8E1CADCC3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7B395D-581A-4DE6-8AB8-FDE832266A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82B95D-5EAF-4116-992D-450D864B11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68D420-1245-4DFC-9C2C-F988630C13A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D7A100-5E39-4F9A-876C-6D8A281F191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71C3FC-457D-48C6-9B68-4B80985E7E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8C494A-6FD9-4F99-8C30-E437640AB3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5C5484-A9BD-4C09-BC9A-3C935E05C0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D47767-E334-4F94-9201-01ED2352CB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13DA23-5384-4EB6-B171-C1097B98E9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C5281F-15EE-4A3C-96F9-721579D2A9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947392-51A0-4936-8D5D-F4ED4D2DE1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134F8F-521C-442F-8B06-7A230117AE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206038-58B3-4AFF-9B69-89A5539727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5AE45A-AC10-45A1-B0D5-79F7E39591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54F126-1680-482E-8A9E-DBEC840108E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98FEA5-9593-4AEC-9A48-D1631A9A6BB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9261FA5-D2C5-4BB4-A920-2A447654D7F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B97C017-256D-4152-AF93-11A05FB76C3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Ebenezer Ademisoye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1912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 have a list of criteria from the user requirements and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have to rate the product by each criteria as a group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 average score will give us an idea of how well a realisation our prototype product is the abstract product 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3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Criteria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Ability to stop remotes being lost or to find them once they are lost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Reduce the number of unused buttons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Easy to use interface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Easy to use for visitors (similar or same as above)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Fancy look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Technologically innovative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Material that people find pleasing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Inspired by the latest interior and clothing fashion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points are: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3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1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1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2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3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6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5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Average of 7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2004-12-15T21:35:20Z</dcterms:modified>
  <cp:revision>16</cp:revision>
  <dc:subject/>
  <dc:title>PowerPoint Presentation</dc:title>
</cp:coreProperties>
</file>