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04C4CD-4B0F-40AC-95A1-2F12E1EC5A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658F25-C04F-42D0-8437-5EE4A10583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A781C7-F35B-4A7F-A9E0-F4CD477531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B54F34-7290-4326-BE40-4F9CFBDA02B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932AA8-D79D-4B0E-B3FE-ED8A99DE54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CD908-F7E5-442A-8CAC-C809E2F90D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FCAAC-DE9B-4234-9F4D-594A2B2A31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5A2FCF-EA9F-4BDC-BE64-9861F492B2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096EF4-044D-4871-8EC0-9C61066DF2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2B3374-E109-42D8-B98D-6AC47132A5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3A8F98-1D64-4EF8-BE41-5639AB0509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5C2C12-CDE7-4BAF-BBFD-854A8187C8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5E06AA-B74E-426E-BBA7-447B783C02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EB954C-A9F1-4BBF-9C13-A418FC428F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7DC363-A5FA-41A5-9357-C49C3D742C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DCE86-F410-429D-ADE2-3DB004771C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92377C-18C2-4A5E-B2C1-80AFBC705C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BADCD5-3E7C-4E88-BC5F-6AE7EB15B5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0C461-80E0-4A19-984B-AAFBF40A07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23861A-77E1-423F-81C3-5CF2D03C78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6F686-A080-4317-B9A3-BAAE0F69C3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CD4980-CC8E-451F-9909-1E8F29C8F6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CEFB43-5D0D-425D-A0D6-B5B750A6BA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2C528B-49F5-42FE-9378-4A57228664F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AE75DF-B8D7-4051-B432-470239F0746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23C16A-D378-4628-9064-423BDC0DF8C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Dave Cochran,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Ditch preconceptions and just think about how the remote will sit in the user’s hand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will have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2 function buttons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Lcd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Also, 2 modes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Basic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Menu mode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For optimal ergonomic properties, must be articulated so as to be usable for both left and right handed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 to rest over joint of forefinger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Mid grip section to house function buttons, positioned for forefinger and middle finger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LCD to rest on wrist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Top FB is power button in basic, enter in menu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Bottom FB switches modes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USB to download programmes, or customise on computer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2004-12-15T19:43:17Z</dcterms:modified>
  <cp:revision>9</cp:revision>
  <dc:subject/>
  <dc:title>PowerPoint Presentation</dc:title>
</cp:coreProperties>
</file>