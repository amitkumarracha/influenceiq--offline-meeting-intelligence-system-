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704E4-C2FE-4604-A735-50951CFE8E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C5757E-68DA-4F79-8ECD-456B02D9E3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C7467-280A-4315-92B7-4B67C5090A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35AD9D-5F9F-4107-B4E5-03979CE82B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D4C48-EB61-4457-898A-0937666A41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7A05CA-B828-47AC-BA4F-0ADA0E7153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6B3761-E059-4C14-BBBF-D62FE2EE74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AAA150-5BAD-46FF-BC91-23883D21EE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490CFA-0149-42EE-B952-E35A2FF171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FB961-FA90-4333-892B-5537F80C2E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9281C-0EC1-4A22-A68C-2F07262F3D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3DACFE-F368-4A4C-AD24-FFF0DE3E79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B96263-6139-4290-AE37-1DCC4A720B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4C87AD-ADEF-41EB-AB4E-AD96FEBC9E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9BED5F-F974-47AE-AC65-EF9CFFCC57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CAE1B-6311-4EA7-904C-003E4D0360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62A9A7-4548-437C-A469-963C3CDC45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A683B2-51A3-48EF-9AF5-B96BF9CC1C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5979B6-5676-4755-92E7-C3AADB0BE3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A367FE-2F27-41CE-89C5-09512041B4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505366-5B9A-404B-8CDB-CFDF6590A0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BF5586-836D-47E5-ACD6-0B5181A134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B43C43-2F32-4DD5-9B90-171237AE8D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41E468-E784-48A7-A5E5-6C9BC25F20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E110D1-7545-4DAB-AFFC-EB9F3D817C7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7208CD-0FD4-4EE0-B92D-A5AB124661D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