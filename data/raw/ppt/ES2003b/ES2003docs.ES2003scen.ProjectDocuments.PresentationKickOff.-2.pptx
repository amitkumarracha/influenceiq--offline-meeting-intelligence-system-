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9EA16D-8B1C-4B8C-B9B1-77998A4A8E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7A941B-3EAB-4518-8C71-B411C6BC6A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D03B10-3889-4156-9E28-A9A3397309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765216-BBC5-44DD-9B9B-30E27FD5AE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84ABF0-18F8-4E94-B139-40D8BF1E96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64E3C5-D54E-446B-9D45-6130B07F22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8E5986-8E66-4F3F-8826-B533FFBF50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71EFC2-E33C-4155-85E6-AF08954FF4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83BF5A-80BC-4130-8EC7-8F007003F1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2DDABA-D312-40BA-AF88-3688493BAA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3C05F8-8BBE-40C4-A56F-67CD9768D2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97308E-3A9C-4865-A24A-82AE20EF24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00E51B-E49E-4DCE-A3E9-F8B00144E5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D8562B-4B85-4FFD-856E-E691D5DFEA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204278-6CDC-4CA9-9B26-6AEF7D0BDF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8CC672-A2C0-4B7C-A0D8-22A539BC4B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86A973-CB5B-4255-AC3C-2A2E115862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285800-D959-4228-BACE-688D94F09B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C3E238-DD48-4090-971A-74EB3E8BFA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536288-14F2-4223-B4E1-263767FAAA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51E1D2-482A-4268-9C1D-7FE81573BE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2047D9-6B3D-40B0-BEA7-BC61FC2179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471F09-5E8E-4C38-A682-0D35FE9575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E8116C-D405-439C-A1EE-AF9E2FEBFB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91EBB6-0645-4529-AE2B-7B75825DCEE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FDB58C-EF47-411B-B894-43A9572BB1D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Adam Duguid,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2004-12-15T17:02:46Z</dcterms:modified>
  <cp:revision>33</cp:revision>
  <dc:subject/>
  <dc:title>PowerPoint Presentation</dc:title>
</cp:coreProperties>
</file>