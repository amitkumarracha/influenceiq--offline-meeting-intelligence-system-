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F0F3DD-2E3C-44D4-9193-FFFC4AA92F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7765B-1772-41A1-8AD6-1F35806570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514A1-59EC-4342-BA07-54579F3461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88FE8-1742-4D3C-BA07-B257276F13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FE731B-C226-44BB-BE44-66BBD19CB1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B4311-F6A6-425A-B2DC-0F07766B29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A9510-EFD6-4D23-A48D-1FE844AE5F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94670-D9E1-4A3C-A80B-99517438EB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A71BE5-6777-4A96-A330-F542C35927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8ECCCF-07B8-40FA-A70B-AECA991CD7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FD63F-3DDC-4B81-BD33-995A7E5DA8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ED11C-14FE-4443-B956-177482AA61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6B432D-92EE-4482-A41A-028BE251B4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10DC77-D39C-42E4-8A61-38EA12EC9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5C37D6-8417-454F-A413-B4DE84018C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E4354-C2F1-440F-994B-769D8C073E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F03F9E-60B9-4CB6-8897-240976F090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C5B127-B03F-40FE-BDAA-FF60CA98C4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7F5AD0-323D-4BC0-92E7-7687FB8218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F68BD7-8C2F-4EE6-A26B-61AC3638D1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ABA616-03BA-4BFD-B21B-E99B6E04D8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1094A-6B0F-4ADA-B9C6-B83DE57C6F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019D95-CC87-4248-88C2-3C14422B5F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59C19-2AE0-4661-9FA2-297F75EABD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482DF9-84F9-486A-BADF-BEE24BFF161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8CE594-EDB4-4FCF-8478-1C39165A885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Compared functionality against appearance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Researched recently fashion trends from Europe 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 order of importance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Fancy look and feel instead of functional L&amp;F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&amp; Veg. most important for clothes, shoes,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Spongy is the new black for material.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We want something fancy and technological innovative… what we need is something from the future but not tacky….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 for clothes and other stuff… two options: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Stay well away from fruit and veg.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Incorporate the whole idea into the product, e.g. a potato peeler.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practical is spongy material for an electrical product? How do LEDs fit in? Can stress it is long lasting!!!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2004-12-15T19:18:19Z</dcterms:modified>
  <cp:revision>9</cp:revision>
  <dc:subject/>
  <dc:title>PowerPoint Presentation</dc:title>
</cp:coreProperties>
</file>