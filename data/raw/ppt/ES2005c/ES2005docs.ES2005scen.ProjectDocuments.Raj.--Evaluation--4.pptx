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415C85-3124-4A84-AFD2-4DCDD226A1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BB312-BE99-4444-993F-C9F5BE3873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77132-6BF8-46C8-B358-BB930702EE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B6CBE1-7A4C-4546-8A95-A1D8C2701F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28A705-89F6-4724-A3DA-F6D47456DA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BFD219-2BB9-4B22-82F0-8AE12066AE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98704-CCFE-4E07-80CD-04DE19956D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DB435-561D-4757-8C47-64188F32B7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F7B97-BF07-468F-BDB4-1CB05A187B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E116EB-C194-46DE-A95C-5EA36F950A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A448EB-C4CC-4338-B631-B0CD388BD4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1F790-C86C-4EE2-89D0-6C136B1618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F7AA9A-042C-47A6-93EA-ED8D96B129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25CBAB-33E4-462A-BA10-672CCF8438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497544-8D38-44ED-96A8-B6F5415FCD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10E63D-5B79-4C87-B1A3-ACEF764E10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7CF77E-A13D-4B7F-8A5F-0DDEBD12D2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98494F-5992-44CA-9BE8-9BC40BBA90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C53AE9-928E-458E-8227-B8500FC847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CA2978-28E8-485D-95BC-1BF4B0D62E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3C3B0E-4A84-408F-AE08-8BEE2F0DEC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50A766-5E90-47A3-892D-F75B17E9E3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AA158E-E3C7-44FD-B71B-3DB5E02F54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D4ACFA-CB3E-4F4D-B1D7-BF66E38C3E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81209E-C0B5-4341-8939-5F34D5FAAA1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13A4E1-73CB-46F9-B7C5-27A533D2933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 Raj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Strategy of the company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2005-01-26T21:08:55Z</dcterms:modified>
  <cp:revision>12</cp:revision>
  <dc:subject/>
  <dc:title>PowerPoint Presentation</dc:title>
</cp:coreProperties>
</file>