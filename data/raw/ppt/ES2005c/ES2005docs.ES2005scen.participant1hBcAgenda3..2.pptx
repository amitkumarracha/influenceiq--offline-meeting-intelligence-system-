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slideMasters/_rels/slideMaster2.xml.rels" ContentType="application/vnd.openxmlformats-package.relationships+xml"/>
  <Override PartName="/ppt/slideMasters/_rels/slideMaster1.xml.rels" ContentType="application/vnd.openxmlformats-package.relationship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theme/theme1.xml" ContentType="application/vnd.openxmlformats-officedocument.theme+xml"/>
  <Override PartName="/ppt/theme/theme2.xml" ContentType="application/vnd.openxmlformats-officedocument.theme+xml"/>
  <Override PartName="/ppt/_rels/presentation.xml.rels" ContentType="application/vnd.openxmlformats-package.relationships+xml"/>
  <Override PartName="/ppt/slideLayouts/slideLayout13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_rels/slideLayout22.xml.rels" ContentType="application/vnd.openxmlformats-package.relationships+xml"/>
  <Override PartName="/ppt/slideLayouts/_rels/slideLayout7.xml.rels" ContentType="application/vnd.openxmlformats-package.relationships+xml"/>
  <Override PartName="/ppt/slideLayouts/_rels/slideLayout4.xml.rels" ContentType="application/vnd.openxmlformats-package.relationships+xml"/>
  <Override PartName="/ppt/slideLayouts/_rels/slideLayout17.xml.rels" ContentType="application/vnd.openxmlformats-package.relationships+xml"/>
  <Override PartName="/ppt/slideLayouts/_rels/slideLayout19.xml.rels" ContentType="application/vnd.openxmlformats-package.relationships+xml"/>
  <Override PartName="/ppt/slideLayouts/_rels/slideLayout21.xml.rels" ContentType="application/vnd.openxmlformats-package.relationships+xml"/>
  <Override PartName="/ppt/slideLayouts/_rels/slideLayout6.xml.rels" ContentType="application/vnd.openxmlformats-package.relationships+xml"/>
  <Override PartName="/ppt/slideLayouts/_rels/slideLayout3.xml.rels" ContentType="application/vnd.openxmlformats-package.relationships+xml"/>
  <Override PartName="/ppt/slideLayouts/_rels/slideLayout16.xml.rels" ContentType="application/vnd.openxmlformats-package.relationships+xml"/>
  <Override PartName="/ppt/slideLayouts/_rels/slideLayout18.xml.rels" ContentType="application/vnd.openxmlformats-package.relationships+xml"/>
  <Override PartName="/ppt/slideLayouts/_rels/slideLayout5.xml.rels" ContentType="application/vnd.openxmlformats-package.relationships+xml"/>
  <Override PartName="/ppt/slideLayouts/_rels/slideLayout13.xml.rels" ContentType="application/vnd.openxmlformats-package.relationships+xml"/>
  <Override PartName="/ppt/slideLayouts/_rels/slideLayout12.xml.rels" ContentType="application/vnd.openxmlformats-package.relationships+xml"/>
  <Override PartName="/ppt/slideLayouts/_rels/slideLayout11.xml.rels" ContentType="application/vnd.openxmlformats-package.relationships+xml"/>
  <Override PartName="/ppt/slideLayouts/_rels/slideLayout1.xml.rels" ContentType="application/vnd.openxmlformats-package.relationships+xml"/>
  <Override PartName="/ppt/slideLayouts/_rels/slideLayout14.xml.rels" ContentType="application/vnd.openxmlformats-package.relationships+xml"/>
  <Override PartName="/ppt/slideLayouts/_rels/slideLayout10.xml.rels" ContentType="application/vnd.openxmlformats-package.relationships+xml"/>
  <Override PartName="/ppt/slideLayouts/_rels/slideLayout24.xml.rels" ContentType="application/vnd.openxmlformats-package.relationships+xml"/>
  <Override PartName="/ppt/slideLayouts/_rels/slideLayout9.xml.rels" ContentType="application/vnd.openxmlformats-package.relationships+xml"/>
  <Override PartName="/ppt/slideLayouts/_rels/slideLayout23.xml.rels" ContentType="application/vnd.openxmlformats-package.relationships+xml"/>
  <Override PartName="/ppt/slideLayouts/_rels/slideLayout8.xml.rels" ContentType="application/vnd.openxmlformats-package.relationships+xml"/>
  <Override PartName="/ppt/slideLayouts/_rels/slideLayout15.xml.rels" ContentType="application/vnd.openxmlformats-package.relationships+xml"/>
  <Override PartName="/ppt/slideLayouts/_rels/slideLayout2.xml.rels" ContentType="application/vnd.openxmlformats-package.relationships+xml"/>
  <Override PartName="/ppt/slideLayouts/_rels/slideLayout20.xml.rels" ContentType="application/vnd.openxmlformats-package.relationships+xml"/>
  <Override PartName="/ppt/slideLayouts/slideLayout6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22.xml" ContentType="application/vnd.openxmlformats-officedocument.presentationml.slideLayout+xml"/>
  <Override PartName="/ppt/presProps.xml" ContentType="application/vnd.openxmlformats-officedocument.presentationml.presProps+xml"/>
  <Override PartName="/ppt/slides/slide1.xml" ContentType="application/vnd.openxmlformats-officedocument.presentationml.slide+xml"/>
  <Override PartName="/ppt/slides/_rels/slide5.xml.rels" ContentType="application/vnd.openxmlformats-package.relationships+xml"/>
  <Override PartName="/ppt/slides/_rels/slide2.xml.rels" ContentType="application/vnd.openxmlformats-package.relationships+xml"/>
  <Override PartName="/ppt/slides/_rels/slide4.xml.rels" ContentType="application/vnd.openxmlformats-package.relationships+xml"/>
  <Override PartName="/ppt/slides/_rels/slide1.xml.rels" ContentType="application/vnd.openxmlformats-package.relationships+xml"/>
  <Override PartName="/ppt/slides/_rels/slide3.xml.rels" ContentType="application/vnd.openxmlformats-package.relationships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  <p:sldMasterId id="2147483661" r:id="rId3"/>
  </p:sldMasterIdLst>
  <p:sldIdLst>
    <p:sldId id="256" r:id="rId4"/>
    <p:sldId id="257" r:id="rId5"/>
    <p:sldId id="258" r:id="rId6"/>
    <p:sldId id="259" r:id="rId7"/>
    <p:sldId id="260" r:id="rId8"/>
  </p:sldIdLst>
  <p:sldSz cx="9144000" cy="6858000"/>
  <p:notesSz cx="6858000" cy="9144000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Master" Target="slideMasters/slideMaster2.xml"/><Relationship Id="rId4" Type="http://schemas.openxmlformats.org/officeDocument/2006/relationships/slide" Target="slides/slide1.xml"/><Relationship Id="rId5" Type="http://schemas.openxmlformats.org/officeDocument/2006/relationships/slide" Target="slides/slide2.xml"/><Relationship Id="rId6" Type="http://schemas.openxmlformats.org/officeDocument/2006/relationships/slide" Target="slides/slide3.xml"/><Relationship Id="rId7" Type="http://schemas.openxmlformats.org/officeDocument/2006/relationships/slide" Target="slides/slide4.xml"/><Relationship Id="rId8" Type="http://schemas.openxmlformats.org/officeDocument/2006/relationships/slide" Target="slides/slide5.xml"/><Relationship Id="rId9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E880CF67-7E7B-4C72-8976-F5ABE78F7C53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1" name="PlaceHolder 2"/>
          <p:cNvSpPr>
            <a:spLocks noGrp="1"/>
          </p:cNvSpPr>
          <p:nvPr>
            <p:ph type="subTitle"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75DBA210-B4D9-437D-97B7-6CCA93A4BF20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3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4C850CBA-D924-4478-8F4F-E462E5F4FC76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5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6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D9455E07-9078-4ED4-AE45-886F4644ED0E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DF742EB5-7E3B-413A-A9E5-34AECC848A4C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PlaceHolder 1"/>
          <p:cNvSpPr>
            <a:spLocks noGrp="1"/>
          </p:cNvSpPr>
          <p:nvPr>
            <p:ph type="subTitle"/>
          </p:nvPr>
        </p:nvSpPr>
        <p:spPr>
          <a:xfrm>
            <a:off x="457200" y="274320"/>
            <a:ext cx="8229600" cy="5299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C7DDA329-4DEB-4444-8A09-B3DFB2ADF472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0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1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2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6200057E-59CD-4578-9C0C-732F0AF59465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4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5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6" name="PlaceHolder 4"/>
          <p:cNvSpPr>
            <a:spLocks noGrp="1"/>
          </p:cNvSpPr>
          <p:nvPr>
            <p:ph/>
          </p:nvPr>
        </p:nvSpPr>
        <p:spPr>
          <a:xfrm>
            <a:off x="467424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BE6A1594-BEDE-4AD8-A89A-9BF9A4F15AB1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8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9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0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65AFFDD8-DC3A-470A-9ACC-921D5D9C0FBC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2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3" name="PlaceHolder 3"/>
          <p:cNvSpPr>
            <a:spLocks noGrp="1"/>
          </p:cNvSpPr>
          <p:nvPr>
            <p:ph/>
          </p:nvPr>
        </p:nvSpPr>
        <p:spPr>
          <a:xfrm>
            <a:off x="457200" y="396432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737F18B0-6A56-4232-BD0C-0C376D86D6F4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5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6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7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8" name="PlaceHolder 5"/>
          <p:cNvSpPr>
            <a:spLocks noGrp="1"/>
          </p:cNvSpPr>
          <p:nvPr>
            <p:ph/>
          </p:nvPr>
        </p:nvSpPr>
        <p:spPr>
          <a:xfrm>
            <a:off x="467424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" name="PlaceHolder 6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8" name="PlaceHolder 7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ABE9F5A1-DEAF-4577-842F-D72F8A53428A}" type="slidenum">
              <a:t>&lt;#&gt;</a:t>
            </a:fld>
          </a:p>
        </p:txBody>
      </p:sp>
      <p:sp>
        <p:nvSpPr>
          <p:cNvPr id="9" name="PlaceHolder 8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0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1" name="PlaceHolder 3"/>
          <p:cNvSpPr>
            <a:spLocks noGrp="1"/>
          </p:cNvSpPr>
          <p:nvPr>
            <p:ph/>
          </p:nvPr>
        </p:nvSpPr>
        <p:spPr>
          <a:xfrm>
            <a:off x="323964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2" name="PlaceHolder 4"/>
          <p:cNvSpPr>
            <a:spLocks noGrp="1"/>
          </p:cNvSpPr>
          <p:nvPr>
            <p:ph/>
          </p:nvPr>
        </p:nvSpPr>
        <p:spPr>
          <a:xfrm>
            <a:off x="602208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3" name="PlaceHolder 5"/>
          <p:cNvSpPr>
            <a:spLocks noGrp="1"/>
          </p:cNvSpPr>
          <p:nvPr>
            <p:ph/>
          </p:nvPr>
        </p:nvSpPr>
        <p:spPr>
          <a:xfrm>
            <a:off x="45720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4" name="PlaceHolder 6"/>
          <p:cNvSpPr>
            <a:spLocks noGrp="1"/>
          </p:cNvSpPr>
          <p:nvPr>
            <p:ph/>
          </p:nvPr>
        </p:nvSpPr>
        <p:spPr>
          <a:xfrm>
            <a:off x="323964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5" name="PlaceHolder 7"/>
          <p:cNvSpPr>
            <a:spLocks noGrp="1"/>
          </p:cNvSpPr>
          <p:nvPr>
            <p:ph/>
          </p:nvPr>
        </p:nvSpPr>
        <p:spPr>
          <a:xfrm>
            <a:off x="602208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" name="PlaceHolder 8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10" name="PlaceHolder 9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467F78F8-79AA-42CC-B09A-3D10BE7D418C}" type="slidenum">
              <a:t>&lt;#&gt;</a:t>
            </a:fld>
          </a:p>
        </p:txBody>
      </p:sp>
      <p:sp>
        <p:nvSpPr>
          <p:cNvPr id="11" name="PlaceHolder 10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39522A80-3308-4A11-A4F3-F440C4318AEF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9" name="PlaceHolder 2"/>
          <p:cNvSpPr>
            <a:spLocks noGrp="1"/>
          </p:cNvSpPr>
          <p:nvPr>
            <p:ph type="subTitle"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15BA0402-6E89-4C11-AD0B-D61CDA01C220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1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A37C04B7-2CC6-4736-B178-1823C9285E78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3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4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28D8B75F-6A2E-41E0-BA94-0279AF58445C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114693B2-1199-4371-B9E3-00A060F5E75E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PlaceHolder 1"/>
          <p:cNvSpPr>
            <a:spLocks noGrp="1"/>
          </p:cNvSpPr>
          <p:nvPr>
            <p:ph type="subTitle"/>
          </p:nvPr>
        </p:nvSpPr>
        <p:spPr>
          <a:xfrm>
            <a:off x="457200" y="274320"/>
            <a:ext cx="8229600" cy="5299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B31FDE63-EDB7-4820-AA73-CF13B1E7C13F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8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9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0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6497AF5B-E266-4E33-9294-090BFA47F877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2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3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4" name="PlaceHolder 4"/>
          <p:cNvSpPr>
            <a:spLocks noGrp="1"/>
          </p:cNvSpPr>
          <p:nvPr>
            <p:ph/>
          </p:nvPr>
        </p:nvSpPr>
        <p:spPr>
          <a:xfrm>
            <a:off x="467424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79C55DC8-A187-4D0F-9EA2-4182495B7168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6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7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8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3374922E-4DEE-483B-A84D-78928E1F5AF9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0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1" name="PlaceHolder 3"/>
          <p:cNvSpPr>
            <a:spLocks noGrp="1"/>
          </p:cNvSpPr>
          <p:nvPr>
            <p:ph/>
          </p:nvPr>
        </p:nvSpPr>
        <p:spPr>
          <a:xfrm>
            <a:off x="457200" y="396432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E20CA558-AB9B-4B05-9E2E-B656E8699291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3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4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5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6" name="PlaceHolder 5"/>
          <p:cNvSpPr>
            <a:spLocks noGrp="1"/>
          </p:cNvSpPr>
          <p:nvPr>
            <p:ph/>
          </p:nvPr>
        </p:nvSpPr>
        <p:spPr>
          <a:xfrm>
            <a:off x="467424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" name="PlaceHolder 6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8" name="PlaceHolder 7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BC911EB8-E1AB-45C8-8AFA-7260D1B74079}" type="slidenum">
              <a:t>&lt;#&gt;</a:t>
            </a:fld>
          </a:p>
        </p:txBody>
      </p:sp>
      <p:sp>
        <p:nvSpPr>
          <p:cNvPr id="9" name="PlaceHolder 8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8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9" name="PlaceHolder 3"/>
          <p:cNvSpPr>
            <a:spLocks noGrp="1"/>
          </p:cNvSpPr>
          <p:nvPr>
            <p:ph/>
          </p:nvPr>
        </p:nvSpPr>
        <p:spPr>
          <a:xfrm>
            <a:off x="323964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0" name="PlaceHolder 4"/>
          <p:cNvSpPr>
            <a:spLocks noGrp="1"/>
          </p:cNvSpPr>
          <p:nvPr>
            <p:ph/>
          </p:nvPr>
        </p:nvSpPr>
        <p:spPr>
          <a:xfrm>
            <a:off x="602208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1" name="PlaceHolder 5"/>
          <p:cNvSpPr>
            <a:spLocks noGrp="1"/>
          </p:cNvSpPr>
          <p:nvPr>
            <p:ph/>
          </p:nvPr>
        </p:nvSpPr>
        <p:spPr>
          <a:xfrm>
            <a:off x="45720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2" name="PlaceHolder 6"/>
          <p:cNvSpPr>
            <a:spLocks noGrp="1"/>
          </p:cNvSpPr>
          <p:nvPr>
            <p:ph/>
          </p:nvPr>
        </p:nvSpPr>
        <p:spPr>
          <a:xfrm>
            <a:off x="323964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3" name="PlaceHolder 7"/>
          <p:cNvSpPr>
            <a:spLocks noGrp="1"/>
          </p:cNvSpPr>
          <p:nvPr>
            <p:ph/>
          </p:nvPr>
        </p:nvSpPr>
        <p:spPr>
          <a:xfrm>
            <a:off x="602208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" name="PlaceHolder 8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10" name="PlaceHolder 9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233346D4-A54C-4105-B9EA-0C448B366BE5}" type="slidenum">
              <a:t>&lt;#&gt;</a:t>
            </a:fld>
          </a:p>
        </p:txBody>
      </p:sp>
      <p:sp>
        <p:nvSpPr>
          <p:cNvPr id="11" name="PlaceHolder 10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9" Type="http://schemas.openxmlformats.org/officeDocument/2006/relationships/slideLayout" Target="../slideLayouts/slideLayout8.xml"/><Relationship Id="rId10" Type="http://schemas.openxmlformats.org/officeDocument/2006/relationships/slideLayout" Target="../slideLayouts/slideLayout9.xml"/><Relationship Id="rId11" Type="http://schemas.openxmlformats.org/officeDocument/2006/relationships/slideLayout" Target="../slideLayouts/slideLayout10.xml"/><Relationship Id="rId12" Type="http://schemas.openxmlformats.org/officeDocument/2006/relationships/slideLayout" Target="../slideLayouts/slideLayout11.xml"/><Relationship Id="rId13" Type="http://schemas.openxmlformats.org/officeDocument/2006/relationships/slideLayout" Target="../slideLayouts/slideLayout12.xml"/>
</Relationships>
</file>

<file path=ppt/slideMasters/_rels/slideMaster2.xml.rels><?xml version="1.0" encoding="UTF-8"?>
<Relationships xmlns="http://schemas.openxmlformats.org/package/2006/relationships"><Relationship Id="rId1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3" Type="http://schemas.openxmlformats.org/officeDocument/2006/relationships/slideLayout" Target="../slideLayouts/slideLayout14.xml"/><Relationship Id="rId4" Type="http://schemas.openxmlformats.org/officeDocument/2006/relationships/slideLayout" Target="../slideLayouts/slideLayout15.xml"/><Relationship Id="rId5" Type="http://schemas.openxmlformats.org/officeDocument/2006/relationships/slideLayout" Target="../slideLayouts/slideLayout16.xml"/><Relationship Id="rId6" Type="http://schemas.openxmlformats.org/officeDocument/2006/relationships/slideLayout" Target="../slideLayouts/slideLayout17.xml"/><Relationship Id="rId7" Type="http://schemas.openxmlformats.org/officeDocument/2006/relationships/slideLayout" Target="../slideLayouts/slideLayout18.xml"/><Relationship Id="rId8" Type="http://schemas.openxmlformats.org/officeDocument/2006/relationships/slideLayout" Target="../slideLayouts/slideLayout19.xml"/><Relationship Id="rId9" Type="http://schemas.openxmlformats.org/officeDocument/2006/relationships/slideLayout" Target="../slideLayouts/slideLayout20.xml"/><Relationship Id="rId10" Type="http://schemas.openxmlformats.org/officeDocument/2006/relationships/slideLayout" Target="../slideLayouts/slideLayout21.xml"/><Relationship Id="rId11" Type="http://schemas.openxmlformats.org/officeDocument/2006/relationships/slideLayout" Target="../slideLayouts/slideLayout22.xml"/><Relationship Id="rId12" Type="http://schemas.openxmlformats.org/officeDocument/2006/relationships/slideLayout" Target="../slideLayouts/slideLayout23.xml"/><Relationship Id="rId13" Type="http://schemas.openxmlformats.org/officeDocument/2006/relationships/slideLayout" Target="../slideLayouts/slideLayout24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"/>
          <p:cNvSpPr/>
          <p:nvPr/>
        </p:nvSpPr>
        <p:spPr>
          <a:xfrm>
            <a:off x="0" y="6135840"/>
            <a:ext cx="9140760" cy="718920"/>
          </a:xfrm>
          <a:prstGeom prst="rect">
            <a:avLst/>
          </a:prstGeom>
          <a:solidFill>
            <a:srgbClr val="ffff0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1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Click to edit the title text format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Click to edit the outline text format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spcBef>
                <a:spcPts val="799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Second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2" marL="1143000" indent="-22860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Third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3" marL="1600200" indent="-228600">
              <a:spcBef>
                <a:spcPts val="799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Fourth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4" marL="2057400" indent="-228600">
              <a:spcBef>
                <a:spcPts val="799"/>
              </a:spcBef>
              <a:buClr>
                <a:srgbClr val="ffffff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Fifth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5" marL="2057400" indent="-228600">
              <a:spcBef>
                <a:spcPts val="799"/>
              </a:spcBef>
              <a:buClr>
                <a:srgbClr val="000000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Sixth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6" marL="2057400" indent="-228600">
              <a:spcBef>
                <a:spcPts val="799"/>
              </a:spcBef>
              <a:buClr>
                <a:srgbClr val="000000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Seventh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3"/>
          <p:cNvSpPr>
            <a:spLocks noGrp="1"/>
          </p:cNvSpPr>
          <p:nvPr>
            <p:ph type="dt" idx="1"/>
          </p:nvPr>
        </p:nvSpPr>
        <p:spPr>
          <a:xfrm>
            <a:off x="45684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solidFill>
                  <a:srgbClr val="ffffff"/>
                </a:solidFill>
                <a:latin typeface="Tahoma"/>
              </a:defRPr>
            </a:lvl1pPr>
          </a:lstStyle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1400" spc="-1" strike="noStrike">
                <a:solidFill>
                  <a:srgbClr val="ffffff"/>
                </a:solidFill>
                <a:latin typeface="Tahoma"/>
              </a:rPr>
              <a:t>&lt;date/time&gt;</a:t>
            </a:r>
            <a:endParaRPr b="0" lang="en-IN" sz="1400" spc="-1" strike="noStrike">
              <a:latin typeface="Times New Roman"/>
            </a:endParaRPr>
          </a:p>
        </p:txBody>
      </p:sp>
      <p:sp>
        <p:nvSpPr>
          <p:cNvPr id="4" name="PlaceHolder 4"/>
          <p:cNvSpPr>
            <a:spLocks noGrp="1"/>
          </p:cNvSpPr>
          <p:nvPr>
            <p:ph type="ftr" idx="2"/>
          </p:nvPr>
        </p:nvSpPr>
        <p:spPr>
          <a:xfrm>
            <a:off x="3124080" y="6244920"/>
            <a:ext cx="289584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solidFill>
                  <a:srgbClr val="ffffff"/>
                </a:solidFill>
                <a:latin typeface="Tahoma"/>
              </a:defRPr>
            </a:lvl1pPr>
          </a:lstStyle>
          <a:p>
            <a: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1400" spc="-1" strike="noStrike">
                <a:solidFill>
                  <a:srgbClr val="ffffff"/>
                </a:solidFill>
                <a:latin typeface="Tahoma"/>
              </a:rPr>
              <a:t>&lt;footer&gt;</a:t>
            </a:r>
            <a:endParaRPr b="0" lang="en-IN" sz="1400" spc="-1" strike="noStrike">
              <a:latin typeface="Times New Roman"/>
            </a:endParaRPr>
          </a:p>
        </p:txBody>
      </p:sp>
      <p:sp>
        <p:nvSpPr>
          <p:cNvPr id="5" name="PlaceHolder 5"/>
          <p:cNvSpPr>
            <a:spLocks noGrp="1"/>
          </p:cNvSpPr>
          <p:nvPr>
            <p:ph type="sldNum" idx="3"/>
          </p:nvPr>
        </p:nvSpPr>
        <p:spPr>
          <a:xfrm>
            <a:off x="655272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algn="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solidFill>
                  <a:srgbClr val="ffffff"/>
                </a:solidFill>
                <a:latin typeface="Tahoma"/>
              </a:defRPr>
            </a:lvl1pPr>
          </a:lstStyle>
          <a:p>
            <a:pPr algn="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fld id="{EA91156B-685F-41FC-842B-60B92C00C578}" type="slidenum">
              <a:rPr b="0" lang="en-IN" sz="1400" spc="-1" strike="noStrike">
                <a:solidFill>
                  <a:srgbClr val="ffffff"/>
                </a:solidFill>
                <a:latin typeface="Tahoma"/>
              </a:rPr>
              <a:t>&lt;number&gt;</a:t>
            </a:fld>
            <a:endParaRPr b="0" lang="en-IN" sz="1400" spc="-1" strike="noStrike">
              <a:latin typeface="Times New Roman"/>
            </a:endParaRPr>
          </a:p>
        </p:txBody>
      </p:sp>
      <p:sp>
        <p:nvSpPr>
          <p:cNvPr id="6" name=""/>
          <p:cNvSpPr/>
          <p:nvPr/>
        </p:nvSpPr>
        <p:spPr>
          <a:xfrm>
            <a:off x="4572000" y="6165720"/>
            <a:ext cx="4464000" cy="58140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 algn="r">
              <a:lnSpc>
                <a:spcPct val="100000"/>
              </a:lnSpc>
              <a:spcBef>
                <a:spcPts val="2001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IN" sz="3200" spc="-1" strike="noStrike">
                <a:solidFill>
                  <a:srgbClr val="000000"/>
                </a:solidFill>
                <a:latin typeface="Tahoma"/>
              </a:rPr>
              <a:t>Real Reaction</a:t>
            </a:r>
            <a:endParaRPr b="0" lang="en-IN" sz="3200" spc="-1" strike="noStrike">
              <a:solidFill>
                <a:srgbClr val="000000"/>
              </a:solidFill>
              <a:latin typeface="Times New Roman"/>
            </a:endParaRPr>
          </a:p>
        </p:txBody>
      </p:sp>
      <p:grpSp>
        <p:nvGrpSpPr>
          <p:cNvPr id="7" name=""/>
          <p:cNvGrpSpPr/>
          <p:nvPr/>
        </p:nvGrpSpPr>
        <p:grpSpPr>
          <a:xfrm>
            <a:off x="34920" y="5973840"/>
            <a:ext cx="1332000" cy="986760"/>
            <a:chOff x="34920" y="5973840"/>
            <a:chExt cx="1332000" cy="986760"/>
          </a:xfrm>
        </p:grpSpPr>
        <p:sp>
          <p:nvSpPr>
            <p:cNvPr id="8" name=""/>
            <p:cNvSpPr/>
            <p:nvPr/>
          </p:nvSpPr>
          <p:spPr>
            <a:xfrm>
              <a:off x="34920" y="6043680"/>
              <a:ext cx="1008000" cy="91692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spAutoFit/>
            </a:bodyPr>
            <a:p>
              <a:pPr>
                <a:lnSpc>
                  <a:spcPct val="100000"/>
                </a:lnSpc>
                <a:spcBef>
                  <a:spcPts val="3376"/>
                </a:spcBef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IN" sz="5400" spc="-1" strike="noStrike">
                  <a:solidFill>
                    <a:srgbClr val="808080"/>
                  </a:solidFill>
                  <a:latin typeface="Arial"/>
                </a:rPr>
                <a:t>R</a:t>
              </a:r>
              <a:endParaRPr b="0" lang="en-IN" sz="5400" spc="-1" strike="noStrike">
                <a:solidFill>
                  <a:srgbClr val="000000"/>
                </a:solidFill>
                <a:latin typeface="Times New Roman"/>
              </a:endParaRPr>
            </a:p>
          </p:txBody>
        </p:sp>
        <p:sp>
          <p:nvSpPr>
            <p:cNvPr id="9" name=""/>
            <p:cNvSpPr/>
            <p:nvPr/>
          </p:nvSpPr>
          <p:spPr>
            <a:xfrm>
              <a:off x="358920" y="5973840"/>
              <a:ext cx="1008000" cy="91692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spAutoFit/>
            </a:bodyPr>
            <a:p>
              <a:pPr>
                <a:lnSpc>
                  <a:spcPct val="100000"/>
                </a:lnSpc>
                <a:spcBef>
                  <a:spcPts val="3376"/>
                </a:spcBef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IN" sz="5400" spc="-1" strike="noStrike">
                  <a:solidFill>
                    <a:srgbClr val="808080"/>
                  </a:solidFill>
                  <a:latin typeface="Arial"/>
                </a:rPr>
                <a:t>R</a:t>
              </a:r>
              <a:endParaRPr b="0" lang="en-IN" sz="5400" spc="-1" strike="noStrike">
                <a:solidFill>
                  <a:srgbClr val="000000"/>
                </a:solidFill>
                <a:latin typeface="Times New Roman"/>
              </a:endParaRPr>
            </a:p>
          </p:txBody>
        </p:sp>
      </p:grp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</p:sldLayoutIdLst>
</p:sldMaster>
</file>

<file path=ppt/slideMasters/slideMaster2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"/>
          <p:cNvSpPr/>
          <p:nvPr/>
        </p:nvSpPr>
        <p:spPr>
          <a:xfrm>
            <a:off x="0" y="6135840"/>
            <a:ext cx="9140760" cy="718920"/>
          </a:xfrm>
          <a:prstGeom prst="rect">
            <a:avLst/>
          </a:prstGeom>
          <a:solidFill>
            <a:srgbClr val="ffff0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47" name="PlaceHolder 1"/>
          <p:cNvSpPr>
            <a:spLocks noGrp="1"/>
          </p:cNvSpPr>
          <p:nvPr>
            <p:ph type="title"/>
          </p:nvPr>
        </p:nvSpPr>
        <p:spPr>
          <a:xfrm>
            <a:off x="685800" y="2130120"/>
            <a:ext cx="7772400" cy="14698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Click to edit the title text format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8" name="PlaceHolder 2"/>
          <p:cNvSpPr>
            <a:spLocks noGrp="1"/>
          </p:cNvSpPr>
          <p:nvPr>
            <p:ph type="dt" idx="4"/>
          </p:nvPr>
        </p:nvSpPr>
        <p:spPr>
          <a:xfrm>
            <a:off x="45684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latin typeface="Tahoma"/>
              </a:defRPr>
            </a:lvl1pPr>
          </a:lstStyle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1400" spc="-1" strike="noStrike">
                <a:latin typeface="Tahoma"/>
              </a:rPr>
              <a:t>&lt;date/time&gt;</a:t>
            </a:r>
            <a:endParaRPr b="0" lang="en-IN" sz="1400" spc="-1" strike="noStrike">
              <a:latin typeface="Times New Roman"/>
            </a:endParaRPr>
          </a:p>
        </p:txBody>
      </p:sp>
      <p:sp>
        <p:nvSpPr>
          <p:cNvPr id="49" name="PlaceHolder 3"/>
          <p:cNvSpPr>
            <a:spLocks noGrp="1"/>
          </p:cNvSpPr>
          <p:nvPr>
            <p:ph type="ftr" idx="5"/>
          </p:nvPr>
        </p:nvSpPr>
        <p:spPr>
          <a:xfrm>
            <a:off x="3124080" y="6244920"/>
            <a:ext cx="289584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latin typeface="Tahoma"/>
              </a:defRPr>
            </a:lvl1pPr>
          </a:lstStyle>
          <a:p>
            <a: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1400" spc="-1" strike="noStrike">
                <a:latin typeface="Tahoma"/>
              </a:rPr>
              <a:t>&lt;footer&gt;</a:t>
            </a:r>
            <a:endParaRPr b="0" lang="en-IN" sz="1400" spc="-1" strike="noStrike">
              <a:latin typeface="Times New Roman"/>
            </a:endParaRPr>
          </a:p>
        </p:txBody>
      </p:sp>
      <p:sp>
        <p:nvSpPr>
          <p:cNvPr id="50" name="PlaceHolder 4"/>
          <p:cNvSpPr>
            <a:spLocks noGrp="1"/>
          </p:cNvSpPr>
          <p:nvPr>
            <p:ph type="sldNum" idx="6"/>
          </p:nvPr>
        </p:nvSpPr>
        <p:spPr>
          <a:xfrm>
            <a:off x="655272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algn="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latin typeface="Tahoma"/>
              </a:defRPr>
            </a:lvl1pPr>
          </a:lstStyle>
          <a:p>
            <a:pPr algn="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fld id="{C31F3EFD-5BD3-41E2-919E-91896D5B99C9}" type="slidenum">
              <a:rPr b="0" lang="en-IN" sz="1400" spc="-1" strike="noStrike">
                <a:latin typeface="Tahoma"/>
              </a:rPr>
              <a:t>&lt;number&gt;</a:t>
            </a:fld>
            <a:endParaRPr b="0" lang="en-IN" sz="1400" spc="-1" strike="noStrike">
              <a:latin typeface="Times New Roman"/>
            </a:endParaRPr>
          </a:p>
        </p:txBody>
      </p:sp>
      <p:grpSp>
        <p:nvGrpSpPr>
          <p:cNvPr id="51" name=""/>
          <p:cNvGrpSpPr/>
          <p:nvPr/>
        </p:nvGrpSpPr>
        <p:grpSpPr>
          <a:xfrm>
            <a:off x="34920" y="-287280"/>
            <a:ext cx="1584360" cy="1701720"/>
            <a:chOff x="34920" y="-287280"/>
            <a:chExt cx="1584360" cy="1701720"/>
          </a:xfrm>
        </p:grpSpPr>
        <p:sp>
          <p:nvSpPr>
            <p:cNvPr id="52" name=""/>
            <p:cNvSpPr/>
            <p:nvPr/>
          </p:nvSpPr>
          <p:spPr>
            <a:xfrm>
              <a:off x="34920" y="-142560"/>
              <a:ext cx="1008000" cy="155700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spAutoFit/>
            </a:bodyPr>
            <a:p>
              <a:pPr>
                <a:lnSpc>
                  <a:spcPct val="100000"/>
                </a:lnSpc>
                <a:spcBef>
                  <a:spcPts val="6001"/>
                </a:spcBef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IN" sz="9600" spc="-1" strike="noStrike">
                  <a:solidFill>
                    <a:srgbClr val="808080"/>
                  </a:solidFill>
                  <a:latin typeface="Arial"/>
                </a:rPr>
                <a:t>R</a:t>
              </a:r>
              <a:endParaRPr b="0" lang="en-IN" sz="9600" spc="-1" strike="noStrike">
                <a:solidFill>
                  <a:srgbClr val="000000"/>
                </a:solidFill>
                <a:latin typeface="Times New Roman"/>
              </a:endParaRPr>
            </a:p>
          </p:txBody>
        </p:sp>
        <p:sp>
          <p:nvSpPr>
            <p:cNvPr id="53" name=""/>
            <p:cNvSpPr/>
            <p:nvPr/>
          </p:nvSpPr>
          <p:spPr>
            <a:xfrm>
              <a:off x="611280" y="-287280"/>
              <a:ext cx="1008000" cy="155700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spAutoFit/>
            </a:bodyPr>
            <a:p>
              <a:pPr>
                <a:lnSpc>
                  <a:spcPct val="100000"/>
                </a:lnSpc>
                <a:spcBef>
                  <a:spcPts val="6001"/>
                </a:spcBef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IN" sz="9600" spc="-1" strike="noStrike">
                  <a:solidFill>
                    <a:srgbClr val="808080"/>
                  </a:solidFill>
                  <a:latin typeface="Arial"/>
                </a:rPr>
                <a:t>R</a:t>
              </a:r>
              <a:endParaRPr b="0" lang="en-IN" sz="9600" spc="-1" strike="noStrike">
                <a:solidFill>
                  <a:srgbClr val="000000"/>
                </a:solidFill>
                <a:latin typeface="Times New Roman"/>
              </a:endParaRPr>
            </a:p>
          </p:txBody>
        </p:sp>
      </p:grpSp>
      <p:sp>
        <p:nvSpPr>
          <p:cNvPr id="54" name=""/>
          <p:cNvSpPr/>
          <p:nvPr/>
        </p:nvSpPr>
        <p:spPr>
          <a:xfrm>
            <a:off x="2771640" y="444600"/>
            <a:ext cx="6193080" cy="70344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 algn="r">
              <a:lnSpc>
                <a:spcPct val="100000"/>
              </a:lnSpc>
              <a:spcBef>
                <a:spcPts val="2500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IN" sz="4000" spc="-1" strike="noStrike">
                <a:solidFill>
                  <a:srgbClr val="ffffff"/>
                </a:solidFill>
                <a:latin typeface="Tahoma"/>
              </a:rPr>
              <a:t>Real Reaction</a:t>
            </a:r>
            <a:endParaRPr b="0" lang="en-IN" sz="40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5" name=""/>
          <p:cNvSpPr/>
          <p:nvPr/>
        </p:nvSpPr>
        <p:spPr>
          <a:xfrm>
            <a:off x="2700360" y="1171440"/>
            <a:ext cx="6192720" cy="45972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 algn="r">
              <a:lnSpc>
                <a:spcPct val="100000"/>
              </a:lnSpc>
              <a:spcBef>
                <a:spcPts val="1500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i="1" lang="en-IN" sz="2400" spc="-1" strike="noStrike">
                <a:solidFill>
                  <a:srgbClr val="ffff66"/>
                </a:solidFill>
                <a:latin typeface="Tahoma"/>
              </a:rPr>
              <a:t>We put fashion in electronics</a:t>
            </a:r>
            <a:endParaRPr b="0" lang="en-IN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6" name=""/>
          <p:cNvSpPr/>
          <p:nvPr/>
        </p:nvSpPr>
        <p:spPr>
          <a:xfrm flipH="1">
            <a:off x="107640" y="1197000"/>
            <a:ext cx="8785080" cy="0"/>
          </a:xfrm>
          <a:prstGeom prst="line">
            <a:avLst/>
          </a:prstGeom>
          <a:ln w="38160">
            <a:solidFill>
              <a:srgbClr val="ffffff"/>
            </a:solidFill>
            <a:prstDash val="sysDot"/>
            <a:miter/>
          </a:ln>
        </p:spPr>
        <p:style>
          <a:lnRef idx="0"/>
          <a:fillRef idx="0"/>
          <a:effectRef idx="0"/>
          <a:fontRef idx="minor"/>
        </p:style>
      </p:sp>
      <p:sp>
        <p:nvSpPr>
          <p:cNvPr id="57" name="PlaceHolder 5"/>
          <p:cNvSpPr>
            <a:spLocks noGrp="1"/>
          </p:cNvSpPr>
          <p:nvPr>
            <p:ph type="body"/>
          </p:nvPr>
        </p:nvSpPr>
        <p:spPr>
          <a:xfrm>
            <a:off x="457200" y="1604520"/>
            <a:ext cx="82292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algn="ctr">
              <a:spcBef>
                <a:spcPts val="799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Click to edit the outline text format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1" marL="457200" algn="ctr">
              <a:spcBef>
                <a:spcPts val="700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800" spc="-1" strike="noStrike">
                <a:solidFill>
                  <a:srgbClr val="ffffff"/>
                </a:solidFill>
                <a:latin typeface="Tahoma"/>
              </a:rPr>
              <a:t>Second Outline Level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lvl="2" marL="914400" algn="ctr">
              <a:spcBef>
                <a:spcPts val="601"/>
              </a:spcBef>
              <a:buClr>
                <a:srgbClr val="ffffff"/>
              </a:buClr>
              <a:buFont typeface="Tahoma"/>
              <a:buChar char="•"/>
              <a:tabLst>
                <a:tab algn="l" pos="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400" spc="-1" strike="noStrike">
                <a:solidFill>
                  <a:srgbClr val="ffffff"/>
                </a:solidFill>
                <a:latin typeface="Tahoma"/>
              </a:rPr>
              <a:t>Third Outline Level</a:t>
            </a:r>
            <a:endParaRPr b="0" lang="en-IN" sz="2400" spc="-1" strike="noStrike">
              <a:solidFill>
                <a:srgbClr val="ffffff"/>
              </a:solidFill>
              <a:latin typeface="Tahoma"/>
            </a:endParaRPr>
          </a:p>
          <a:p>
            <a:pPr lvl="3" marL="1371600" algn="ctr">
              <a:spcBef>
                <a:spcPts val="499"/>
              </a:spcBef>
              <a:buClr>
                <a:srgbClr val="ffffff"/>
              </a:buClr>
              <a:buFont typeface="Tahoma"/>
              <a:buChar char="–"/>
              <a:tabLst>
                <a:tab algn="l" pos="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000" spc="-1" strike="noStrike">
                <a:solidFill>
                  <a:srgbClr val="ffffff"/>
                </a:solidFill>
                <a:latin typeface="Tahoma"/>
              </a:rPr>
              <a:t>Fourth Outline Level</a:t>
            </a:r>
            <a:endParaRPr b="0" lang="en-IN" sz="2000" spc="-1" strike="noStrike">
              <a:solidFill>
                <a:srgbClr val="ffffff"/>
              </a:solidFill>
              <a:latin typeface="Tahoma"/>
            </a:endParaRPr>
          </a:p>
          <a:p>
            <a:pPr lvl="4" marL="1828800" algn="ctr">
              <a:spcBef>
                <a:spcPts val="499"/>
              </a:spcBef>
              <a:buClr>
                <a:srgbClr val="ffffff"/>
              </a:buClr>
              <a:buFont typeface="Tahoma"/>
              <a:buChar char="»"/>
              <a:tabLst>
                <a:tab algn="l" pos="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000" spc="-1" strike="noStrike">
                <a:solidFill>
                  <a:srgbClr val="ffffff"/>
                </a:solidFill>
                <a:latin typeface="Tahoma"/>
              </a:rPr>
              <a:t>Fifth Outline Level</a:t>
            </a:r>
            <a:endParaRPr b="0" lang="en-IN" sz="2000" spc="-1" strike="noStrike">
              <a:solidFill>
                <a:srgbClr val="ffffff"/>
              </a:solidFill>
              <a:latin typeface="Tahoma"/>
            </a:endParaRPr>
          </a:p>
          <a:p>
            <a:pPr lvl="5" marL="1828800">
              <a:spcBef>
                <a:spcPts val="499"/>
              </a:spcBef>
              <a:buClr>
                <a:srgbClr val="000000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000" spc="-1" strike="noStrike">
                <a:solidFill>
                  <a:srgbClr val="ffffff"/>
                </a:solidFill>
                <a:latin typeface="Tahoma"/>
              </a:rPr>
              <a:t>Sixth Outline Level</a:t>
            </a:r>
            <a:endParaRPr b="0" lang="en-IN" sz="2000" spc="-1" strike="noStrike">
              <a:solidFill>
                <a:srgbClr val="ffffff"/>
              </a:solidFill>
              <a:latin typeface="Tahoma"/>
            </a:endParaRPr>
          </a:p>
          <a:p>
            <a:pPr lvl="6" marL="1828800">
              <a:spcBef>
                <a:spcPts val="499"/>
              </a:spcBef>
              <a:buClr>
                <a:srgbClr val="000000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000" spc="-1" strike="noStrike">
                <a:solidFill>
                  <a:srgbClr val="ffffff"/>
                </a:solidFill>
                <a:latin typeface="Tahoma"/>
              </a:rPr>
              <a:t>Seventh Outline Level</a:t>
            </a:r>
            <a:endParaRPr b="0" lang="en-IN" sz="20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4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PlaceHolder 1"/>
          <p:cNvSpPr>
            <a:spLocks noGrp="1"/>
          </p:cNvSpPr>
          <p:nvPr>
            <p:ph type="title"/>
          </p:nvPr>
        </p:nvSpPr>
        <p:spPr>
          <a:xfrm>
            <a:off x="685800" y="2130120"/>
            <a:ext cx="7772400" cy="14698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Detailed Design meeting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5" name="PlaceHolder 2"/>
          <p:cNvSpPr>
            <a:spLocks noGrp="1"/>
          </p:cNvSpPr>
          <p:nvPr>
            <p:ph type="subTitle"/>
          </p:nvPr>
        </p:nvSpPr>
        <p:spPr>
          <a:xfrm>
            <a:off x="1371600" y="3886200"/>
            <a:ext cx="6400800" cy="17524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p>
            <a:pPr algn="ctr">
              <a:spcBef>
                <a:spcPts val="799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Presented by: &lt;name&gt;, Project Manager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Agenda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7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Opening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PM = secretary (minutes)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Prototype presentation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Evaluation criteria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Finance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Production evaluation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Closing (we have 40 minutes!)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Finance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9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Excel sheet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spcBef>
                <a:spcPts val="700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800" spc="-1" strike="noStrike">
                <a:solidFill>
                  <a:srgbClr val="ffffff"/>
                </a:solidFill>
                <a:latin typeface="Tahoma"/>
              </a:rPr>
              <a:t>Calculate production costs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spcBef>
                <a:spcPts val="700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800" spc="-1" strike="noStrike">
                <a:solidFill>
                  <a:srgbClr val="ffffff"/>
                </a:solidFill>
                <a:latin typeface="Tahoma"/>
              </a:rPr>
              <a:t>Are the cost under 12.50 euro?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lvl="2" marL="1143000" indent="-228600">
              <a:spcBef>
                <a:spcPts val="601"/>
              </a:spcBef>
              <a:buClr>
                <a:srgbClr val="ffffff"/>
              </a:buClr>
              <a:buFont typeface="Tahoma"/>
              <a:buChar char="•"/>
              <a:tabLst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400" spc="-1" strike="noStrike">
                <a:solidFill>
                  <a:srgbClr val="ffffff"/>
                </a:solidFill>
                <a:latin typeface="Tahoma"/>
              </a:rPr>
              <a:t>No: </a:t>
            </a:r>
            <a:r>
              <a:rPr b="0" lang="en-IN" sz="2400" spc="-1" strike="noStrike">
                <a:solidFill>
                  <a:srgbClr val="ffffff"/>
                </a:solidFill>
                <a:latin typeface="Tahoma"/>
              </a:rPr>
              <a:t>	</a:t>
            </a:r>
            <a:r>
              <a:rPr b="0" lang="en-IN" sz="2400" spc="-1" strike="noStrike">
                <a:solidFill>
                  <a:srgbClr val="ffffff"/>
                </a:solidFill>
                <a:latin typeface="Tahoma"/>
              </a:rPr>
              <a:t>redesign</a:t>
            </a:r>
            <a:endParaRPr b="0" lang="en-IN" sz="2400" spc="-1" strike="noStrike">
              <a:solidFill>
                <a:srgbClr val="ffffff"/>
              </a:solidFill>
              <a:latin typeface="Tahoma"/>
            </a:endParaRPr>
          </a:p>
          <a:p>
            <a:pPr lvl="2" marL="1143000" indent="-228600">
              <a:spcBef>
                <a:spcPts val="601"/>
              </a:spcBef>
              <a:buClr>
                <a:srgbClr val="ffffff"/>
              </a:buClr>
              <a:buFont typeface="Tahoma"/>
              <a:buChar char="•"/>
              <a:tabLst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400" spc="-1" strike="noStrike">
                <a:solidFill>
                  <a:srgbClr val="ffffff"/>
                </a:solidFill>
                <a:latin typeface="Tahoma"/>
              </a:rPr>
              <a:t>Yes: project evaluation (next slide)</a:t>
            </a:r>
            <a:endParaRPr b="0" lang="en-IN" sz="24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Project evaluation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01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Project process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Satisfaction with, for example: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spcBef>
                <a:spcPts val="700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800" spc="-1" strike="noStrike">
                <a:solidFill>
                  <a:srgbClr val="ffffff"/>
                </a:solidFill>
                <a:latin typeface="Tahoma"/>
              </a:rPr>
              <a:t>Room for creativity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spcBef>
                <a:spcPts val="700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800" spc="-1" strike="noStrike">
                <a:solidFill>
                  <a:srgbClr val="ffffff"/>
                </a:solidFill>
                <a:latin typeface="Tahoma"/>
              </a:rPr>
              <a:t>Leadership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spcBef>
                <a:spcPts val="700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800" spc="-1" strike="noStrike">
                <a:solidFill>
                  <a:srgbClr val="ffffff"/>
                </a:solidFill>
                <a:latin typeface="Tahoma"/>
              </a:rPr>
              <a:t>Teamwork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spcBef>
                <a:spcPts val="700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800" spc="-1" strike="noStrike">
                <a:solidFill>
                  <a:srgbClr val="ffffff"/>
                </a:solidFill>
                <a:latin typeface="Tahoma"/>
              </a:rPr>
              <a:t>Means (e.g., whiteboard, digital pens, etc.)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New ideas found?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spcBef>
                <a:spcPts val="700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Closing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03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3200" spc="-1" strike="noStrike">
                <a:solidFill>
                  <a:srgbClr val="ffffff"/>
                </a:solidFill>
                <a:latin typeface="Tahoma"/>
              </a:rPr>
              <a:t>Are the costs within the budget?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3200" spc="-1" strike="noStrike">
                <a:solidFill>
                  <a:srgbClr val="ffffff"/>
                </a:solidFill>
                <a:latin typeface="Tahoma"/>
              </a:rPr>
              <a:t>Is the project evaluated?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GB" sz="3200" spc="-1" strike="noStrike">
                <a:solidFill>
                  <a:srgbClr val="ffffff"/>
                </a:solidFill>
                <a:latin typeface="Tahoma"/>
              </a:rPr>
              <a:t>Don’t forget to complete final questionnaire and meeting summary!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 algn="ctr">
              <a:spcBef>
                <a:spcPts val="799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3200" spc="-1" strike="noStrike">
                <a:solidFill>
                  <a:srgbClr val="ffffff"/>
                </a:solidFill>
                <a:latin typeface="Tahoma"/>
              </a:rPr>
              <a:t>Then: Celebration!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18</TotalTime>
  <Application>LibreOffice/7.3.7.2$Linux_X86_64 LibreOffice_project/30$Build-2</Application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/>
  <dc:description/>
  <dc:language>en-IN</dc:language>
  <cp:lastModifiedBy>AMI</cp:lastModifiedBy>
  <dcterms:modified xsi:type="dcterms:W3CDTF">2004-12-14T17:34:13Z</dcterms:modified>
  <cp:revision>20</cp:revision>
  <dc:subject/>
  <dc:title>PowerPoint Presentation</dc:title>
</cp:coreProperties>
</file>