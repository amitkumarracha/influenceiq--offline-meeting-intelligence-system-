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F412C-4836-4595-B937-BB1328F05B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2235BA-7A86-4595-8C3E-ED2718CEEB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10F987-9EB7-4599-BD71-1962D4703B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15454D-8CCC-422B-B707-D3C6BEE4C7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771953-4A9F-487B-8EC3-4BEB5FEE30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73C53F-C4EA-4430-9093-3EA967B3FA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BBE04-FF48-443F-9D5F-6A4A7D4C38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F00145-7EE3-4B4F-AECB-1BE3B22A43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EE9787-2C14-443F-9954-693798DAC1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4F68DF-C05D-4B7B-97E1-473420EF50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E90C2-E8DF-4170-AAB7-2126521448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3878B6-D3FE-4F56-9D69-EEBE62303D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2C976F-83F1-4595-9D8A-A8154C6C9F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2DA46D-3C58-473B-9737-765E994F97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20B0EF-3193-4130-A11D-76D07B346B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5E38CA-5D7A-44F2-9E4B-358BF4B6BD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229BBC-C5B9-4DEE-8F2B-2AF87FDE86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6E75F4-47D1-4019-ACF0-009463414E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55CD74-4C42-46B6-8DAC-CDAE379CF4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0F034B-6B53-4B72-AF7F-E9BF599312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F28228-6B64-4034-9FEE-483E26D63A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F1CE5E-C64F-4459-8E22-0937B43205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0477A1-E516-459D-8A4C-ED8953FABC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A80D75-AA31-4E29-A9BF-B4E486EDAD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9CD4BC-5876-4427-8946-30895C2C2FF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D4A60D-49C7-4259-88F0-2B679771292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2004-11-11T20:46:00Z</dcterms:modified>
  <cp:revision>11</cp:revision>
  <dc:subject/>
  <dc:title>PowerPoint Presentation</dc:title>
</cp:coreProperties>
</file>