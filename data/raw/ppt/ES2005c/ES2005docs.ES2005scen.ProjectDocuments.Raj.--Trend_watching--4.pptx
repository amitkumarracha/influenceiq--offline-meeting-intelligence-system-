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57D471-C8EC-45CC-8571-A5DFB81C13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658A54-A02B-435F-B8E7-9B73B580AF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EF836-E124-4797-B4DD-004CEA24B6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24BB69-097F-48D4-BCF0-0C76B61B55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F05151-4072-45B5-9529-7FE48E216C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5839F3-FDA0-4D74-B8AB-BD101F9048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C5C6E1-9590-4D99-A23F-43BE69F65E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A787F5-0294-4C0C-8945-E0F279499A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878B48-09C3-496C-A7B5-99535F8CFE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29581F-DD42-4149-902F-3236E4DEE1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73FDA5-2CD0-43E4-880B-1CA742CFD4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89EE21-D820-4C74-B642-1382247CF18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AD7540-709E-44E4-BFA8-C6C5B4B9FC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51B02E-0509-4FE0-A698-3924C2139E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8A82C4-BF6F-46C0-87CA-9ED9E8829A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BC6F1B-0E92-47D6-900C-951920B9E6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006870-0FAA-4CE8-9AE5-2608A1D5FC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6BC684-4591-47B7-8AD8-83781139E7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28BFCC-1E56-4C07-88E3-FB8A04C7FC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340021-711C-4E87-A916-9A893AF703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D10A18-702E-46CA-ADBC-77A31FFD1B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C953B6-905E-497E-94C1-35D91D9B22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6914D8-C71E-4760-B3A0-18224C61D6B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C56822-06B9-46CB-A446-CB5C484FD2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A75157-468E-4305-8FB0-D171FB5E675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4720920-D1C9-4702-BE8A-4E931EDCB6D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(Raj)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Methodology includes not only the recent remote control market survey but has also considered the latest  fashion trends of the market.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Executive Summary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Recent Fashion Update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2005-01-26T20:12:00Z</dcterms:modified>
  <cp:revision>10</cp:revision>
  <dc:subject/>
  <dc:title>PowerPoint Presentation</dc:title>
</cp:coreProperties>
</file>