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B6B083-40BB-4296-8B82-DDD035322C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098BAA-81F1-40BE-B6BE-724476880C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69B783-EABB-4B3E-8038-8B8FDB4380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A790D6-1AA5-4000-A227-551BF60D6D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0971D7-C48B-4693-9843-A945511A05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4B68FC-01C4-40ED-A6D4-CBA9B029AA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584063-D57B-4929-B7DB-D53138F678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D5646D-69A5-4160-BE17-871A89B268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E0EF0B-9F39-4B80-9E8E-C4F716ABF4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97A5FA-2321-4781-9776-865CBF2DD0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C8BCBB-D595-48FD-AF37-6E2D3521670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819172-9271-4D4C-AE6C-115017B430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13910F-46A1-4056-A8ED-8CED99D593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419541-9E53-4057-AE5E-4373916B9C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2D0BD8-ABBD-4536-BA10-8EDBA0B656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384507-4557-4ADA-A534-9574964760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6E1A47-7DE8-4FAE-8FF8-965C3892B0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EC5092-2C12-46E7-807A-BD310B32F8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843C8F-B682-4E81-91B8-70057404DC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99BBE0-07A3-446B-BACA-F53D601656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4AAC81-9446-4B69-A153-E43C3CE491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7DD344-617C-4F7E-9897-08E4A47E2E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ECEA91-BDF1-4047-8D8F-10DC6C3FFD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AE8CF5-37FE-4CE1-99F8-D8A789062F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441951F-DE7A-485F-90ED-4A76739FFD4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BA8C0E-DE0F-444E-AD7D-E75F5AC9FB1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 Brian 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2005-01-26T18:09:44Z</dcterms:modified>
  <cp:revision>20</cp:revision>
  <dc:subject/>
  <dc:title>PowerPoint Presentation</dc:title>
</cp:coreProperties>
</file>