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CD815-3EC3-4A39-B65E-F7B13D18EF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B5555F-D983-429E-BCA2-3BB3ED7694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29FBE8-F565-45DB-AA90-D4BDB492F7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D5C39-F123-4EA6-8C4A-2E4306CFF3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5F78FC-7AE4-4B99-B834-15F7E412A3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869031-DBD3-4170-B2C6-9A93D7F5E9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0DFAB-0B5A-4E12-9843-C77D58A572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CB6081-02F4-4D94-BF84-639645DAC0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3189E6-7BDA-4C3D-A702-F704A2DD50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A56DD9-5388-4393-A92D-3300855200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EF1D89-4BE7-48CF-8D3A-08F532D6BF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F36AC-884C-43DE-BA85-2B6F2AE3C2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AE7D21-76CA-4EBC-A788-89FBBDD553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A89E6E-EBBE-46F3-9787-C9666AA467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8C83A7-2486-4AC6-A6AA-3F0C641310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0A7858-FBCC-4955-8858-3FEDA81210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8C7062-581C-40B4-9399-EB20AE6BC8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F01051-0074-4264-AAE7-1053A80ECC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16762E-39DD-4EDB-A82C-FB8B6AADF0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6EB114-F428-45D2-B657-E2154DFF75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78A92B-AA9A-4BB7-A388-55EF5E545E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D93F61-641D-44B9-8E86-1482991216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FAAB64-C56F-4A13-9BDF-20D753744B8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21DF36-EB36-4217-A101-8A6979990B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68F2EB-3E5A-48E9-ABE8-18BF0836A92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23F9B7-F5CD-46BC-91D8-4D4FE2BBD81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