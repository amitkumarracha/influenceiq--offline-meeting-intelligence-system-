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8894A8-0F5B-4EDC-8DDB-B6816C6F2E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40A60-725A-47EE-AF8A-057446C9CE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F7D95C-8E91-4B13-9F75-70D43F90DB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6DFAB6-7A5A-41FB-BDBB-2EFBA18B420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48AC3F-6F93-4CB0-98DC-F949F69629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3216B1-3664-4098-A53F-DAD825465E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6306F4-65B3-4BD4-8306-2E549E2F91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AE44C6-B68D-4EFA-8647-7ECF222E2F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46B549-97AB-47D4-BCE5-C7BD7B1FC7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DB99E2-C443-4CB6-A4C3-DA7AD2A67E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07E318-A50E-4D94-8C4A-B4A17F7F793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6CE2F-1BBB-41A6-A6E2-D91BC73F0EC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041652-354F-4534-B335-B8DC0215EB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397900-B3E0-4C2C-B993-AEB691147B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764985-2401-4E67-952D-7E01944716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993DFC-817F-43FF-8D2F-EE28ECE9C55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F4F43E-A418-4C80-831D-859C01313A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23685C-B017-424A-834A-F79A15A7FF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922124-3414-4A02-B888-D4E2487355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6E3962-F9B8-4B97-82A2-152F121D24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77C15B-26AA-4FE5-872B-60D5FF797D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33FCA2-F841-401E-AED1-00915F142B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53B629-E968-48A6-8952-4FFCF57D45D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599B02-E619-4A23-BB4C-94B765ADFF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DC8A024-5F5E-4DD8-8B13-5D69300E12D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6527E2-1E8B-4E4B-8098-DB398F208B1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