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C2B11E5F-7E75-43F7-89CC-05260B557765}"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94698F5-EFE8-4494-98E7-9486287555C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5CDD42E-A2F8-4DEB-8D02-BA762D8FD557}"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DCE7CCA-821D-496A-AE66-EC6D1FDCFFA6}"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045B1D4-1CE8-4788-AD21-427BD579F04F}"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16E8891-1B7D-477A-9323-89D566298CC0}"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6A10429-F582-4C8F-A9C3-90513162848D}"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A126771-B681-4F2B-9679-784A38240DAD}"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5E74654-51D5-4AA6-87E0-5B4411BB4244}"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C46B405-9ED9-4A23-9972-DA82642BC54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2799BD7-BC02-42BE-8CB5-0621DE6AB743}"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6BE281E-AD69-451A-90B6-9BFC10BFEE8A}"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84C49EA-F36D-46C6-9438-C4967902F8FA}"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1A87A00-7054-44E3-99A8-81D2450D5364}"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427095A-E7AA-4585-8778-7FEDBAE88ACD}"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CF193D5-404C-4768-B2CB-64E514B66075}"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3DEEAC2-256F-42D5-A4A8-6E0910EB4204}"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1A0A1C6-913A-4B2F-919F-2C23D66F2AED}"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77BA928-7B55-4A6F-8248-28BBD4C0DC79}"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421EA75-64C9-4646-A2EF-050331A245F4}"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72E958A-4603-4A4A-ADE5-B92AC58A44B7}"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1082B1A5-4E7D-4689-A868-39C0B0F68FA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BB173B4D-0857-4A92-889F-0B15186B94C6}"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D6C38F8-213F-4916-83DA-C62FB336D258}"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EC3702-7726-447A-8AE5-B09EE3F3EC1D}"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8E7486-79B2-4932-94A8-5DB366217881}"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2005-01-26T20:07:28Z</dcterms:modified>
  <cp:revision>11</cp:revision>
  <dc:subject/>
  <dc:title>PowerPoint Presentation</dc:title>
</cp:coreProperties>
</file>