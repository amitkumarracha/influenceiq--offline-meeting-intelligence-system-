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275B22-E17F-4148-A2C8-710C57B866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34F064-22A5-4149-9CBC-73A1C0F50E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092241-D4AA-4111-AC40-26108A753C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0E0AE9-BD55-4FA7-83FE-7DC102665E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49DDB1-2647-49AF-BC0F-A9A34FC28E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E8598F-8CAB-48E2-9B84-962B481241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F28AC6-9443-4DCC-A7AD-46EF2F45FC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F46C30-5813-4FD9-9717-7ED6E98567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A10C71-67E5-44C3-9EF2-D6BFBFA751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7F5317-3D86-4EB1-84CB-F1DCE62FD4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F214C8-1AC8-4135-BEC4-B6A66EFCD7B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1B5419-6255-41FF-A77D-225C22119BE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0C181D-FDAC-4324-950B-654A15F5F4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98EC2B-149B-45DD-A4CA-B98D5D7EF4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FD5691-AF86-44EE-8D2A-1AC5BF4BDF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C15D06-B7C8-4944-8569-0EE9A0197C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907909-0A7E-4B3A-AEED-B29381AEC8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1ED9AC-1A82-40C3-84BB-9AE31BD7CB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2997A0-ABE3-4AA9-8F66-D41B5E9C41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16FBA6-473F-449E-AFF9-DB005D304E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D8CE62-AEC3-4C67-8BF4-D589263886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CAFEF3-EA67-4442-A59C-085CC1A23E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C1EBF3-09C7-448A-B73D-78E5F7BAD5B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943060-EE90-485B-90AC-B3A07FD26FD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115A06A-CB59-4CBC-80B1-32943AC5F4CE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8BC6C1-88D8-4896-9A5D-06F121E59517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Ebenezer,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673200" y="1816200"/>
            <a:ext cx="822960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Asked 100 people what the thought about remote controls…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got a lot of complaints as there were open end questions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got some good reactions to specific questions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Remotes are often lost (50%)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Most buttons are not even used (50%)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Takes too long to master (34%),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people between the age of 15-25 would love to have voice recognition. And want fancy pretty remotes.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 exists already and is available as open source so there is no need to spend huge amounts in R&amp;D. Yes it is sketchy at times but this is limited vocabulary.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Kill 3 proverbial birds.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People will buy it but is it practical and will they return it? What about visit\fors and training.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2005-01-26T20:16:39Z</dcterms:modified>
  <cp:revision>14</cp:revision>
  <dc:subject/>
  <dc:title>PowerPoint Presentation</dc:title>
</cp:coreProperties>
</file>