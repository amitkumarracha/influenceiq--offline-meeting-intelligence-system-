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0F328A-85AB-43C2-B16A-DD2C2F42D0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F1294-8CF3-43B8-BEDC-B73F7CF5E2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BC5872-EA79-42F4-9117-6A2DB61688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0F249E-9F0D-42A6-87D7-5119369997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202A0E-6E38-4726-8087-B4A44160C7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C6782-6C4F-450D-AD3E-DCCA05B16D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15ACFC-7BC2-433F-A7B2-861898E6D9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469DAF-35AA-4ABF-892F-6A025430B1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37B818-D2E9-4888-8178-1596666860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B9E7E6-B0E1-4393-B83D-5EA3AF6C50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CD7014-7704-4882-8F67-C646170A1B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0F3A48-F9D8-4441-832F-619700AC97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7058D8-1DAD-4725-A568-45AE76AE5E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FDD073-20E9-4DD6-AF85-2A84A17276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C5EAC3-E0E2-4C8E-BCF8-0038BA5945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B6CCBC-148D-4FA5-9BF0-41EB3F8D4E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39C0E4-FC48-4A31-A2FF-2C3DB26017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FAF2DC-04A8-415D-8F39-49C844F0D4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1AEF52-AB57-4085-B6BE-F51FB5C5C4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627938-9092-4782-839C-DA06DB34AC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8E472A-B9FA-4385-A177-2520A7C48A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EF0879-A84F-4B26-A8BE-3CE40ED2FE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8372F8-2657-4B8C-A10C-09ED35C60D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E06012-FA47-4AC3-A6D0-63A8627E90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B67CF2-53DC-4E64-8A29-51643567C88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F2DD97-2065-445A-BEA8-08BBA6ED943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Existing designs: their designs, why are they like that? good/bad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we need from the remote: easy-to-use buttons, layout of buttons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remotes use graphical user interface; pictures as output, pointing device. Inconsistent layout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New remotes: voice recognition, LCD displays (e.g. music download devices), mouse-like, child-friendly, over-sized,#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 to combine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New speech recognition software!!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Raised symbols, makes remote 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LCD- fancy, looks smart; too complicated?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Over-sized- gimmick, would it sell?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Child-friendly- great idea, good shape; easy to use?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Mouse-like- what do the scrolls work for?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2005-01-26T19:31:20Z</dcterms:modified>
  <cp:revision>9</cp:revision>
  <dc:subject/>
  <dc:title>PowerPoint Presentation</dc:title>
</cp:coreProperties>
</file>