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jpeg" ContentType="image/jpeg"/>
  <Override PartName="/ppt/media/image3.jpeg" ContentType="image/jpeg"/>
  <Override PartName="/ppt/media/image4.png" ContentType="image/png"/>
  <Override PartName="/ppt/media/image6.png" ContentType="image/pn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6E9534-B272-423A-8A7D-33A3F06E4C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2D0536-8EF4-45A2-B50B-050A004864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F3A55B-B2C8-4819-B03D-DA2C4B650C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C0294B-89B6-4383-82F5-4D41DF84EC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F55326-7B21-4A67-94EE-FDDE9A4C95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FB2DF8-B8AD-4DFF-822F-97A073FF56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1A91C-0A90-45CD-BC62-1DE6969585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8C133C-01AE-4886-B796-508335AB33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98A3D9-FEBB-4A9E-88F9-E7489D2A49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387DBB-B75F-44C5-9FBF-482E0A0CD4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2770A3-3E93-4A09-87B5-3BD3AC2106C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1378CF-67C0-4442-86BB-14B351DEE7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F9A4FC-B0A7-47B4-98F6-425EEA677D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64B83D-3EF8-498E-A241-C8914A9D67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F79CB4-C7A0-49DA-8E98-41104CBB01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055F31-AD72-41B0-8836-CC39242C1C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ACAD56-FD50-45C6-83EE-6131E24372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8477A4-C898-41B1-A79A-541EE67102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B95E9A-851D-4C7F-9653-A9BCDB63FD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B484FE-9DDD-40CC-896C-CF7C1DD7E7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925E57-40C9-4F6E-9363-CC6F80EB9B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8755DF-6F03-485C-A83D-B1B30210F4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FADBA3-2139-4DAF-A9FA-F65CB504D8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57C8A4-E46B-4617-AC7D-2EAE9E8376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5ED114-48C4-4B32-9C08-3981EE2802A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725456-4FBA-4CEB-81BB-E3AB9400AD0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684360" y="3886200"/>
            <a:ext cx="777528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Arlo,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input from marketing, UI: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are the basic needs?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What novel features can be added?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Consider limitations: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Budget and timeline from The Boss.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Practical limitations – don’t ask me for the impossible!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it!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46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Our company produces an array of high-quality products from which to draw inspiration for this new remote control: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564000" y="3357720"/>
            <a:ext cx="218592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804000" y="3429000"/>
            <a:ext cx="1932120" cy="21877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395280" y="2997360"/>
            <a:ext cx="2143080" cy="300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874800" y="1652760"/>
          <a:ext cx="7392960" cy="44193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874800" y="1652760"/>
                    <a:ext cx="7392960" cy="4419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My solution: combination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aphicFrame>
        <p:nvGraphicFramePr>
          <p:cNvPr id="107" name=""/>
          <p:cNvGraphicFramePr/>
          <p:nvPr/>
        </p:nvGraphicFramePr>
        <p:xfrm>
          <a:off x="785880" y="1600200"/>
          <a:ext cx="7570800" cy="452592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8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85880" y="1600200"/>
                    <a:ext cx="7570800" cy="45259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Outer casing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Energy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 interface (i.e. buttons)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Other alternatives?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Transmission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4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5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8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20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34" name="" descr=""/>
          <p:cNvPicPr/>
          <p:nvPr/>
        </p:nvPicPr>
        <p:blipFill>
          <a:blip r:embed="rId1"/>
          <a:stretch/>
        </p:blipFill>
        <p:spPr>
          <a:xfrm>
            <a:off x="1979640" y="335772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Programmable options: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Preferred volume settings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Requires a small amount of memory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Bells and whistles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 more money, effort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More likely to work poorly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2005-01-26T17:57:19Z</dcterms:modified>
  <cp:revision>13</cp:revision>
  <dc:subject/>
  <dc:title>PowerPoint Presentation</dc:title>
</cp:coreProperties>
</file>