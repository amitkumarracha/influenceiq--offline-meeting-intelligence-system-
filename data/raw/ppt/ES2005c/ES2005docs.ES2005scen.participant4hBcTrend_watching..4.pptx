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DC119E-CCFB-474A-AF6F-F8BF2093F19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28C30C-CB74-4CD1-84CD-A9A69E70437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A59254-82E9-4AFD-A84C-7C7135A0D6E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0A58C0-2827-4DD0-9CB5-9D76EF461D2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4A9F9C-BEAA-4805-970F-5A53FC3B251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356ADB-E690-4CDC-AA5F-2D18E0B58AE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CCBF4E-5631-48D2-996A-BD82B584230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BB4450-97C6-44F3-B6A4-8D675F3F3BE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7C0B59-B414-4B9D-B7FD-948A80F4C09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85C03B-F35D-46FF-A2CF-999F8C2F2F3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5EDF7D-7FDE-44CF-BCE8-01416FC704D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CA1FD0-5937-4915-8E1F-90CB015C018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C7B41E-EC5D-4DCA-94C2-7BF90E6F07C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0CD8A7-00F2-49EB-B055-261DE5AA688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9F69543-E830-4B3A-B138-370E8C8062F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33655E-20D3-423D-A432-BD10A8B2718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5863D89-9BE2-475F-AEB4-E2488A1FCB4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CAC9D8B-7485-4CFA-9279-E33BBF44299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78E29A-F925-4271-A99A-ED89E49B6E9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8BD4A50-084B-4CCF-8C2D-39A96DB7479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6F99574-EFCE-446F-B2BA-FF4955C1429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1EC58C1-936C-409F-AF76-6509D9EA494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98B92A-7485-465D-A1E4-48532F9EEA0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D445E2-931A-498F-9D54-96586E79E03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DCCDAC0-9BD9-4E37-A1DD-C55CEE4BC360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0FCB303-4A66-4C04-BA0C-F5A343EF43DB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&lt;Discuss your working method&gt;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Administrator</cp:lastModifiedBy>
  <dcterms:modified xsi:type="dcterms:W3CDTF">2004-09-07T15:41:06Z</dcterms:modified>
  <cp:revision>7</cp:revision>
  <dc:subject/>
  <dc:title>PowerPoint Presentation</dc:title>
</cp:coreProperties>
</file>