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68920C-C80A-4341-9C28-60A0F266FBA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EAC5679-9808-4B01-8F0B-7D568D60A3F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0DBA42-BE03-4B65-B2E5-62D0151C40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3278D37-A4B8-4939-A0F8-A80CB8CB48B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7C5DE9-CC63-4F65-A880-5737A056CDB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E85229-6C72-48A2-8720-0A23471B06B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C8AE90-1F16-4ED2-9244-1EB3BEDDCCE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6D07BB-0887-467E-98DC-7DB45670780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C71B2F-9115-459A-81AC-C0656CA617D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66BF71-942D-416D-BD19-A09259D2D0B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BC879CC-7CBB-472E-920E-2C4DE56A6B8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266FCE-9252-44AD-AC4C-5F9D901683B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198FBDF-4999-430D-A62E-E12AF1F74F6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919A9B-1C6D-4C7A-B15E-31FD39B101F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30773A1-0604-4933-B213-824A5C264DC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BAC9621-5696-4F5B-B3EA-8573C12A014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2431A8-0027-407A-893B-BD1FAE202B3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1756E10-8D8A-41C3-ADF1-C592E2A6FA9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05FE5F-D42D-4469-A54B-1EDA97D1E42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90A8BE1-B735-4967-9ED2-E17F7BC75B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44C4311-7DCF-4DF3-8B1B-AF6803F62C3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29ACFE9-9D73-42B1-9A49-ABA1E4D7A1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E33EBF4-0E82-4239-AE44-18C8785C8BD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6D3AC7-6D8B-4F3C-A74E-80319508B955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885EB0D-6538-44D8-A6CD-092908DADFBB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88E2707-EEE8-4417-932F-47072F3A1B5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Functional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&lt;name&gt;,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Project Manager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New project requirements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functions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7000"/>
          </a:bodyPr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After meeting: complete questionnaire and summarization (to be sent by email), then lunch break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Then 30 minutes of individual work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PM: puts minutes in Project Documents folder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components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 interface concept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8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trend watching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8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2004-12-14T17:32:27Z</dcterms:modified>
  <cp:revision>19</cp:revision>
  <dc:subject/>
  <dc:title>PowerPoint Presentation</dc:title>
</cp:coreProperties>
</file>