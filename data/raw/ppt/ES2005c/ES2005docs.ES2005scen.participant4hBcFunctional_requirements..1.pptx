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D56446-0A5C-498F-8829-95C0B11726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66C16E-C10B-477E-8463-B656E58682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4B9059-0D89-4386-8939-993A73B7F9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EF1D88-74CC-4DF0-AF57-74432282BF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CB4121-914B-4704-A502-E4EBB26737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3A3744-C3C2-453E-8C17-4BD77EE28B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B0D35E-D8B6-431E-8B56-7538448DE4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61A55F-1BEE-427A-BBF5-5E777DC398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C9C55C-3AD5-4F26-88AF-569BA4FC881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43AE7C-B6A6-4FC6-A8B0-5C2E58BE94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9497A8-B3D5-4B71-B114-90B964CF41F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856C1C-80B1-4E0D-96CA-820CDA7BC5C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25343C-AEDF-49AA-A617-02A28AFCCE3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3B2629-A85E-44E7-9D18-787E0F1D46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7B235F-700B-4592-B2C7-02FB37B03F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6A994E-AD52-4267-AAA3-3AD24F9ED8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E43837-BA94-4398-904B-80ED20DC0F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4BFDB9-F8CD-42F9-B093-B713CA8421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96412B-72DA-43FB-BE53-340E4BAD6C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EC5E94-AB8E-414A-876A-E50B83831C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47B74F-9928-4119-B6C8-ECE3B0704D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AA54D8-495D-4B99-B3FB-5A1A17E7DA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189910-27D5-421D-9719-EE6F3B04BC7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9924A6-A066-46A4-92A9-93F5F0B4111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51347D-19D4-4378-9E2F-F6A68DE5C54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23D0372-879C-4DD1-AA04-FF573565E3E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&lt;your name&gt;,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2004-09-07T15:39:54Z</dcterms:modified>
  <cp:revision>12</cp:revision>
  <dc:subject/>
  <dc:title>PowerPoint Presentation</dc:title>
</cp:coreProperties>
</file>