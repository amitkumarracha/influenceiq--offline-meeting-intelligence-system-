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3D7B18-14C8-456D-A930-093271F649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228295-01EB-47AF-9F79-5636331FF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93FF7-0295-40F7-AC96-9F2D0CCDB6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42A5B-D609-4E4D-8C92-0E42F9D799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2CAB0-5D56-4B11-ACF3-726C53A5D0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E4239-9365-4525-B2F5-D5E64BA72C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E90D7-A1A9-4A50-A219-BF8085254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6B223B-CBF3-4E62-A70C-5E4B8B6A72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D9025-CDDD-40E9-B2F5-888E1603F9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E46E97-2B23-4744-BD4F-006BAE0B5F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905C2D-212B-4BDB-9D6E-A9D958B00A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C07AE-98DA-4BF7-B555-23A8EA8E25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43A4B-073A-4545-AA47-4DA096B014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7F0FEB-800C-498A-8728-D7EF0DE5B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1A6D4-CF1F-4538-AD66-DC7F6FC7A2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7A166-1F97-41BE-9C03-BD0338D90C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CF6B99-19C9-4210-A547-5835BC41F0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728AD6-DBDD-4D1B-89BA-1912E52255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71811F-4BE0-4D3C-AF06-E7F8CAC7D8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E63F45-6FD8-42A9-B66B-7087A05234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303D6B-BCAC-437E-B657-0AA21CE9A0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C29A1F-3F69-4214-870C-E4159A746E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ED3D6A-658E-4B83-AC75-27D10983FFF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BABB63-6F86-4BA6-88B1-A75794BF2D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67C3ED-3BD9-4A8C-9AD7-197F20238F9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00A6C7-09B4-424C-87C2-AFC43C827D8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2005-01-26T17:05:08Z</dcterms:modified>
  <cp:revision>33</cp:revision>
  <dc:subject/>
  <dc:title>PowerPoint Presentation</dc:title>
</cp:coreProperties>
</file>