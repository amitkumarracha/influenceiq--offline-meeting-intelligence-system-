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90B6F94-5B52-4D53-AC5F-2456B5214E5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C2CEAF2-3BF3-4AB6-9FFF-7BE986DECEA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8852E95-B7D5-4E5B-B3D0-9C338F05C12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B8397B2-A8A9-4628-8554-8D1F82C57AD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410A906-6502-4E15-9128-4FE95943924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797E193-7DE1-48FC-A206-D7C9BC5566C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2025187-14E8-44DE-B7ED-9B4DE2D6B70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A7DB142-8951-42B2-90AB-72EC9CC5550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2D1D1F2-D265-43E0-B873-16F1281087B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C2985C2-2D51-4B96-A3E9-EE7F05D6B89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EAC16E6-C1E3-40EE-B085-4803869305D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83E7A85-F850-4CCD-AEF2-A42FE017452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342C9D6-1B4A-48EF-BD74-431C0662817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59C8A85-30F9-400F-84DA-5229F0BBC5B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395E601-8F36-4E43-9E80-914F9026509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4FFF021-788D-4480-9E35-99951C02244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A960256-BA7A-48A4-A9A4-3CE4A8A1CFA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37992CD-1371-47C4-A745-8BAD5532E7C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47F761E-07AB-4187-A511-630DC823829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4913726-701D-43CA-84FE-ECF245DA992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F1C74F4-B075-45E4-ACD4-85B74BB6AAF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0B4E4A5-E20F-47BD-B088-F18A0ED27D7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49FB142-F802-43F8-BB99-27056F6B63F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C16CC7D-5BD9-4432-8A38-9592F9D9113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594A0F0-7BC8-40B5-BD78-6092A1C39787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386316E-5156-4BC6-A04A-F15E4DD36D4A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Technical Functions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&lt;your name&gt;,  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&lt;Explain your working method&gt;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2004-11-04T20:57:57Z</dcterms:modified>
  <cp:revision>8</cp:revision>
  <dc:subject/>
  <dc:title>PowerPoint Presentation</dc:title>
</cp:coreProperties>
</file>