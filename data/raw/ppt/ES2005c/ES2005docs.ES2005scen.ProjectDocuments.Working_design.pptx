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BB139A-3D28-4485-86F8-B5483E85CC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D19D7-E12E-4620-BB60-869F526086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7F70F9-6567-49E5-BDD8-12630D105F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35304-48D1-4E6D-9D4D-7674A62A25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848F07-F9DC-4B21-8B6E-803AAC4C35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7FA342-1DDE-461B-9856-1CC5C60407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EFFD36-5035-471B-A501-B8F49816EC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C1B6C-EB4F-4378-8AD6-409F4308BF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2A05B-F3D7-461E-9696-9F93D5E071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4EE190-D9BE-4106-A9D8-C7C05EA774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3A35C-7263-4979-8B88-C0426B4FBA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3C896A-495C-43B1-8909-37745BF651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636FA1-AF60-416A-887A-DE44D8F506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36D308-745F-4532-B895-0AE93C65A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C38A81-234A-4A94-9498-88E7348B7C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0943E8-91FD-4D6F-9CAE-CAE3C65AC5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79829B-5F9D-428F-846B-60A75F4423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A0EBDF-DA25-4997-A01D-761DFCA602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565714-0677-4771-AFA5-AFD0B4C351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34165-9246-482D-87EA-E8534C95A0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2E644-7BE1-471E-83C0-5E7610EA17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5BE172-4B2C-4274-A967-896AA7E0B0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F1C28-525E-49D6-8CC7-7C53CF4A32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1FF5F-08C9-46C2-8111-BBD8185036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B6F828-B37D-4104-B9E0-6A0C0E9EEC4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379738-E788-4E40-816B-0B27286E0C6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