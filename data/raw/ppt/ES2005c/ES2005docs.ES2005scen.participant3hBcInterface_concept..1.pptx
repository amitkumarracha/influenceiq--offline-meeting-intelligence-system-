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17E459-4CC9-4135-8F5A-1F9D510501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A568AB-C763-444D-A709-D47E79D9ED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0243B5-BD3A-4322-83D5-0AA0D7DA54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2B0483-2D12-40B3-8EB7-7D7D6EE868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F1F970-26C1-4810-935D-A140663870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0188EB-518F-49A5-85C3-ED6C79448D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BEBD09-4E5A-40E6-8490-54A24F1B0E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5C66D8-3301-4D25-9B28-BABD38E2BC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EAF8CD-295A-44A2-9C5B-B374A263A1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98E239-31F3-4758-8D08-3D11977B02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56304A-33F5-4B64-97AC-669AA2C9911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B9E516-CC4C-49B6-AE5A-6298D902DA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250F68-A1DC-4CC6-89EA-676EE2C951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3F67CB-7DD1-4E35-AB17-2ABABF6752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E08105-ABF9-4E95-AF50-5AA61CEAC5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A6894B-F358-444B-BC56-AFDB2ABD9A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EC1DF7-5EAA-4264-AEF2-29274FF99E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6B9F7D-E23B-4A50-8C2E-7086B1AD44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24A649-37CA-42DA-B88B-5F36A25FC4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0C282B-F034-46BC-99DA-DDD171974B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84273C-D606-4228-B3DE-828352DDE9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85E383-8947-485D-942A-9BA0528273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C1831D-6BF8-4DE3-AA33-722A80FFC41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A247B6-79CC-4ADD-BEBE-BD900BBD922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7ED2170-BD17-43DF-90F0-D3C4190DFEB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64912E-488F-4487-8FB9-BAF2A67D884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2004-09-07T15:40:33Z</dcterms:modified>
  <cp:revision>7</cp:revision>
  <dc:subject/>
  <dc:title>PowerPoint Presentation</dc:title>
</cp:coreProperties>
</file>