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_rels/presentation.xml.rels" ContentType="application/vnd.openxmlformats-package.relationships+xml"/>
  <Override PartName="/ppt/slideLayouts/slideLayout13.xml" ContentType="application/vnd.openxmlformats-officedocument.presentationml.slideLayout+xml"/>
  <Override PartName="/ppt/slideLayouts/slideLayout12.xml" ContentType="application/vnd.openxmlformats-officedocument.presentationml.slideLayout+xml"/>
  <Override PartName="/ppt/slideLayouts/slideLayout11.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8.xml" ContentType="application/vnd.openxmlformats-officedocument.presentationml.slideLayout+xml"/>
  <Override PartName="/ppt/slideLayouts/slideLayout7.xml" ContentType="application/vnd.openxmlformats-officedocument.presentationml.slideLayout+xml"/>
  <Override PartName="/ppt/slideLayouts/_rels/slideLayout22.xml.rels" ContentType="application/vnd.openxmlformats-package.relationships+xml"/>
  <Override PartName="/ppt/slideLayouts/_rels/slideLayout7.xml.rels" ContentType="application/vnd.openxmlformats-package.relationships+xml"/>
  <Override PartName="/ppt/slideLayouts/_rels/slideLayout4.xml.rels" ContentType="application/vnd.openxmlformats-package.relationships+xml"/>
  <Override PartName="/ppt/slideLayouts/_rels/slideLayout17.xml.rels" ContentType="application/vnd.openxmlformats-package.relationships+xml"/>
  <Override PartName="/ppt/slideLayouts/_rels/slideLayout19.xml.rels" ContentType="application/vnd.openxmlformats-package.relationships+xml"/>
  <Override PartName="/ppt/slideLayouts/_rels/slideLayout21.xml.rels" ContentType="application/vnd.openxmlformats-package.relationships+xml"/>
  <Override PartName="/ppt/slideLayouts/_rels/slideLayout6.xml.rels" ContentType="application/vnd.openxmlformats-package.relationships+xml"/>
  <Override PartName="/ppt/slideLayouts/_rels/slideLayout3.xml.rels" ContentType="application/vnd.openxmlformats-package.relationships+xml"/>
  <Override PartName="/ppt/slideLayouts/_rels/slideLayout16.xml.rels" ContentType="application/vnd.openxmlformats-package.relationships+xml"/>
  <Override PartName="/ppt/slideLayouts/_rels/slideLayout18.xml.rels" ContentType="application/vnd.openxmlformats-package.relationships+xml"/>
  <Override PartName="/ppt/slideLayouts/_rels/slideLayout5.xml.rels" ContentType="application/vnd.openxmlformats-package.relationships+xml"/>
  <Override PartName="/ppt/slideLayouts/_rels/slideLayout13.xml.rels" ContentType="application/vnd.openxmlformats-package.relationships+xml"/>
  <Override PartName="/ppt/slideLayouts/_rels/slideLayout12.xml.rels" ContentType="application/vnd.openxmlformats-package.relationships+xml"/>
  <Override PartName="/ppt/slideLayouts/_rels/slideLayout11.xml.rels" ContentType="application/vnd.openxmlformats-package.relationships+xml"/>
  <Override PartName="/ppt/slideLayouts/_rels/slideLayout1.xml.rels" ContentType="application/vnd.openxmlformats-package.relationships+xml"/>
  <Override PartName="/ppt/slideLayouts/_rels/slideLayout14.xml.rels" ContentType="application/vnd.openxmlformats-package.relationships+xml"/>
  <Override PartName="/ppt/slideLayouts/_rels/slideLayout10.xml.rels" ContentType="application/vnd.openxmlformats-package.relationships+xml"/>
  <Override PartName="/ppt/slideLayouts/_rels/slideLayout24.xml.rels" ContentType="application/vnd.openxmlformats-package.relationships+xml"/>
  <Override PartName="/ppt/slideLayouts/_rels/slideLayout9.xml.rels" ContentType="application/vnd.openxmlformats-package.relationships+xml"/>
  <Override PartName="/ppt/slideLayouts/_rels/slideLayout23.xml.rels" ContentType="application/vnd.openxmlformats-package.relationships+xml"/>
  <Override PartName="/ppt/slideLayouts/_rels/slideLayout8.xml.rels" ContentType="application/vnd.openxmlformats-package.relationships+xml"/>
  <Override PartName="/ppt/slideLayouts/_rels/slideLayout15.xml.rels" ContentType="application/vnd.openxmlformats-package.relationships+xml"/>
  <Override PartName="/ppt/slideLayouts/_rels/slideLayout2.xml.rels" ContentType="application/vnd.openxmlformats-package.relationships+xml"/>
  <Override PartName="/ppt/slideLayouts/_rels/slideLayout20.xml.rels" ContentType="application/vnd.openxmlformats-package.relationships+xml"/>
  <Override PartName="/ppt/slideLayouts/slideLayout6.xml" ContentType="application/vnd.openxmlformats-officedocument.presentationml.slideLayout+xml"/>
  <Override PartName="/ppt/slideLayouts/slideLayout24.xml" ContentType="application/vnd.openxmlformats-officedocument.presentationml.slideLayout+xml"/>
  <Override PartName="/ppt/slideLayouts/slideLayout5.xml" ContentType="application/vnd.openxmlformats-officedocument.presentationml.slideLayout+xml"/>
  <Override PartName="/ppt/slideLayouts/slideLayout23.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1.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18.xml" ContentType="application/vnd.openxmlformats-officedocument.presentationml.slideLayout+xml"/>
  <Override PartName="/ppt/slideLayouts/slideLayout3.xml" ContentType="application/vnd.openxmlformats-officedocument.presentationml.slideLayout+xml"/>
  <Override PartName="/ppt/slideLayouts/slideLayout21.xml" ContentType="application/vnd.openxmlformats-officedocument.presentationml.slideLayout+xml"/>
  <Override PartName="/ppt/slideLayouts/slideLayout19.xml" ContentType="application/vnd.openxmlformats-officedocument.presentationml.slideLayout+xml"/>
  <Override PartName="/ppt/slideLayouts/slideLayout4.xml" ContentType="application/vnd.openxmlformats-officedocument.presentationml.slideLayout+xml"/>
  <Override PartName="/ppt/slideLayouts/slideLayout22.xml" ContentType="application/vnd.openxmlformats-officedocument.presentationml.slideLayout+xml"/>
  <Override PartName="/ppt/presProps.xml" ContentType="application/vnd.openxmlformats-officedocument.presentationml.presProps+xml"/>
  <Override PartName="/ppt/slides/slide1.xml" ContentType="application/vnd.openxmlformats-officedocument.presentationml.slide+xml"/>
  <Override PartName="/ppt/slides/_rels/slide9.xml.rels" ContentType="application/vnd.openxmlformats-package.relationships+xml"/>
  <Override PartName="/ppt/slides/_rels/slide8.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3.xml.rels" ContentType="application/vnd.openxmlformats-package.relationships+xml"/>
  <Override PartName="/ppt/slides/_rels/slide5.xml.rels" ContentType="application/vnd.openxmlformats-package.relationships+xml"/>
  <Override PartName="/ppt/slides/_rels/slide2.xml.rels" ContentType="application/vnd.openxmlformats-package.relationships+xml"/>
  <Override PartName="/ppt/slides/_rels/slide4.xml.rels" ContentType="application/vnd.openxmlformats-package.relationships+xml"/>
  <Override PartName="/ppt/slides/_rels/slide1.xml.rels" ContentType="application/vnd.openxmlformats-package.relationships+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1" r:id="rId3"/>
  </p:sldMasterIdLst>
  <p:sldIdLst>
    <p:sldId id="256" r:id="rId4"/>
    <p:sldId id="257" r:id="rId5"/>
    <p:sldId id="258" r:id="rId6"/>
    <p:sldId id="259" r:id="rId7"/>
    <p:sldId id="260" r:id="rId8"/>
    <p:sldId id="261" r:id="rId9"/>
    <p:sldId id="262" r:id="rId10"/>
    <p:sldId id="263" r:id="rId11"/>
    <p:sldId id="264" r:id="rId12"/>
  </p:sldIdLst>
  <p:sldSz cx="9144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2"/>
          </p:nvPr>
        </p:nvSpPr>
        <p:spPr/>
        <p:txBody>
          <a:bodyPr/>
          <a:p>
            <a:r>
              <a:t>Footer</a:t>
            </a:r>
          </a:p>
        </p:txBody>
      </p:sp>
      <p:sp>
        <p:nvSpPr>
          <p:cNvPr id="3" name="PlaceHolder 2"/>
          <p:cNvSpPr>
            <a:spLocks noGrp="1"/>
          </p:cNvSpPr>
          <p:nvPr>
            <p:ph type="sldNum" idx="3"/>
          </p:nvPr>
        </p:nvSpPr>
        <p:spPr/>
        <p:txBody>
          <a:bodyPr/>
          <a:p>
            <a:fld id="{CAD898A6-00BF-4B93-B9A0-59EE03053DE7}" type="slidenum">
              <a:t>&lt;#&gt;</a:t>
            </a:fld>
          </a:p>
        </p:txBody>
      </p:sp>
      <p:sp>
        <p:nvSpPr>
          <p:cNvPr id="4" name="PlaceHolder 3"/>
          <p:cNvSpPr>
            <a:spLocks noGrp="1"/>
          </p:cNvSpPr>
          <p:nvPr>
            <p:ph type="dt" idx="1"/>
          </p:nvPr>
        </p:nvSpPr>
        <p:spPr/>
        <p:txBody>
          <a:bodyPr/>
          <a:p>
            <a:r>
              <a:rPr lang="en-IN"/>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10"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11" name="PlaceHolder 2"/>
          <p:cNvSpPr>
            <a:spLocks noGrp="1"/>
          </p:cNvSpPr>
          <p:nvPr>
            <p:ph type="subTitle"/>
          </p:nvPr>
        </p:nvSpPr>
        <p:spPr>
          <a:xfrm>
            <a:off x="457200" y="1600200"/>
            <a:ext cx="8229600" cy="4525920"/>
          </a:xfrm>
          <a:prstGeom prst="rect">
            <a:avLst/>
          </a:prstGeom>
          <a:noFill/>
          <a:ln w="0">
            <a:noFill/>
          </a:ln>
        </p:spPr>
        <p:txBody>
          <a:bodyPr lIns="0" rIns="0" tIns="0" bIns="0" anchor="ctr">
            <a:noAutofit/>
          </a:bodyPr>
          <a:p>
            <a:pPr algn="ctr">
              <a:spcBef>
                <a:spcPts val="7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3200" spc="-1" strike="noStrike">
              <a:solidFill>
                <a:srgbClr val="ffffff"/>
              </a:solidFill>
              <a:latin typeface="Tahoma"/>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479DC04B-3018-459C-BB78-64937172013F}" type="slidenum">
              <a:t>&lt;#&gt;</a:t>
            </a:fld>
          </a:p>
        </p:txBody>
      </p:sp>
      <p:sp>
        <p:nvSpPr>
          <p:cNvPr id="6" name="PlaceHolder 5"/>
          <p:cNvSpPr>
            <a:spLocks noGrp="1"/>
          </p:cNvSpPr>
          <p:nvPr>
            <p:ph type="dt" idx="1"/>
          </p:nvPr>
        </p:nvSpPr>
        <p:spPr/>
        <p:txBody>
          <a:bodyPr/>
          <a:p>
            <a:r>
              <a:rPr lang="en-IN"/>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2"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13" name="PlaceHolder 2"/>
          <p:cNvSpPr>
            <a:spLocks noGrp="1"/>
          </p:cNvSpPr>
          <p:nvPr>
            <p:ph/>
          </p:nvPr>
        </p:nvSpPr>
        <p:spPr>
          <a:xfrm>
            <a:off x="457200" y="1600200"/>
            <a:ext cx="8229600" cy="452592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EE32F047-C860-45E5-BCF8-3B1414E1B610}" type="slidenum">
              <a:t>&lt;#&gt;</a:t>
            </a:fld>
          </a:p>
        </p:txBody>
      </p:sp>
      <p:sp>
        <p:nvSpPr>
          <p:cNvPr id="6" name="PlaceHolder 5"/>
          <p:cNvSpPr>
            <a:spLocks noGrp="1"/>
          </p:cNvSpPr>
          <p:nvPr>
            <p:ph type="dt" idx="1"/>
          </p:nvPr>
        </p:nvSpPr>
        <p:spPr/>
        <p:txBody>
          <a:bodyPr/>
          <a:p>
            <a:r>
              <a:rPr lang="en-IN"/>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4"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15" name="PlaceHolder 2"/>
          <p:cNvSpPr>
            <a:spLocks noGrp="1"/>
          </p:cNvSpPr>
          <p:nvPr>
            <p:ph/>
          </p:nvPr>
        </p:nvSpPr>
        <p:spPr>
          <a:xfrm>
            <a:off x="457200" y="1600200"/>
            <a:ext cx="4015800" cy="452592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16" name="PlaceHolder 3"/>
          <p:cNvSpPr>
            <a:spLocks noGrp="1"/>
          </p:cNvSpPr>
          <p:nvPr>
            <p:ph/>
          </p:nvPr>
        </p:nvSpPr>
        <p:spPr>
          <a:xfrm>
            <a:off x="4674240" y="1600200"/>
            <a:ext cx="4015800" cy="452592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5" name="PlaceHolder 4"/>
          <p:cNvSpPr>
            <a:spLocks noGrp="1"/>
          </p:cNvSpPr>
          <p:nvPr>
            <p:ph type="ftr" idx="2"/>
          </p:nvPr>
        </p:nvSpPr>
        <p:spPr/>
        <p:txBody>
          <a:bodyPr/>
          <a:p>
            <a:r>
              <a:t>Footer</a:t>
            </a:r>
          </a:p>
        </p:txBody>
      </p:sp>
      <p:sp>
        <p:nvSpPr>
          <p:cNvPr id="6" name="PlaceHolder 5"/>
          <p:cNvSpPr>
            <a:spLocks noGrp="1"/>
          </p:cNvSpPr>
          <p:nvPr>
            <p:ph type="sldNum" idx="3"/>
          </p:nvPr>
        </p:nvSpPr>
        <p:spPr/>
        <p:txBody>
          <a:bodyPr/>
          <a:p>
            <a:fld id="{BC296460-938B-4D34-A5BD-2C590AAF7D62}" type="slidenum">
              <a:t>&lt;#&gt;</a:t>
            </a:fld>
          </a:p>
        </p:txBody>
      </p:sp>
      <p:sp>
        <p:nvSpPr>
          <p:cNvPr id="7" name="PlaceHolder 6"/>
          <p:cNvSpPr>
            <a:spLocks noGrp="1"/>
          </p:cNvSpPr>
          <p:nvPr>
            <p:ph type="dt" idx="1"/>
          </p:nvPr>
        </p:nvSpPr>
        <p:spPr/>
        <p:txBody>
          <a:bodyPr/>
          <a:p>
            <a:r>
              <a:rPr lang="en-IN"/>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7"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3" name="PlaceHolder 2"/>
          <p:cNvSpPr>
            <a:spLocks noGrp="1"/>
          </p:cNvSpPr>
          <p:nvPr>
            <p:ph type="ftr" idx="2"/>
          </p:nvPr>
        </p:nvSpPr>
        <p:spPr/>
        <p:txBody>
          <a:bodyPr/>
          <a:p>
            <a:r>
              <a:t>Footer</a:t>
            </a:r>
          </a:p>
        </p:txBody>
      </p:sp>
      <p:sp>
        <p:nvSpPr>
          <p:cNvPr id="4" name="PlaceHolder 3"/>
          <p:cNvSpPr>
            <a:spLocks noGrp="1"/>
          </p:cNvSpPr>
          <p:nvPr>
            <p:ph type="sldNum" idx="3"/>
          </p:nvPr>
        </p:nvSpPr>
        <p:spPr/>
        <p:txBody>
          <a:bodyPr/>
          <a:p>
            <a:fld id="{5AFE51B2-9EEF-44D8-ADA5-BA952B7128D8}" type="slidenum">
              <a:t>&lt;#&gt;</a:t>
            </a:fld>
          </a:p>
        </p:txBody>
      </p:sp>
      <p:sp>
        <p:nvSpPr>
          <p:cNvPr id="5" name="PlaceHolder 4"/>
          <p:cNvSpPr>
            <a:spLocks noGrp="1"/>
          </p:cNvSpPr>
          <p:nvPr>
            <p:ph type="dt" idx="1"/>
          </p:nvPr>
        </p:nvSpPr>
        <p:spPr/>
        <p:txBody>
          <a:bodyPr/>
          <a:p>
            <a:r>
              <a:rPr lang="en-IN"/>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8" name="PlaceHolder 1"/>
          <p:cNvSpPr>
            <a:spLocks noGrp="1"/>
          </p:cNvSpPr>
          <p:nvPr>
            <p:ph type="subTitle"/>
          </p:nvPr>
        </p:nvSpPr>
        <p:spPr>
          <a:xfrm>
            <a:off x="457200" y="274320"/>
            <a:ext cx="8229600" cy="5299560"/>
          </a:xfrm>
          <a:prstGeom prst="rect">
            <a:avLst/>
          </a:prstGeom>
          <a:noFill/>
          <a:ln w="0">
            <a:noFill/>
          </a:ln>
        </p:spPr>
        <p:txBody>
          <a:bodyPr lIns="0" rIns="0" tIns="0" bIns="0" anchor="ctr">
            <a:noAutofit/>
          </a:bodyPr>
          <a:p>
            <a:pPr algn="ctr">
              <a:spcBef>
                <a:spcPts val="7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3200" spc="-1" strike="noStrike">
              <a:solidFill>
                <a:srgbClr val="ffffff"/>
              </a:solidFill>
              <a:latin typeface="Tahoma"/>
            </a:endParaRPr>
          </a:p>
        </p:txBody>
      </p:sp>
      <p:sp>
        <p:nvSpPr>
          <p:cNvPr id="3" name="PlaceHolder 2"/>
          <p:cNvSpPr>
            <a:spLocks noGrp="1"/>
          </p:cNvSpPr>
          <p:nvPr>
            <p:ph type="ftr" idx="2"/>
          </p:nvPr>
        </p:nvSpPr>
        <p:spPr/>
        <p:txBody>
          <a:bodyPr/>
          <a:p>
            <a:r>
              <a:t>Footer</a:t>
            </a:r>
          </a:p>
        </p:txBody>
      </p:sp>
      <p:sp>
        <p:nvSpPr>
          <p:cNvPr id="4" name="PlaceHolder 3"/>
          <p:cNvSpPr>
            <a:spLocks noGrp="1"/>
          </p:cNvSpPr>
          <p:nvPr>
            <p:ph type="sldNum" idx="3"/>
          </p:nvPr>
        </p:nvSpPr>
        <p:spPr/>
        <p:txBody>
          <a:bodyPr/>
          <a:p>
            <a:fld id="{9EF45F06-3CDB-4883-8D51-1E9CA02A5717}" type="slidenum">
              <a:t>&lt;#&gt;</a:t>
            </a:fld>
          </a:p>
        </p:txBody>
      </p:sp>
      <p:sp>
        <p:nvSpPr>
          <p:cNvPr id="5" name="PlaceHolder 4"/>
          <p:cNvSpPr>
            <a:spLocks noGrp="1"/>
          </p:cNvSpPr>
          <p:nvPr>
            <p:ph type="dt" idx="1"/>
          </p:nvPr>
        </p:nvSpPr>
        <p:spPr/>
        <p:txBody>
          <a:bodyPr/>
          <a:p>
            <a:r>
              <a:rPr lang="en-IN"/>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9"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20" name="PlaceHolder 2"/>
          <p:cNvSpPr>
            <a:spLocks noGrp="1"/>
          </p:cNvSpPr>
          <p:nvPr>
            <p:ph/>
          </p:nvPr>
        </p:nvSpPr>
        <p:spPr>
          <a:xfrm>
            <a:off x="457200" y="160020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21" name="PlaceHolder 3"/>
          <p:cNvSpPr>
            <a:spLocks noGrp="1"/>
          </p:cNvSpPr>
          <p:nvPr>
            <p:ph/>
          </p:nvPr>
        </p:nvSpPr>
        <p:spPr>
          <a:xfrm>
            <a:off x="4674240" y="1600200"/>
            <a:ext cx="4015800" cy="452592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22" name="PlaceHolder 4"/>
          <p:cNvSpPr>
            <a:spLocks noGrp="1"/>
          </p:cNvSpPr>
          <p:nvPr>
            <p:ph/>
          </p:nvPr>
        </p:nvSpPr>
        <p:spPr>
          <a:xfrm>
            <a:off x="457200" y="396432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7D825D8B-CFA7-4707-A5EC-4AFD1444E659}" type="slidenum">
              <a:t>&lt;#&gt;</a:t>
            </a:fld>
          </a:p>
        </p:txBody>
      </p:sp>
      <p:sp>
        <p:nvSpPr>
          <p:cNvPr id="8" name="PlaceHolder 7"/>
          <p:cNvSpPr>
            <a:spLocks noGrp="1"/>
          </p:cNvSpPr>
          <p:nvPr>
            <p:ph type="dt" idx="1"/>
          </p:nvPr>
        </p:nvSpPr>
        <p:spPr/>
        <p:txBody>
          <a:bodyPr/>
          <a:p>
            <a:r>
              <a:rPr lang="en-IN"/>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23"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24" name="PlaceHolder 2"/>
          <p:cNvSpPr>
            <a:spLocks noGrp="1"/>
          </p:cNvSpPr>
          <p:nvPr>
            <p:ph/>
          </p:nvPr>
        </p:nvSpPr>
        <p:spPr>
          <a:xfrm>
            <a:off x="457200" y="1600200"/>
            <a:ext cx="4015800" cy="452592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25" name="PlaceHolder 3"/>
          <p:cNvSpPr>
            <a:spLocks noGrp="1"/>
          </p:cNvSpPr>
          <p:nvPr>
            <p:ph/>
          </p:nvPr>
        </p:nvSpPr>
        <p:spPr>
          <a:xfrm>
            <a:off x="4674240" y="160020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26" name="PlaceHolder 4"/>
          <p:cNvSpPr>
            <a:spLocks noGrp="1"/>
          </p:cNvSpPr>
          <p:nvPr>
            <p:ph/>
          </p:nvPr>
        </p:nvSpPr>
        <p:spPr>
          <a:xfrm>
            <a:off x="4674240" y="396432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49994415-F4DD-42F1-B9B8-AFC34BCD788E}" type="slidenum">
              <a:t>&lt;#&gt;</a:t>
            </a:fld>
          </a:p>
        </p:txBody>
      </p:sp>
      <p:sp>
        <p:nvSpPr>
          <p:cNvPr id="8" name="PlaceHolder 7"/>
          <p:cNvSpPr>
            <a:spLocks noGrp="1"/>
          </p:cNvSpPr>
          <p:nvPr>
            <p:ph type="dt" idx="1"/>
          </p:nvPr>
        </p:nvSpPr>
        <p:spPr/>
        <p:txBody>
          <a:bodyPr/>
          <a:p>
            <a:r>
              <a:rPr lang="en-IN"/>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7"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28" name="PlaceHolder 2"/>
          <p:cNvSpPr>
            <a:spLocks noGrp="1"/>
          </p:cNvSpPr>
          <p:nvPr>
            <p:ph/>
          </p:nvPr>
        </p:nvSpPr>
        <p:spPr>
          <a:xfrm>
            <a:off x="457200" y="160020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29" name="PlaceHolder 3"/>
          <p:cNvSpPr>
            <a:spLocks noGrp="1"/>
          </p:cNvSpPr>
          <p:nvPr>
            <p:ph/>
          </p:nvPr>
        </p:nvSpPr>
        <p:spPr>
          <a:xfrm>
            <a:off x="4674240" y="160020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30" name="PlaceHolder 4"/>
          <p:cNvSpPr>
            <a:spLocks noGrp="1"/>
          </p:cNvSpPr>
          <p:nvPr>
            <p:ph/>
          </p:nvPr>
        </p:nvSpPr>
        <p:spPr>
          <a:xfrm>
            <a:off x="457200" y="3964320"/>
            <a:ext cx="822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161688B5-3F40-4A5A-BD06-782436B7C4A0}" type="slidenum">
              <a:t>&lt;#&gt;</a:t>
            </a:fld>
          </a:p>
        </p:txBody>
      </p:sp>
      <p:sp>
        <p:nvSpPr>
          <p:cNvPr id="8" name="PlaceHolder 7"/>
          <p:cNvSpPr>
            <a:spLocks noGrp="1"/>
          </p:cNvSpPr>
          <p:nvPr>
            <p:ph type="dt" idx="1"/>
          </p:nvPr>
        </p:nvSpPr>
        <p:spPr/>
        <p:txBody>
          <a:bodyPr/>
          <a:p>
            <a:r>
              <a:rPr lang="en-IN"/>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31"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32" name="PlaceHolder 2"/>
          <p:cNvSpPr>
            <a:spLocks noGrp="1"/>
          </p:cNvSpPr>
          <p:nvPr>
            <p:ph/>
          </p:nvPr>
        </p:nvSpPr>
        <p:spPr>
          <a:xfrm>
            <a:off x="457200" y="1600200"/>
            <a:ext cx="822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33" name="PlaceHolder 3"/>
          <p:cNvSpPr>
            <a:spLocks noGrp="1"/>
          </p:cNvSpPr>
          <p:nvPr>
            <p:ph/>
          </p:nvPr>
        </p:nvSpPr>
        <p:spPr>
          <a:xfrm>
            <a:off x="457200" y="3964320"/>
            <a:ext cx="822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5" name="PlaceHolder 4"/>
          <p:cNvSpPr>
            <a:spLocks noGrp="1"/>
          </p:cNvSpPr>
          <p:nvPr>
            <p:ph type="ftr" idx="2"/>
          </p:nvPr>
        </p:nvSpPr>
        <p:spPr/>
        <p:txBody>
          <a:bodyPr/>
          <a:p>
            <a:r>
              <a:t>Footer</a:t>
            </a:r>
          </a:p>
        </p:txBody>
      </p:sp>
      <p:sp>
        <p:nvSpPr>
          <p:cNvPr id="6" name="PlaceHolder 5"/>
          <p:cNvSpPr>
            <a:spLocks noGrp="1"/>
          </p:cNvSpPr>
          <p:nvPr>
            <p:ph type="sldNum" idx="3"/>
          </p:nvPr>
        </p:nvSpPr>
        <p:spPr/>
        <p:txBody>
          <a:bodyPr/>
          <a:p>
            <a:fld id="{283E6D24-E626-4970-AF27-EAB903D9C1BC}" type="slidenum">
              <a:t>&lt;#&gt;</a:t>
            </a:fld>
          </a:p>
        </p:txBody>
      </p:sp>
      <p:sp>
        <p:nvSpPr>
          <p:cNvPr id="7" name="PlaceHolder 6"/>
          <p:cNvSpPr>
            <a:spLocks noGrp="1"/>
          </p:cNvSpPr>
          <p:nvPr>
            <p:ph type="dt" idx="1"/>
          </p:nvPr>
        </p:nvSpPr>
        <p:spPr/>
        <p:txBody>
          <a:bodyPr/>
          <a:p>
            <a:r>
              <a:rPr lang="en-IN"/>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35" name="PlaceHolder 2"/>
          <p:cNvSpPr>
            <a:spLocks noGrp="1"/>
          </p:cNvSpPr>
          <p:nvPr>
            <p:ph/>
          </p:nvPr>
        </p:nvSpPr>
        <p:spPr>
          <a:xfrm>
            <a:off x="457200" y="160020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36" name="PlaceHolder 3"/>
          <p:cNvSpPr>
            <a:spLocks noGrp="1"/>
          </p:cNvSpPr>
          <p:nvPr>
            <p:ph/>
          </p:nvPr>
        </p:nvSpPr>
        <p:spPr>
          <a:xfrm>
            <a:off x="4674240" y="160020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37" name="PlaceHolder 4"/>
          <p:cNvSpPr>
            <a:spLocks noGrp="1"/>
          </p:cNvSpPr>
          <p:nvPr>
            <p:ph/>
          </p:nvPr>
        </p:nvSpPr>
        <p:spPr>
          <a:xfrm>
            <a:off x="457200" y="396432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38" name="PlaceHolder 5"/>
          <p:cNvSpPr>
            <a:spLocks noGrp="1"/>
          </p:cNvSpPr>
          <p:nvPr>
            <p:ph/>
          </p:nvPr>
        </p:nvSpPr>
        <p:spPr>
          <a:xfrm>
            <a:off x="4674240" y="396432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7" name="PlaceHolder 6"/>
          <p:cNvSpPr>
            <a:spLocks noGrp="1"/>
          </p:cNvSpPr>
          <p:nvPr>
            <p:ph type="ftr" idx="2"/>
          </p:nvPr>
        </p:nvSpPr>
        <p:spPr/>
        <p:txBody>
          <a:bodyPr/>
          <a:p>
            <a:r>
              <a:t>Footer</a:t>
            </a:r>
          </a:p>
        </p:txBody>
      </p:sp>
      <p:sp>
        <p:nvSpPr>
          <p:cNvPr id="8" name="PlaceHolder 7"/>
          <p:cNvSpPr>
            <a:spLocks noGrp="1"/>
          </p:cNvSpPr>
          <p:nvPr>
            <p:ph type="sldNum" idx="3"/>
          </p:nvPr>
        </p:nvSpPr>
        <p:spPr/>
        <p:txBody>
          <a:bodyPr/>
          <a:p>
            <a:fld id="{41485E15-5E8E-48FC-9A06-3412F86B84E9}" type="slidenum">
              <a:t>&lt;#&gt;</a:t>
            </a:fld>
          </a:p>
        </p:txBody>
      </p:sp>
      <p:sp>
        <p:nvSpPr>
          <p:cNvPr id="9" name="PlaceHolder 8"/>
          <p:cNvSpPr>
            <a:spLocks noGrp="1"/>
          </p:cNvSpPr>
          <p:nvPr>
            <p:ph type="dt" idx="1"/>
          </p:nvPr>
        </p:nvSpPr>
        <p:spPr/>
        <p:txBody>
          <a:bodyPr/>
          <a:p>
            <a:r>
              <a:rPr lang="en-IN"/>
              <a:t/>
            </a: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9"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40" name="PlaceHolder 2"/>
          <p:cNvSpPr>
            <a:spLocks noGrp="1"/>
          </p:cNvSpPr>
          <p:nvPr>
            <p:ph/>
          </p:nvPr>
        </p:nvSpPr>
        <p:spPr>
          <a:xfrm>
            <a:off x="457200" y="1600200"/>
            <a:ext cx="264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41" name="PlaceHolder 3"/>
          <p:cNvSpPr>
            <a:spLocks noGrp="1"/>
          </p:cNvSpPr>
          <p:nvPr>
            <p:ph/>
          </p:nvPr>
        </p:nvSpPr>
        <p:spPr>
          <a:xfrm>
            <a:off x="3239640" y="1600200"/>
            <a:ext cx="264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42" name="PlaceHolder 4"/>
          <p:cNvSpPr>
            <a:spLocks noGrp="1"/>
          </p:cNvSpPr>
          <p:nvPr>
            <p:ph/>
          </p:nvPr>
        </p:nvSpPr>
        <p:spPr>
          <a:xfrm>
            <a:off x="6022080" y="1600200"/>
            <a:ext cx="264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43" name="PlaceHolder 5"/>
          <p:cNvSpPr>
            <a:spLocks noGrp="1"/>
          </p:cNvSpPr>
          <p:nvPr>
            <p:ph/>
          </p:nvPr>
        </p:nvSpPr>
        <p:spPr>
          <a:xfrm>
            <a:off x="457200" y="3964320"/>
            <a:ext cx="264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44" name="PlaceHolder 6"/>
          <p:cNvSpPr>
            <a:spLocks noGrp="1"/>
          </p:cNvSpPr>
          <p:nvPr>
            <p:ph/>
          </p:nvPr>
        </p:nvSpPr>
        <p:spPr>
          <a:xfrm>
            <a:off x="3239640" y="3964320"/>
            <a:ext cx="264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45" name="PlaceHolder 7"/>
          <p:cNvSpPr>
            <a:spLocks noGrp="1"/>
          </p:cNvSpPr>
          <p:nvPr>
            <p:ph/>
          </p:nvPr>
        </p:nvSpPr>
        <p:spPr>
          <a:xfrm>
            <a:off x="6022080" y="3964320"/>
            <a:ext cx="264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9" name="PlaceHolder 8"/>
          <p:cNvSpPr>
            <a:spLocks noGrp="1"/>
          </p:cNvSpPr>
          <p:nvPr>
            <p:ph type="ftr" idx="2"/>
          </p:nvPr>
        </p:nvSpPr>
        <p:spPr/>
        <p:txBody>
          <a:bodyPr/>
          <a:p>
            <a:r>
              <a:t>Footer</a:t>
            </a:r>
          </a:p>
        </p:txBody>
      </p:sp>
      <p:sp>
        <p:nvSpPr>
          <p:cNvPr id="10" name="PlaceHolder 9"/>
          <p:cNvSpPr>
            <a:spLocks noGrp="1"/>
          </p:cNvSpPr>
          <p:nvPr>
            <p:ph type="sldNum" idx="3"/>
          </p:nvPr>
        </p:nvSpPr>
        <p:spPr/>
        <p:txBody>
          <a:bodyPr/>
          <a:p>
            <a:fld id="{A39504E2-B04A-4B15-A53C-ED0F0DACF075}" type="slidenum">
              <a:t>&lt;#&gt;</a:t>
            </a:fld>
          </a:p>
        </p:txBody>
      </p:sp>
      <p:sp>
        <p:nvSpPr>
          <p:cNvPr id="11" name="PlaceHolder 10"/>
          <p:cNvSpPr>
            <a:spLocks noGrp="1"/>
          </p:cNvSpPr>
          <p:nvPr>
            <p:ph type="dt" idx="1"/>
          </p:nvPr>
        </p:nvSpPr>
        <p:spPr/>
        <p:txBody>
          <a:bodyPr/>
          <a:p>
            <a:r>
              <a:rPr lang="en-IN"/>
              <a:t/>
            </a: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5"/>
          </p:nvPr>
        </p:nvSpPr>
        <p:spPr/>
        <p:txBody>
          <a:bodyPr/>
          <a:p>
            <a:r>
              <a:t>Footer</a:t>
            </a:r>
          </a:p>
        </p:txBody>
      </p:sp>
      <p:sp>
        <p:nvSpPr>
          <p:cNvPr id="3" name="PlaceHolder 2"/>
          <p:cNvSpPr>
            <a:spLocks noGrp="1"/>
          </p:cNvSpPr>
          <p:nvPr>
            <p:ph type="sldNum" idx="6"/>
          </p:nvPr>
        </p:nvSpPr>
        <p:spPr/>
        <p:txBody>
          <a:bodyPr/>
          <a:p>
            <a:fld id="{FB96B535-C049-4485-8404-2A4DECC4FBDB}" type="slidenum">
              <a:t>&lt;#&gt;</a:t>
            </a:fld>
          </a:p>
        </p:txBody>
      </p:sp>
      <p:sp>
        <p:nvSpPr>
          <p:cNvPr id="4" name="PlaceHolder 3"/>
          <p:cNvSpPr>
            <a:spLocks noGrp="1"/>
          </p:cNvSpPr>
          <p:nvPr>
            <p:ph type="dt" idx="4"/>
          </p:nvPr>
        </p:nvSpPr>
        <p:spPr/>
        <p:txBody>
          <a:bodyPr/>
          <a:p>
            <a:r>
              <a:rPr lang="en-IN"/>
              <a:t/>
            </a: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58"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59" name="PlaceHolder 2"/>
          <p:cNvSpPr>
            <a:spLocks noGrp="1"/>
          </p:cNvSpPr>
          <p:nvPr>
            <p:ph type="subTitle"/>
          </p:nvPr>
        </p:nvSpPr>
        <p:spPr>
          <a:xfrm>
            <a:off x="457200" y="1600200"/>
            <a:ext cx="8229600" cy="4525920"/>
          </a:xfrm>
          <a:prstGeom prst="rect">
            <a:avLst/>
          </a:prstGeom>
          <a:noFill/>
          <a:ln w="0">
            <a:noFill/>
          </a:ln>
        </p:spPr>
        <p:txBody>
          <a:bodyPr lIns="0" rIns="0" tIns="0" bIns="0" anchor="ctr">
            <a:noAutofit/>
          </a:bodyPr>
          <a:p>
            <a:pPr algn="ctr">
              <a:spcBef>
                <a:spcPts val="7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3200" spc="-1" strike="noStrike">
              <a:solidFill>
                <a:srgbClr val="ffffff"/>
              </a:solidFill>
              <a:latin typeface="Tahoma"/>
            </a:endParaRPr>
          </a:p>
        </p:txBody>
      </p:sp>
      <p:sp>
        <p:nvSpPr>
          <p:cNvPr id="4" name="PlaceHolder 3"/>
          <p:cNvSpPr>
            <a:spLocks noGrp="1"/>
          </p:cNvSpPr>
          <p:nvPr>
            <p:ph type="ftr" idx="5"/>
          </p:nvPr>
        </p:nvSpPr>
        <p:spPr/>
        <p:txBody>
          <a:bodyPr/>
          <a:p>
            <a:r>
              <a:t>Footer</a:t>
            </a:r>
          </a:p>
        </p:txBody>
      </p:sp>
      <p:sp>
        <p:nvSpPr>
          <p:cNvPr id="5" name="PlaceHolder 4"/>
          <p:cNvSpPr>
            <a:spLocks noGrp="1"/>
          </p:cNvSpPr>
          <p:nvPr>
            <p:ph type="sldNum" idx="6"/>
          </p:nvPr>
        </p:nvSpPr>
        <p:spPr/>
        <p:txBody>
          <a:bodyPr/>
          <a:p>
            <a:fld id="{95338C46-272F-48B7-ADD7-E01A62EAF3CE}" type="slidenum">
              <a:t>&lt;#&gt;</a:t>
            </a:fld>
          </a:p>
        </p:txBody>
      </p:sp>
      <p:sp>
        <p:nvSpPr>
          <p:cNvPr id="6" name="PlaceHolder 5"/>
          <p:cNvSpPr>
            <a:spLocks noGrp="1"/>
          </p:cNvSpPr>
          <p:nvPr>
            <p:ph type="dt" idx="4"/>
          </p:nvPr>
        </p:nvSpPr>
        <p:spPr/>
        <p:txBody>
          <a:bodyPr/>
          <a:p>
            <a:r>
              <a:rPr lang="en-IN"/>
              <a:t/>
            </a: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60"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61" name="PlaceHolder 2"/>
          <p:cNvSpPr>
            <a:spLocks noGrp="1"/>
          </p:cNvSpPr>
          <p:nvPr>
            <p:ph/>
          </p:nvPr>
        </p:nvSpPr>
        <p:spPr>
          <a:xfrm>
            <a:off x="457200" y="1600200"/>
            <a:ext cx="8229600" cy="452592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4" name="PlaceHolder 3"/>
          <p:cNvSpPr>
            <a:spLocks noGrp="1"/>
          </p:cNvSpPr>
          <p:nvPr>
            <p:ph type="ftr" idx="5"/>
          </p:nvPr>
        </p:nvSpPr>
        <p:spPr/>
        <p:txBody>
          <a:bodyPr/>
          <a:p>
            <a:r>
              <a:t>Footer</a:t>
            </a:r>
          </a:p>
        </p:txBody>
      </p:sp>
      <p:sp>
        <p:nvSpPr>
          <p:cNvPr id="5" name="PlaceHolder 4"/>
          <p:cNvSpPr>
            <a:spLocks noGrp="1"/>
          </p:cNvSpPr>
          <p:nvPr>
            <p:ph type="sldNum" idx="6"/>
          </p:nvPr>
        </p:nvSpPr>
        <p:spPr/>
        <p:txBody>
          <a:bodyPr/>
          <a:p>
            <a:fld id="{0DA2A3F4-3CA2-4FF2-9210-785E1D98334B}" type="slidenum">
              <a:t>&lt;#&gt;</a:t>
            </a:fld>
          </a:p>
        </p:txBody>
      </p:sp>
      <p:sp>
        <p:nvSpPr>
          <p:cNvPr id="6" name="PlaceHolder 5"/>
          <p:cNvSpPr>
            <a:spLocks noGrp="1"/>
          </p:cNvSpPr>
          <p:nvPr>
            <p:ph type="dt" idx="4"/>
          </p:nvPr>
        </p:nvSpPr>
        <p:spPr/>
        <p:txBody>
          <a:bodyPr/>
          <a:p>
            <a:r>
              <a:rPr lang="en-IN"/>
              <a:t/>
            </a: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62"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63" name="PlaceHolder 2"/>
          <p:cNvSpPr>
            <a:spLocks noGrp="1"/>
          </p:cNvSpPr>
          <p:nvPr>
            <p:ph/>
          </p:nvPr>
        </p:nvSpPr>
        <p:spPr>
          <a:xfrm>
            <a:off x="457200" y="1600200"/>
            <a:ext cx="4015800" cy="452592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64" name="PlaceHolder 3"/>
          <p:cNvSpPr>
            <a:spLocks noGrp="1"/>
          </p:cNvSpPr>
          <p:nvPr>
            <p:ph/>
          </p:nvPr>
        </p:nvSpPr>
        <p:spPr>
          <a:xfrm>
            <a:off x="4674240" y="1600200"/>
            <a:ext cx="4015800" cy="452592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5" name="PlaceHolder 4"/>
          <p:cNvSpPr>
            <a:spLocks noGrp="1"/>
          </p:cNvSpPr>
          <p:nvPr>
            <p:ph type="ftr" idx="5"/>
          </p:nvPr>
        </p:nvSpPr>
        <p:spPr/>
        <p:txBody>
          <a:bodyPr/>
          <a:p>
            <a:r>
              <a:t>Footer</a:t>
            </a:r>
          </a:p>
        </p:txBody>
      </p:sp>
      <p:sp>
        <p:nvSpPr>
          <p:cNvPr id="6" name="PlaceHolder 5"/>
          <p:cNvSpPr>
            <a:spLocks noGrp="1"/>
          </p:cNvSpPr>
          <p:nvPr>
            <p:ph type="sldNum" idx="6"/>
          </p:nvPr>
        </p:nvSpPr>
        <p:spPr/>
        <p:txBody>
          <a:bodyPr/>
          <a:p>
            <a:fld id="{030DC820-BD36-460A-BA85-5E9AF9FEE90B}" type="slidenum">
              <a:t>&lt;#&gt;</a:t>
            </a:fld>
          </a:p>
        </p:txBody>
      </p:sp>
      <p:sp>
        <p:nvSpPr>
          <p:cNvPr id="7" name="PlaceHolder 6"/>
          <p:cNvSpPr>
            <a:spLocks noGrp="1"/>
          </p:cNvSpPr>
          <p:nvPr>
            <p:ph type="dt" idx="4"/>
          </p:nvPr>
        </p:nvSpPr>
        <p:spPr/>
        <p:txBody>
          <a:bodyPr/>
          <a:p>
            <a:r>
              <a:rPr lang="en-IN"/>
              <a:t/>
            </a: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65"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3" name="PlaceHolder 2"/>
          <p:cNvSpPr>
            <a:spLocks noGrp="1"/>
          </p:cNvSpPr>
          <p:nvPr>
            <p:ph type="ftr" idx="5"/>
          </p:nvPr>
        </p:nvSpPr>
        <p:spPr/>
        <p:txBody>
          <a:bodyPr/>
          <a:p>
            <a:r>
              <a:t>Footer</a:t>
            </a:r>
          </a:p>
        </p:txBody>
      </p:sp>
      <p:sp>
        <p:nvSpPr>
          <p:cNvPr id="4" name="PlaceHolder 3"/>
          <p:cNvSpPr>
            <a:spLocks noGrp="1"/>
          </p:cNvSpPr>
          <p:nvPr>
            <p:ph type="sldNum" idx="6"/>
          </p:nvPr>
        </p:nvSpPr>
        <p:spPr/>
        <p:txBody>
          <a:bodyPr/>
          <a:p>
            <a:fld id="{2DC02A62-4F5D-4192-A90F-046B527D709B}" type="slidenum">
              <a:t>&lt;#&gt;</a:t>
            </a:fld>
          </a:p>
        </p:txBody>
      </p:sp>
      <p:sp>
        <p:nvSpPr>
          <p:cNvPr id="5" name="PlaceHolder 4"/>
          <p:cNvSpPr>
            <a:spLocks noGrp="1"/>
          </p:cNvSpPr>
          <p:nvPr>
            <p:ph type="dt" idx="4"/>
          </p:nvPr>
        </p:nvSpPr>
        <p:spPr/>
        <p:txBody>
          <a:bodyPr/>
          <a:p>
            <a:r>
              <a:rPr lang="en-IN"/>
              <a:t/>
            </a: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66" name="PlaceHolder 1"/>
          <p:cNvSpPr>
            <a:spLocks noGrp="1"/>
          </p:cNvSpPr>
          <p:nvPr>
            <p:ph type="subTitle"/>
          </p:nvPr>
        </p:nvSpPr>
        <p:spPr>
          <a:xfrm>
            <a:off x="457200" y="274320"/>
            <a:ext cx="8229600" cy="5299560"/>
          </a:xfrm>
          <a:prstGeom prst="rect">
            <a:avLst/>
          </a:prstGeom>
          <a:noFill/>
          <a:ln w="0">
            <a:noFill/>
          </a:ln>
        </p:spPr>
        <p:txBody>
          <a:bodyPr lIns="0" rIns="0" tIns="0" bIns="0" anchor="ctr">
            <a:noAutofit/>
          </a:bodyPr>
          <a:p>
            <a:pPr algn="ctr">
              <a:spcBef>
                <a:spcPts val="7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3200" spc="-1" strike="noStrike">
              <a:solidFill>
                <a:srgbClr val="ffffff"/>
              </a:solidFill>
              <a:latin typeface="Tahoma"/>
            </a:endParaRPr>
          </a:p>
        </p:txBody>
      </p:sp>
      <p:sp>
        <p:nvSpPr>
          <p:cNvPr id="3" name="PlaceHolder 2"/>
          <p:cNvSpPr>
            <a:spLocks noGrp="1"/>
          </p:cNvSpPr>
          <p:nvPr>
            <p:ph type="ftr" idx="5"/>
          </p:nvPr>
        </p:nvSpPr>
        <p:spPr/>
        <p:txBody>
          <a:bodyPr/>
          <a:p>
            <a:r>
              <a:t>Footer</a:t>
            </a:r>
          </a:p>
        </p:txBody>
      </p:sp>
      <p:sp>
        <p:nvSpPr>
          <p:cNvPr id="4" name="PlaceHolder 3"/>
          <p:cNvSpPr>
            <a:spLocks noGrp="1"/>
          </p:cNvSpPr>
          <p:nvPr>
            <p:ph type="sldNum" idx="6"/>
          </p:nvPr>
        </p:nvSpPr>
        <p:spPr/>
        <p:txBody>
          <a:bodyPr/>
          <a:p>
            <a:fld id="{5C9F5835-F943-4BB2-9A87-DD44304DB0A5}" type="slidenum">
              <a:t>&lt;#&gt;</a:t>
            </a:fld>
          </a:p>
        </p:txBody>
      </p:sp>
      <p:sp>
        <p:nvSpPr>
          <p:cNvPr id="5" name="PlaceHolder 4"/>
          <p:cNvSpPr>
            <a:spLocks noGrp="1"/>
          </p:cNvSpPr>
          <p:nvPr>
            <p:ph type="dt" idx="4"/>
          </p:nvPr>
        </p:nvSpPr>
        <p:spPr/>
        <p:txBody>
          <a:bodyPr/>
          <a:p>
            <a:r>
              <a:rPr lang="en-IN"/>
              <a:t/>
            </a: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67"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68" name="PlaceHolder 2"/>
          <p:cNvSpPr>
            <a:spLocks noGrp="1"/>
          </p:cNvSpPr>
          <p:nvPr>
            <p:ph/>
          </p:nvPr>
        </p:nvSpPr>
        <p:spPr>
          <a:xfrm>
            <a:off x="457200" y="160020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69" name="PlaceHolder 3"/>
          <p:cNvSpPr>
            <a:spLocks noGrp="1"/>
          </p:cNvSpPr>
          <p:nvPr>
            <p:ph/>
          </p:nvPr>
        </p:nvSpPr>
        <p:spPr>
          <a:xfrm>
            <a:off x="4674240" y="1600200"/>
            <a:ext cx="4015800" cy="452592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70" name="PlaceHolder 4"/>
          <p:cNvSpPr>
            <a:spLocks noGrp="1"/>
          </p:cNvSpPr>
          <p:nvPr>
            <p:ph/>
          </p:nvPr>
        </p:nvSpPr>
        <p:spPr>
          <a:xfrm>
            <a:off x="457200" y="396432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6" name="PlaceHolder 5"/>
          <p:cNvSpPr>
            <a:spLocks noGrp="1"/>
          </p:cNvSpPr>
          <p:nvPr>
            <p:ph type="ftr" idx="5"/>
          </p:nvPr>
        </p:nvSpPr>
        <p:spPr/>
        <p:txBody>
          <a:bodyPr/>
          <a:p>
            <a:r>
              <a:t>Footer</a:t>
            </a:r>
          </a:p>
        </p:txBody>
      </p:sp>
      <p:sp>
        <p:nvSpPr>
          <p:cNvPr id="7" name="PlaceHolder 6"/>
          <p:cNvSpPr>
            <a:spLocks noGrp="1"/>
          </p:cNvSpPr>
          <p:nvPr>
            <p:ph type="sldNum" idx="6"/>
          </p:nvPr>
        </p:nvSpPr>
        <p:spPr/>
        <p:txBody>
          <a:bodyPr/>
          <a:p>
            <a:fld id="{ECC3D204-45FA-45E0-9574-82D35516D4F5}" type="slidenum">
              <a:t>&lt;#&gt;</a:t>
            </a:fld>
          </a:p>
        </p:txBody>
      </p:sp>
      <p:sp>
        <p:nvSpPr>
          <p:cNvPr id="8" name="PlaceHolder 7"/>
          <p:cNvSpPr>
            <a:spLocks noGrp="1"/>
          </p:cNvSpPr>
          <p:nvPr>
            <p:ph type="dt" idx="4"/>
          </p:nvPr>
        </p:nvSpPr>
        <p:spPr/>
        <p:txBody>
          <a:bodyPr/>
          <a:p>
            <a:r>
              <a:rPr lang="en-IN"/>
              <a:t/>
            </a: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71"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72" name="PlaceHolder 2"/>
          <p:cNvSpPr>
            <a:spLocks noGrp="1"/>
          </p:cNvSpPr>
          <p:nvPr>
            <p:ph/>
          </p:nvPr>
        </p:nvSpPr>
        <p:spPr>
          <a:xfrm>
            <a:off x="457200" y="1600200"/>
            <a:ext cx="4015800" cy="452592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73" name="PlaceHolder 3"/>
          <p:cNvSpPr>
            <a:spLocks noGrp="1"/>
          </p:cNvSpPr>
          <p:nvPr>
            <p:ph/>
          </p:nvPr>
        </p:nvSpPr>
        <p:spPr>
          <a:xfrm>
            <a:off x="4674240" y="160020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74" name="PlaceHolder 4"/>
          <p:cNvSpPr>
            <a:spLocks noGrp="1"/>
          </p:cNvSpPr>
          <p:nvPr>
            <p:ph/>
          </p:nvPr>
        </p:nvSpPr>
        <p:spPr>
          <a:xfrm>
            <a:off x="4674240" y="396432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6" name="PlaceHolder 5"/>
          <p:cNvSpPr>
            <a:spLocks noGrp="1"/>
          </p:cNvSpPr>
          <p:nvPr>
            <p:ph type="ftr" idx="5"/>
          </p:nvPr>
        </p:nvSpPr>
        <p:spPr/>
        <p:txBody>
          <a:bodyPr/>
          <a:p>
            <a:r>
              <a:t>Footer</a:t>
            </a:r>
          </a:p>
        </p:txBody>
      </p:sp>
      <p:sp>
        <p:nvSpPr>
          <p:cNvPr id="7" name="PlaceHolder 6"/>
          <p:cNvSpPr>
            <a:spLocks noGrp="1"/>
          </p:cNvSpPr>
          <p:nvPr>
            <p:ph type="sldNum" idx="6"/>
          </p:nvPr>
        </p:nvSpPr>
        <p:spPr/>
        <p:txBody>
          <a:bodyPr/>
          <a:p>
            <a:fld id="{C8CDF3B2-2BCC-47D6-896A-4144F013DD96}" type="slidenum">
              <a:t>&lt;#&gt;</a:t>
            </a:fld>
          </a:p>
        </p:txBody>
      </p:sp>
      <p:sp>
        <p:nvSpPr>
          <p:cNvPr id="8" name="PlaceHolder 7"/>
          <p:cNvSpPr>
            <a:spLocks noGrp="1"/>
          </p:cNvSpPr>
          <p:nvPr>
            <p:ph type="dt" idx="4"/>
          </p:nvPr>
        </p:nvSpPr>
        <p:spPr/>
        <p:txBody>
          <a:bodyPr/>
          <a:p>
            <a:r>
              <a:rPr lang="en-IN"/>
              <a:t/>
            </a: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75"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76" name="PlaceHolder 2"/>
          <p:cNvSpPr>
            <a:spLocks noGrp="1"/>
          </p:cNvSpPr>
          <p:nvPr>
            <p:ph/>
          </p:nvPr>
        </p:nvSpPr>
        <p:spPr>
          <a:xfrm>
            <a:off x="457200" y="160020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77" name="PlaceHolder 3"/>
          <p:cNvSpPr>
            <a:spLocks noGrp="1"/>
          </p:cNvSpPr>
          <p:nvPr>
            <p:ph/>
          </p:nvPr>
        </p:nvSpPr>
        <p:spPr>
          <a:xfrm>
            <a:off x="4674240" y="160020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78" name="PlaceHolder 4"/>
          <p:cNvSpPr>
            <a:spLocks noGrp="1"/>
          </p:cNvSpPr>
          <p:nvPr>
            <p:ph/>
          </p:nvPr>
        </p:nvSpPr>
        <p:spPr>
          <a:xfrm>
            <a:off x="457200" y="3964320"/>
            <a:ext cx="822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6" name="PlaceHolder 5"/>
          <p:cNvSpPr>
            <a:spLocks noGrp="1"/>
          </p:cNvSpPr>
          <p:nvPr>
            <p:ph type="ftr" idx="5"/>
          </p:nvPr>
        </p:nvSpPr>
        <p:spPr/>
        <p:txBody>
          <a:bodyPr/>
          <a:p>
            <a:r>
              <a:t>Footer</a:t>
            </a:r>
          </a:p>
        </p:txBody>
      </p:sp>
      <p:sp>
        <p:nvSpPr>
          <p:cNvPr id="7" name="PlaceHolder 6"/>
          <p:cNvSpPr>
            <a:spLocks noGrp="1"/>
          </p:cNvSpPr>
          <p:nvPr>
            <p:ph type="sldNum" idx="6"/>
          </p:nvPr>
        </p:nvSpPr>
        <p:spPr/>
        <p:txBody>
          <a:bodyPr/>
          <a:p>
            <a:fld id="{FC9D9F35-A458-4737-B083-4E63E9D9C6B7}" type="slidenum">
              <a:t>&lt;#&gt;</a:t>
            </a:fld>
          </a:p>
        </p:txBody>
      </p:sp>
      <p:sp>
        <p:nvSpPr>
          <p:cNvPr id="8" name="PlaceHolder 7"/>
          <p:cNvSpPr>
            <a:spLocks noGrp="1"/>
          </p:cNvSpPr>
          <p:nvPr>
            <p:ph type="dt" idx="4"/>
          </p:nvPr>
        </p:nvSpPr>
        <p:spPr/>
        <p:txBody>
          <a:bodyPr/>
          <a:p>
            <a:r>
              <a:rPr lang="en-IN"/>
              <a:t/>
            </a: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79"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80" name="PlaceHolder 2"/>
          <p:cNvSpPr>
            <a:spLocks noGrp="1"/>
          </p:cNvSpPr>
          <p:nvPr>
            <p:ph/>
          </p:nvPr>
        </p:nvSpPr>
        <p:spPr>
          <a:xfrm>
            <a:off x="457200" y="1600200"/>
            <a:ext cx="822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81" name="PlaceHolder 3"/>
          <p:cNvSpPr>
            <a:spLocks noGrp="1"/>
          </p:cNvSpPr>
          <p:nvPr>
            <p:ph/>
          </p:nvPr>
        </p:nvSpPr>
        <p:spPr>
          <a:xfrm>
            <a:off x="457200" y="3964320"/>
            <a:ext cx="822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5" name="PlaceHolder 4"/>
          <p:cNvSpPr>
            <a:spLocks noGrp="1"/>
          </p:cNvSpPr>
          <p:nvPr>
            <p:ph type="ftr" idx="5"/>
          </p:nvPr>
        </p:nvSpPr>
        <p:spPr/>
        <p:txBody>
          <a:bodyPr/>
          <a:p>
            <a:r>
              <a:t>Footer</a:t>
            </a:r>
          </a:p>
        </p:txBody>
      </p:sp>
      <p:sp>
        <p:nvSpPr>
          <p:cNvPr id="6" name="PlaceHolder 5"/>
          <p:cNvSpPr>
            <a:spLocks noGrp="1"/>
          </p:cNvSpPr>
          <p:nvPr>
            <p:ph type="sldNum" idx="6"/>
          </p:nvPr>
        </p:nvSpPr>
        <p:spPr/>
        <p:txBody>
          <a:bodyPr/>
          <a:p>
            <a:fld id="{78AF6F2B-F626-472F-AC86-60C252E86080}" type="slidenum">
              <a:t>&lt;#&gt;</a:t>
            </a:fld>
          </a:p>
        </p:txBody>
      </p:sp>
      <p:sp>
        <p:nvSpPr>
          <p:cNvPr id="7" name="PlaceHolder 6"/>
          <p:cNvSpPr>
            <a:spLocks noGrp="1"/>
          </p:cNvSpPr>
          <p:nvPr>
            <p:ph type="dt" idx="4"/>
          </p:nvPr>
        </p:nvSpPr>
        <p:spPr/>
        <p:txBody>
          <a:bodyPr/>
          <a:p>
            <a:r>
              <a:rPr lang="en-IN"/>
              <a:t/>
            </a: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82"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83" name="PlaceHolder 2"/>
          <p:cNvSpPr>
            <a:spLocks noGrp="1"/>
          </p:cNvSpPr>
          <p:nvPr>
            <p:ph/>
          </p:nvPr>
        </p:nvSpPr>
        <p:spPr>
          <a:xfrm>
            <a:off x="457200" y="160020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84" name="PlaceHolder 3"/>
          <p:cNvSpPr>
            <a:spLocks noGrp="1"/>
          </p:cNvSpPr>
          <p:nvPr>
            <p:ph/>
          </p:nvPr>
        </p:nvSpPr>
        <p:spPr>
          <a:xfrm>
            <a:off x="4674240" y="160020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85" name="PlaceHolder 4"/>
          <p:cNvSpPr>
            <a:spLocks noGrp="1"/>
          </p:cNvSpPr>
          <p:nvPr>
            <p:ph/>
          </p:nvPr>
        </p:nvSpPr>
        <p:spPr>
          <a:xfrm>
            <a:off x="457200" y="396432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86" name="PlaceHolder 5"/>
          <p:cNvSpPr>
            <a:spLocks noGrp="1"/>
          </p:cNvSpPr>
          <p:nvPr>
            <p:ph/>
          </p:nvPr>
        </p:nvSpPr>
        <p:spPr>
          <a:xfrm>
            <a:off x="4674240" y="396432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7" name="PlaceHolder 6"/>
          <p:cNvSpPr>
            <a:spLocks noGrp="1"/>
          </p:cNvSpPr>
          <p:nvPr>
            <p:ph type="ftr" idx="5"/>
          </p:nvPr>
        </p:nvSpPr>
        <p:spPr/>
        <p:txBody>
          <a:bodyPr/>
          <a:p>
            <a:r>
              <a:t>Footer</a:t>
            </a:r>
          </a:p>
        </p:txBody>
      </p:sp>
      <p:sp>
        <p:nvSpPr>
          <p:cNvPr id="8" name="PlaceHolder 7"/>
          <p:cNvSpPr>
            <a:spLocks noGrp="1"/>
          </p:cNvSpPr>
          <p:nvPr>
            <p:ph type="sldNum" idx="6"/>
          </p:nvPr>
        </p:nvSpPr>
        <p:spPr/>
        <p:txBody>
          <a:bodyPr/>
          <a:p>
            <a:fld id="{16B466F6-070B-48EB-971A-8BEE34A400A9}" type="slidenum">
              <a:t>&lt;#&gt;</a:t>
            </a:fld>
          </a:p>
        </p:txBody>
      </p:sp>
      <p:sp>
        <p:nvSpPr>
          <p:cNvPr id="9" name="PlaceHolder 8"/>
          <p:cNvSpPr>
            <a:spLocks noGrp="1"/>
          </p:cNvSpPr>
          <p:nvPr>
            <p:ph type="dt" idx="4"/>
          </p:nvPr>
        </p:nvSpPr>
        <p:spPr/>
        <p:txBody>
          <a:bodyPr/>
          <a:p>
            <a:r>
              <a:rPr lang="en-IN"/>
              <a:t/>
            </a: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87"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88" name="PlaceHolder 2"/>
          <p:cNvSpPr>
            <a:spLocks noGrp="1"/>
          </p:cNvSpPr>
          <p:nvPr>
            <p:ph/>
          </p:nvPr>
        </p:nvSpPr>
        <p:spPr>
          <a:xfrm>
            <a:off x="457200" y="1600200"/>
            <a:ext cx="264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89" name="PlaceHolder 3"/>
          <p:cNvSpPr>
            <a:spLocks noGrp="1"/>
          </p:cNvSpPr>
          <p:nvPr>
            <p:ph/>
          </p:nvPr>
        </p:nvSpPr>
        <p:spPr>
          <a:xfrm>
            <a:off x="3239640" y="1600200"/>
            <a:ext cx="264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90" name="PlaceHolder 4"/>
          <p:cNvSpPr>
            <a:spLocks noGrp="1"/>
          </p:cNvSpPr>
          <p:nvPr>
            <p:ph/>
          </p:nvPr>
        </p:nvSpPr>
        <p:spPr>
          <a:xfrm>
            <a:off x="6022080" y="1600200"/>
            <a:ext cx="264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91" name="PlaceHolder 5"/>
          <p:cNvSpPr>
            <a:spLocks noGrp="1"/>
          </p:cNvSpPr>
          <p:nvPr>
            <p:ph/>
          </p:nvPr>
        </p:nvSpPr>
        <p:spPr>
          <a:xfrm>
            <a:off x="457200" y="3964320"/>
            <a:ext cx="264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92" name="PlaceHolder 6"/>
          <p:cNvSpPr>
            <a:spLocks noGrp="1"/>
          </p:cNvSpPr>
          <p:nvPr>
            <p:ph/>
          </p:nvPr>
        </p:nvSpPr>
        <p:spPr>
          <a:xfrm>
            <a:off x="3239640" y="3964320"/>
            <a:ext cx="264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93" name="PlaceHolder 7"/>
          <p:cNvSpPr>
            <a:spLocks noGrp="1"/>
          </p:cNvSpPr>
          <p:nvPr>
            <p:ph/>
          </p:nvPr>
        </p:nvSpPr>
        <p:spPr>
          <a:xfrm>
            <a:off x="6022080" y="3964320"/>
            <a:ext cx="264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9" name="PlaceHolder 8"/>
          <p:cNvSpPr>
            <a:spLocks noGrp="1"/>
          </p:cNvSpPr>
          <p:nvPr>
            <p:ph type="ftr" idx="5"/>
          </p:nvPr>
        </p:nvSpPr>
        <p:spPr/>
        <p:txBody>
          <a:bodyPr/>
          <a:p>
            <a:r>
              <a:t>Footer</a:t>
            </a:r>
          </a:p>
        </p:txBody>
      </p:sp>
      <p:sp>
        <p:nvSpPr>
          <p:cNvPr id="10" name="PlaceHolder 9"/>
          <p:cNvSpPr>
            <a:spLocks noGrp="1"/>
          </p:cNvSpPr>
          <p:nvPr>
            <p:ph type="sldNum" idx="6"/>
          </p:nvPr>
        </p:nvSpPr>
        <p:spPr/>
        <p:txBody>
          <a:bodyPr/>
          <a:p>
            <a:fld id="{AE9633E1-3A2B-4AD4-8B2F-46F2F65D1355}" type="slidenum">
              <a:t>&lt;#&gt;</a:t>
            </a:fld>
          </a:p>
        </p:txBody>
      </p:sp>
      <p:sp>
        <p:nvSpPr>
          <p:cNvPr id="11" name="PlaceHolder 10"/>
          <p:cNvSpPr>
            <a:spLocks noGrp="1"/>
          </p:cNvSpPr>
          <p:nvPr>
            <p:ph type="dt" idx="4"/>
          </p:nvPr>
        </p:nvSpPr>
        <p:spPr/>
        <p:txBody>
          <a:bodyPr/>
          <a:p>
            <a:r>
              <a:rPr lang="en-IN"/>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slideLayout" Target="../slideLayouts/slideLayout23.xml"/><Relationship Id="rId13" Type="http://schemas.openxmlformats.org/officeDocument/2006/relationships/slideLayout" Target="../slideLayouts/slideLayout24.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0" name=""/>
          <p:cNvSpPr/>
          <p:nvPr/>
        </p:nvSpPr>
        <p:spPr>
          <a:xfrm>
            <a:off x="0" y="6135840"/>
            <a:ext cx="9140760" cy="718920"/>
          </a:xfrm>
          <a:prstGeom prst="rect">
            <a:avLst/>
          </a:prstGeom>
          <a:solidFill>
            <a:srgbClr val="ffff00"/>
          </a:solidFill>
          <a:ln w="0">
            <a:noFill/>
          </a:ln>
        </p:spPr>
        <p:style>
          <a:lnRef idx="0"/>
          <a:fillRef idx="0"/>
          <a:effectRef idx="0"/>
          <a:fontRef idx="minor"/>
        </p:style>
      </p:sp>
      <p:sp>
        <p:nvSpPr>
          <p:cNvPr id="1"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pc="-1" strike="noStrike">
                <a:solidFill>
                  <a:srgbClr val="ffffff"/>
                </a:solidFill>
                <a:latin typeface="Tahoma"/>
              </a:rPr>
              <a:t>Click to edit the title text format</a:t>
            </a:r>
            <a:endParaRPr b="0" lang="en-IN" sz="4400" spc="-1" strike="noStrike">
              <a:solidFill>
                <a:srgbClr val="ffffff"/>
              </a:solidFill>
              <a:latin typeface="Tahoma"/>
            </a:endParaRPr>
          </a:p>
        </p:txBody>
      </p:sp>
      <p:sp>
        <p:nvSpPr>
          <p:cNvPr id="2" name="PlaceHolder 2"/>
          <p:cNvSpPr>
            <a:spLocks noGrp="1"/>
          </p:cNvSpPr>
          <p:nvPr>
            <p:ph type="body"/>
          </p:nvPr>
        </p:nvSpPr>
        <p:spPr>
          <a:xfrm>
            <a:off x="457200" y="1600200"/>
            <a:ext cx="8229600" cy="4525920"/>
          </a:xfrm>
          <a:prstGeom prst="rect">
            <a:avLst/>
          </a:prstGeom>
          <a:noFill/>
          <a:ln w="0">
            <a:noFill/>
          </a:ln>
        </p:spPr>
        <p:txBody>
          <a:bodyPr lIns="90000" rIns="90000" tIns="46800" bIns="46800" anchor="t">
            <a:normAutofit/>
          </a:bodyPr>
          <a:p>
            <a:pPr marL="343080" indent="-34308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pc="-1" strike="noStrike">
                <a:solidFill>
                  <a:srgbClr val="ffffff"/>
                </a:solidFill>
                <a:latin typeface="Tahoma"/>
              </a:rPr>
              <a:t>Click to edit the outline text format</a:t>
            </a:r>
            <a:endParaRPr b="0" lang="en-IN" sz="3200" spc="-1" strike="noStrike">
              <a:solidFill>
                <a:srgbClr val="ffffff"/>
              </a:solidFill>
              <a:latin typeface="Tahoma"/>
            </a:endParaRPr>
          </a:p>
          <a:p>
            <a:pPr lvl="1" marL="743040" indent="-28584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pc="-1" strike="noStrike">
                <a:solidFill>
                  <a:srgbClr val="ffffff"/>
                </a:solidFill>
                <a:latin typeface="Tahoma"/>
              </a:rPr>
              <a:t>Second Outline Level</a:t>
            </a:r>
            <a:endParaRPr b="0" lang="en-IN" sz="3200" spc="-1" strike="noStrike">
              <a:solidFill>
                <a:srgbClr val="ffffff"/>
              </a:solidFill>
              <a:latin typeface="Tahoma"/>
            </a:endParaRPr>
          </a:p>
          <a:p>
            <a:pPr lvl="2" marL="1143000" indent="-22860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pc="-1" strike="noStrike">
                <a:solidFill>
                  <a:srgbClr val="ffffff"/>
                </a:solidFill>
                <a:latin typeface="Tahoma"/>
              </a:rPr>
              <a:t>Third Outline Level</a:t>
            </a:r>
            <a:endParaRPr b="0" lang="en-IN" sz="3200" spc="-1" strike="noStrike">
              <a:solidFill>
                <a:srgbClr val="ffffff"/>
              </a:solidFill>
              <a:latin typeface="Tahoma"/>
            </a:endParaRPr>
          </a:p>
          <a:p>
            <a:pPr lvl="3" marL="1600200" indent="-22860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pc="-1" strike="noStrike">
                <a:solidFill>
                  <a:srgbClr val="ffffff"/>
                </a:solidFill>
                <a:latin typeface="Tahoma"/>
              </a:rPr>
              <a:t>Fourth Outline Level</a:t>
            </a:r>
            <a:endParaRPr b="0" lang="en-IN" sz="3200" spc="-1" strike="noStrike">
              <a:solidFill>
                <a:srgbClr val="ffffff"/>
              </a:solidFill>
              <a:latin typeface="Tahoma"/>
            </a:endParaRPr>
          </a:p>
          <a:p>
            <a:pPr lvl="4" marL="2057400" indent="-22860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pc="-1" strike="noStrike">
                <a:solidFill>
                  <a:srgbClr val="ffffff"/>
                </a:solidFill>
                <a:latin typeface="Tahoma"/>
              </a:rPr>
              <a:t>Fifth Outline Level</a:t>
            </a:r>
            <a:endParaRPr b="0" lang="en-IN" sz="3200" spc="-1" strike="noStrike">
              <a:solidFill>
                <a:srgbClr val="ffffff"/>
              </a:solidFill>
              <a:latin typeface="Tahoma"/>
            </a:endParaRPr>
          </a:p>
          <a:p>
            <a:pPr lvl="5" marL="2057400" indent="-228600">
              <a:spcBef>
                <a:spcPts val="799"/>
              </a:spcBef>
              <a:buClr>
                <a:srgbClr val="000000"/>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pc="-1" strike="noStrike">
                <a:solidFill>
                  <a:srgbClr val="ffffff"/>
                </a:solidFill>
                <a:latin typeface="Tahoma"/>
              </a:rPr>
              <a:t>Sixth Outline Level</a:t>
            </a:r>
            <a:endParaRPr b="0" lang="en-IN" sz="3200" spc="-1" strike="noStrike">
              <a:solidFill>
                <a:srgbClr val="ffffff"/>
              </a:solidFill>
              <a:latin typeface="Tahoma"/>
            </a:endParaRPr>
          </a:p>
          <a:p>
            <a:pPr lvl="6" marL="2057400" indent="-228600">
              <a:spcBef>
                <a:spcPts val="799"/>
              </a:spcBef>
              <a:buClr>
                <a:srgbClr val="000000"/>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pc="-1" strike="noStrike">
                <a:solidFill>
                  <a:srgbClr val="ffffff"/>
                </a:solidFill>
                <a:latin typeface="Tahoma"/>
              </a:rPr>
              <a:t>Seventh Outline Level</a:t>
            </a:r>
            <a:endParaRPr b="0" lang="en-IN" sz="3200" spc="-1" strike="noStrike">
              <a:solidFill>
                <a:srgbClr val="ffffff"/>
              </a:solidFill>
              <a:latin typeface="Tahoma"/>
            </a:endParaRPr>
          </a:p>
        </p:txBody>
      </p:sp>
      <p:sp>
        <p:nvSpPr>
          <p:cNvPr id="3" name="PlaceHolder 3"/>
          <p:cNvSpPr>
            <a:spLocks noGrp="1"/>
          </p:cNvSpPr>
          <p:nvPr>
            <p:ph type="dt" idx="1"/>
          </p:nvPr>
        </p:nvSpPr>
        <p:spPr>
          <a:xfrm>
            <a:off x="456840" y="6244920"/>
            <a:ext cx="2133720" cy="476280"/>
          </a:xfrm>
          <a:prstGeom prst="rect">
            <a:avLst/>
          </a:prstGeom>
          <a:noFill/>
          <a:ln w="0">
            <a:noFill/>
          </a:ln>
        </p:spPr>
        <p:txBody>
          <a:bodyPr lIns="90000" rIns="90000" tIns="46800" bIns="46800" anchor="t">
            <a:noAutofit/>
          </a:bodyPr>
          <a:lstStyle>
            <a:lvl1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IN" sz="1400" spc="-1" strike="noStrike">
                <a:solidFill>
                  <a:srgbClr val="ffffff"/>
                </a:solidFill>
                <a:latin typeface="Tahoma"/>
              </a:defRPr>
            </a:lvl1pPr>
          </a:lstStyle>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400" spc="-1" strike="noStrike">
                <a:solidFill>
                  <a:srgbClr val="ffffff"/>
                </a:solidFill>
                <a:latin typeface="Tahoma"/>
              </a:rPr>
              <a:t>&lt;date/time&gt;</a:t>
            </a:r>
            <a:endParaRPr b="0" lang="en-IN" sz="1400" spc="-1" strike="noStrike">
              <a:latin typeface="Times New Roman"/>
            </a:endParaRPr>
          </a:p>
        </p:txBody>
      </p:sp>
      <p:sp>
        <p:nvSpPr>
          <p:cNvPr id="4" name="PlaceHolder 4"/>
          <p:cNvSpPr>
            <a:spLocks noGrp="1"/>
          </p:cNvSpPr>
          <p:nvPr>
            <p:ph type="ftr" idx="2"/>
          </p:nvPr>
        </p:nvSpPr>
        <p:spPr>
          <a:xfrm>
            <a:off x="3124080" y="6244920"/>
            <a:ext cx="2895840" cy="476280"/>
          </a:xfrm>
          <a:prstGeom prst="rect">
            <a:avLst/>
          </a:prstGeom>
          <a:noFill/>
          <a:ln w="0">
            <a:noFill/>
          </a:ln>
        </p:spPr>
        <p:txBody>
          <a:bodyPr lIns="90000" rIns="90000" tIns="46800" bIns="46800" anchor="t">
            <a:noAutofit/>
          </a:bodyPr>
          <a:lstStyle>
            <a:lvl1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IN" sz="1400" spc="-1" strike="noStrike">
                <a:solidFill>
                  <a:srgbClr val="ffffff"/>
                </a:solidFill>
                <a:latin typeface="Tahoma"/>
              </a:defRPr>
            </a:lvl1pPr>
          </a:lstStyle>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400" spc="-1" strike="noStrike">
                <a:solidFill>
                  <a:srgbClr val="ffffff"/>
                </a:solidFill>
                <a:latin typeface="Tahoma"/>
              </a:rPr>
              <a:t>&lt;footer&gt;</a:t>
            </a:r>
            <a:endParaRPr b="0" lang="en-IN" sz="1400" spc="-1" strike="noStrike">
              <a:latin typeface="Times New Roman"/>
            </a:endParaRPr>
          </a:p>
        </p:txBody>
      </p:sp>
      <p:sp>
        <p:nvSpPr>
          <p:cNvPr id="5" name="PlaceHolder 5"/>
          <p:cNvSpPr>
            <a:spLocks noGrp="1"/>
          </p:cNvSpPr>
          <p:nvPr>
            <p:ph type="sldNum" idx="3"/>
          </p:nvPr>
        </p:nvSpPr>
        <p:spPr>
          <a:xfrm>
            <a:off x="6552720" y="6244920"/>
            <a:ext cx="2133720" cy="476280"/>
          </a:xfrm>
          <a:prstGeom prst="rect">
            <a:avLst/>
          </a:prstGeom>
          <a:noFill/>
          <a:ln w="0">
            <a:noFill/>
          </a:ln>
        </p:spPr>
        <p:txBody>
          <a:bodyPr lIns="90000" rIns="90000" tIns="46800" bIns="46800" anchor="t">
            <a:noAutofit/>
          </a:bodyPr>
          <a:lstStyle>
            <a:lvl1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IN" sz="1400" spc="-1" strike="noStrike">
                <a:solidFill>
                  <a:srgbClr val="ffffff"/>
                </a:solidFill>
                <a:latin typeface="Tahoma"/>
              </a:defRPr>
            </a:lvl1pPr>
          </a:lstStyle>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7BCB9692-75CD-4037-BB90-D2D012AC97FF}" type="slidenum">
              <a:rPr b="0" lang="en-IN" sz="1400" spc="-1" strike="noStrike">
                <a:solidFill>
                  <a:srgbClr val="ffffff"/>
                </a:solidFill>
                <a:latin typeface="Tahoma"/>
              </a:rPr>
              <a:t>&lt;number&gt;</a:t>
            </a:fld>
            <a:endParaRPr b="0" lang="en-IN" sz="1400" spc="-1" strike="noStrike">
              <a:latin typeface="Times New Roman"/>
            </a:endParaRPr>
          </a:p>
        </p:txBody>
      </p:sp>
      <p:sp>
        <p:nvSpPr>
          <p:cNvPr id="6" name=""/>
          <p:cNvSpPr/>
          <p:nvPr/>
        </p:nvSpPr>
        <p:spPr>
          <a:xfrm>
            <a:off x="4572000" y="6165720"/>
            <a:ext cx="4464000" cy="581400"/>
          </a:xfrm>
          <a:custGeom>
            <a:avLst/>
            <a:gdLst/>
            <a:ahLst/>
            <a:rect l="l" t="t" r="r" b="b"/>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6800" bIns="46800" anchor="t">
            <a:spAutoFit/>
          </a:bodyPr>
          <a:p>
            <a:pPr algn="r">
              <a:lnSpc>
                <a:spcPct val="100000"/>
              </a:lnSpc>
              <a:spcBef>
                <a:spcPts val="2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3200" spc="-1" strike="noStrike">
                <a:solidFill>
                  <a:srgbClr val="000000"/>
                </a:solidFill>
                <a:latin typeface="Tahoma"/>
              </a:rPr>
              <a:t>Real Reaction</a:t>
            </a:r>
            <a:endParaRPr b="0" lang="en-IN" sz="3200" spc="-1" strike="noStrike">
              <a:solidFill>
                <a:srgbClr val="000000"/>
              </a:solidFill>
              <a:latin typeface="Times New Roman"/>
            </a:endParaRPr>
          </a:p>
        </p:txBody>
      </p:sp>
      <p:grpSp>
        <p:nvGrpSpPr>
          <p:cNvPr id="7" name=""/>
          <p:cNvGrpSpPr/>
          <p:nvPr/>
        </p:nvGrpSpPr>
        <p:grpSpPr>
          <a:xfrm>
            <a:off x="34920" y="5973840"/>
            <a:ext cx="1332000" cy="986760"/>
            <a:chOff x="34920" y="5973840"/>
            <a:chExt cx="1332000" cy="986760"/>
          </a:xfrm>
        </p:grpSpPr>
        <p:sp>
          <p:nvSpPr>
            <p:cNvPr id="8" name=""/>
            <p:cNvSpPr/>
            <p:nvPr/>
          </p:nvSpPr>
          <p:spPr>
            <a:xfrm>
              <a:off x="34920" y="6043680"/>
              <a:ext cx="1008000" cy="916920"/>
            </a:xfrm>
            <a:custGeom>
              <a:avLst/>
              <a:gdLst/>
              <a:ahLst/>
              <a:rect l="l" t="t" r="r" b="b"/>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6800" bIns="46800" anchor="t">
              <a:spAutoFit/>
            </a:bodyPr>
            <a:p>
              <a:pPr>
                <a:lnSpc>
                  <a:spcPct val="100000"/>
                </a:lnSpc>
                <a:spcBef>
                  <a:spcPts val="33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5400" spc="-1" strike="noStrike">
                  <a:solidFill>
                    <a:srgbClr val="808080"/>
                  </a:solidFill>
                  <a:latin typeface="Arial"/>
                </a:rPr>
                <a:t>R</a:t>
              </a:r>
              <a:endParaRPr b="0" lang="en-IN" sz="5400" spc="-1" strike="noStrike">
                <a:solidFill>
                  <a:srgbClr val="000000"/>
                </a:solidFill>
                <a:latin typeface="Times New Roman"/>
              </a:endParaRPr>
            </a:p>
          </p:txBody>
        </p:sp>
        <p:sp>
          <p:nvSpPr>
            <p:cNvPr id="9" name=""/>
            <p:cNvSpPr/>
            <p:nvPr/>
          </p:nvSpPr>
          <p:spPr>
            <a:xfrm>
              <a:off x="358920" y="5973840"/>
              <a:ext cx="1008000" cy="916920"/>
            </a:xfrm>
            <a:custGeom>
              <a:avLst/>
              <a:gdLst/>
              <a:ahLst/>
              <a:rect l="l" t="t" r="r" b="b"/>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6800" bIns="46800" anchor="t">
              <a:spAutoFit/>
            </a:bodyPr>
            <a:p>
              <a:pPr>
                <a:lnSpc>
                  <a:spcPct val="100000"/>
                </a:lnSpc>
                <a:spcBef>
                  <a:spcPts val="33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5400" spc="-1" strike="noStrike">
                  <a:solidFill>
                    <a:srgbClr val="808080"/>
                  </a:solidFill>
                  <a:latin typeface="Arial"/>
                </a:rPr>
                <a:t>R</a:t>
              </a:r>
              <a:endParaRPr b="0" lang="en-IN" sz="5400" spc="-1" strike="noStrike">
                <a:solidFill>
                  <a:srgbClr val="000000"/>
                </a:solidFill>
                <a:latin typeface="Times New Roman"/>
              </a:endParaRPr>
            </a:p>
          </p:txBody>
        </p:sp>
      </p:gr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46" name=""/>
          <p:cNvSpPr/>
          <p:nvPr/>
        </p:nvSpPr>
        <p:spPr>
          <a:xfrm>
            <a:off x="0" y="6135840"/>
            <a:ext cx="9140760" cy="718920"/>
          </a:xfrm>
          <a:prstGeom prst="rect">
            <a:avLst/>
          </a:prstGeom>
          <a:solidFill>
            <a:srgbClr val="ffff00"/>
          </a:solidFill>
          <a:ln w="0">
            <a:noFill/>
          </a:ln>
        </p:spPr>
        <p:style>
          <a:lnRef idx="0"/>
          <a:fillRef idx="0"/>
          <a:effectRef idx="0"/>
          <a:fontRef idx="minor"/>
        </p:style>
      </p:sp>
      <p:sp>
        <p:nvSpPr>
          <p:cNvPr id="47" name="PlaceHolder 1"/>
          <p:cNvSpPr>
            <a:spLocks noGrp="1"/>
          </p:cNvSpPr>
          <p:nvPr>
            <p:ph type="title"/>
          </p:nvPr>
        </p:nvSpPr>
        <p:spPr>
          <a:xfrm>
            <a:off x="685800" y="2130120"/>
            <a:ext cx="7772400" cy="146988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pc="-1" strike="noStrike">
                <a:solidFill>
                  <a:srgbClr val="ffffff"/>
                </a:solidFill>
                <a:latin typeface="Tahoma"/>
              </a:rPr>
              <a:t>Click to edit the title text format</a:t>
            </a:r>
            <a:endParaRPr b="0" lang="en-IN" sz="4400" spc="-1" strike="noStrike">
              <a:solidFill>
                <a:srgbClr val="ffffff"/>
              </a:solidFill>
              <a:latin typeface="Tahoma"/>
            </a:endParaRPr>
          </a:p>
        </p:txBody>
      </p:sp>
      <p:sp>
        <p:nvSpPr>
          <p:cNvPr id="48" name="PlaceHolder 2"/>
          <p:cNvSpPr>
            <a:spLocks noGrp="1"/>
          </p:cNvSpPr>
          <p:nvPr>
            <p:ph type="dt" idx="4"/>
          </p:nvPr>
        </p:nvSpPr>
        <p:spPr>
          <a:xfrm>
            <a:off x="456840" y="6244920"/>
            <a:ext cx="2133720" cy="476280"/>
          </a:xfrm>
          <a:prstGeom prst="rect">
            <a:avLst/>
          </a:prstGeom>
          <a:noFill/>
          <a:ln w="0">
            <a:noFill/>
          </a:ln>
        </p:spPr>
        <p:txBody>
          <a:bodyPr lIns="90000" rIns="90000" tIns="46800" bIns="46800" anchor="t">
            <a:noAutofit/>
          </a:bodyPr>
          <a:lstStyle>
            <a:lvl1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IN" sz="1400" spc="-1" strike="noStrike">
                <a:latin typeface="Tahoma"/>
              </a:defRPr>
            </a:lvl1pPr>
          </a:lstStyle>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400" spc="-1" strike="noStrike">
                <a:latin typeface="Tahoma"/>
              </a:rPr>
              <a:t>&lt;date/time&gt;</a:t>
            </a:r>
            <a:endParaRPr b="0" lang="en-IN" sz="1400" spc="-1" strike="noStrike">
              <a:latin typeface="Times New Roman"/>
            </a:endParaRPr>
          </a:p>
        </p:txBody>
      </p:sp>
      <p:sp>
        <p:nvSpPr>
          <p:cNvPr id="49" name="PlaceHolder 3"/>
          <p:cNvSpPr>
            <a:spLocks noGrp="1"/>
          </p:cNvSpPr>
          <p:nvPr>
            <p:ph type="ftr" idx="5"/>
          </p:nvPr>
        </p:nvSpPr>
        <p:spPr>
          <a:xfrm>
            <a:off x="3124080" y="6244920"/>
            <a:ext cx="2895840" cy="476280"/>
          </a:xfrm>
          <a:prstGeom prst="rect">
            <a:avLst/>
          </a:prstGeom>
          <a:noFill/>
          <a:ln w="0">
            <a:noFill/>
          </a:ln>
        </p:spPr>
        <p:txBody>
          <a:bodyPr lIns="90000" rIns="90000" tIns="46800" bIns="46800" anchor="t">
            <a:noAutofit/>
          </a:bodyPr>
          <a:lstStyle>
            <a:lvl1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IN" sz="1400" spc="-1" strike="noStrike">
                <a:latin typeface="Tahoma"/>
              </a:defRPr>
            </a:lvl1pPr>
          </a:lstStyle>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400" spc="-1" strike="noStrike">
                <a:latin typeface="Tahoma"/>
              </a:rPr>
              <a:t>&lt;footer&gt;</a:t>
            </a:r>
            <a:endParaRPr b="0" lang="en-IN" sz="1400" spc="-1" strike="noStrike">
              <a:latin typeface="Times New Roman"/>
            </a:endParaRPr>
          </a:p>
        </p:txBody>
      </p:sp>
      <p:sp>
        <p:nvSpPr>
          <p:cNvPr id="50" name="PlaceHolder 4"/>
          <p:cNvSpPr>
            <a:spLocks noGrp="1"/>
          </p:cNvSpPr>
          <p:nvPr>
            <p:ph type="sldNum" idx="6"/>
          </p:nvPr>
        </p:nvSpPr>
        <p:spPr>
          <a:xfrm>
            <a:off x="6552720" y="6244920"/>
            <a:ext cx="2133720" cy="476280"/>
          </a:xfrm>
          <a:prstGeom prst="rect">
            <a:avLst/>
          </a:prstGeom>
          <a:noFill/>
          <a:ln w="0">
            <a:noFill/>
          </a:ln>
        </p:spPr>
        <p:txBody>
          <a:bodyPr lIns="90000" rIns="90000" tIns="46800" bIns="46800" anchor="t">
            <a:noAutofit/>
          </a:bodyPr>
          <a:lstStyle>
            <a:lvl1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IN" sz="1400" spc="-1" strike="noStrike">
                <a:latin typeface="Tahoma"/>
              </a:defRPr>
            </a:lvl1pPr>
          </a:lstStyle>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00656779-D34C-4807-9F10-E8F31A393FA6}" type="slidenum">
              <a:rPr b="0" lang="en-IN" sz="1400" spc="-1" strike="noStrike">
                <a:latin typeface="Tahoma"/>
              </a:rPr>
              <a:t>&lt;number&gt;</a:t>
            </a:fld>
            <a:endParaRPr b="0" lang="en-IN" sz="1400" spc="-1" strike="noStrike">
              <a:latin typeface="Times New Roman"/>
            </a:endParaRPr>
          </a:p>
        </p:txBody>
      </p:sp>
      <p:grpSp>
        <p:nvGrpSpPr>
          <p:cNvPr id="51" name=""/>
          <p:cNvGrpSpPr/>
          <p:nvPr/>
        </p:nvGrpSpPr>
        <p:grpSpPr>
          <a:xfrm>
            <a:off x="34920" y="-287280"/>
            <a:ext cx="1584360" cy="1701720"/>
            <a:chOff x="34920" y="-287280"/>
            <a:chExt cx="1584360" cy="1701720"/>
          </a:xfrm>
        </p:grpSpPr>
        <p:sp>
          <p:nvSpPr>
            <p:cNvPr id="52" name=""/>
            <p:cNvSpPr/>
            <p:nvPr/>
          </p:nvSpPr>
          <p:spPr>
            <a:xfrm>
              <a:off x="34920" y="-142560"/>
              <a:ext cx="1008000" cy="1557000"/>
            </a:xfrm>
            <a:custGeom>
              <a:avLst/>
              <a:gdLst/>
              <a:ahLst/>
              <a:rect l="l" t="t" r="r" b="b"/>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6800" bIns="46800" anchor="t">
              <a:spAutoFit/>
            </a:bodyPr>
            <a:p>
              <a:pPr>
                <a:lnSpc>
                  <a:spcPct val="100000"/>
                </a:lnSpc>
                <a:spcBef>
                  <a:spcPts val="6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9600" spc="-1" strike="noStrike">
                  <a:solidFill>
                    <a:srgbClr val="808080"/>
                  </a:solidFill>
                  <a:latin typeface="Arial"/>
                </a:rPr>
                <a:t>R</a:t>
              </a:r>
              <a:endParaRPr b="0" lang="en-IN" sz="9600" spc="-1" strike="noStrike">
                <a:solidFill>
                  <a:srgbClr val="000000"/>
                </a:solidFill>
                <a:latin typeface="Times New Roman"/>
              </a:endParaRPr>
            </a:p>
          </p:txBody>
        </p:sp>
        <p:sp>
          <p:nvSpPr>
            <p:cNvPr id="53" name=""/>
            <p:cNvSpPr/>
            <p:nvPr/>
          </p:nvSpPr>
          <p:spPr>
            <a:xfrm>
              <a:off x="611280" y="-287280"/>
              <a:ext cx="1008000" cy="1557000"/>
            </a:xfrm>
            <a:custGeom>
              <a:avLst/>
              <a:gdLst/>
              <a:ahLst/>
              <a:rect l="l" t="t" r="r" b="b"/>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6800" bIns="46800" anchor="t">
              <a:spAutoFit/>
            </a:bodyPr>
            <a:p>
              <a:pPr>
                <a:lnSpc>
                  <a:spcPct val="100000"/>
                </a:lnSpc>
                <a:spcBef>
                  <a:spcPts val="6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9600" spc="-1" strike="noStrike">
                  <a:solidFill>
                    <a:srgbClr val="808080"/>
                  </a:solidFill>
                  <a:latin typeface="Arial"/>
                </a:rPr>
                <a:t>R</a:t>
              </a:r>
              <a:endParaRPr b="0" lang="en-IN" sz="9600" spc="-1" strike="noStrike">
                <a:solidFill>
                  <a:srgbClr val="000000"/>
                </a:solidFill>
                <a:latin typeface="Times New Roman"/>
              </a:endParaRPr>
            </a:p>
          </p:txBody>
        </p:sp>
      </p:grpSp>
      <p:sp>
        <p:nvSpPr>
          <p:cNvPr id="54" name=""/>
          <p:cNvSpPr/>
          <p:nvPr/>
        </p:nvSpPr>
        <p:spPr>
          <a:xfrm>
            <a:off x="2771640" y="444600"/>
            <a:ext cx="6193080" cy="703440"/>
          </a:xfrm>
          <a:custGeom>
            <a:avLst/>
            <a:gdLst/>
            <a:ahLst/>
            <a:rect l="l" t="t" r="r" b="b"/>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6800" bIns="46800" anchor="t">
            <a:spAutoFit/>
          </a:bodyPr>
          <a:p>
            <a:pPr algn="r">
              <a:lnSpc>
                <a:spcPct val="100000"/>
              </a:lnSpc>
              <a:spcBef>
                <a:spcPts val="2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4000" spc="-1" strike="noStrike">
                <a:solidFill>
                  <a:srgbClr val="ffffff"/>
                </a:solidFill>
                <a:latin typeface="Tahoma"/>
              </a:rPr>
              <a:t>Real Reaction</a:t>
            </a:r>
            <a:endParaRPr b="0" lang="en-IN" sz="4000" spc="-1" strike="noStrike">
              <a:solidFill>
                <a:srgbClr val="000000"/>
              </a:solidFill>
              <a:latin typeface="Times New Roman"/>
            </a:endParaRPr>
          </a:p>
        </p:txBody>
      </p:sp>
      <p:sp>
        <p:nvSpPr>
          <p:cNvPr id="55" name=""/>
          <p:cNvSpPr/>
          <p:nvPr/>
        </p:nvSpPr>
        <p:spPr>
          <a:xfrm>
            <a:off x="2700360" y="1171440"/>
            <a:ext cx="6192720" cy="459720"/>
          </a:xfrm>
          <a:custGeom>
            <a:avLst/>
            <a:gdLst/>
            <a:ahLst/>
            <a:rect l="l" t="t" r="r" b="b"/>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6800" bIns="46800" anchor="t">
            <a:spAutoFit/>
          </a:bodyPr>
          <a:p>
            <a:pPr algn="r">
              <a:lnSpc>
                <a:spcPct val="100000"/>
              </a:lnSpc>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i="1" lang="en-IN" sz="2400" spc="-1" strike="noStrike">
                <a:solidFill>
                  <a:srgbClr val="ffff66"/>
                </a:solidFill>
                <a:latin typeface="Tahoma"/>
              </a:rPr>
              <a:t>We put fashion in electronics</a:t>
            </a:r>
            <a:endParaRPr b="0" lang="en-IN" sz="2400" spc="-1" strike="noStrike">
              <a:solidFill>
                <a:srgbClr val="000000"/>
              </a:solidFill>
              <a:latin typeface="Times New Roman"/>
            </a:endParaRPr>
          </a:p>
        </p:txBody>
      </p:sp>
      <p:sp>
        <p:nvSpPr>
          <p:cNvPr id="56" name=""/>
          <p:cNvSpPr/>
          <p:nvPr/>
        </p:nvSpPr>
        <p:spPr>
          <a:xfrm flipH="1">
            <a:off x="107640" y="1197000"/>
            <a:ext cx="8785080" cy="0"/>
          </a:xfrm>
          <a:prstGeom prst="line">
            <a:avLst/>
          </a:prstGeom>
          <a:ln w="38160">
            <a:solidFill>
              <a:srgbClr val="ffffff"/>
            </a:solidFill>
            <a:prstDash val="sysDot"/>
            <a:miter/>
          </a:ln>
        </p:spPr>
        <p:style>
          <a:lnRef idx="0"/>
          <a:fillRef idx="0"/>
          <a:effectRef idx="0"/>
          <a:fontRef idx="minor"/>
        </p:style>
      </p:sp>
      <p:sp>
        <p:nvSpPr>
          <p:cNvPr id="57" name="PlaceHolder 5"/>
          <p:cNvSpPr>
            <a:spLocks noGrp="1"/>
          </p:cNvSpPr>
          <p:nvPr>
            <p:ph type="body"/>
          </p:nvPr>
        </p:nvSpPr>
        <p:spPr>
          <a:xfrm>
            <a:off x="457200" y="1604520"/>
            <a:ext cx="8229240" cy="3977280"/>
          </a:xfrm>
          <a:prstGeom prst="rect">
            <a:avLst/>
          </a:prstGeom>
          <a:noFill/>
          <a:ln w="0">
            <a:noFill/>
          </a:ln>
        </p:spPr>
        <p:txBody>
          <a:bodyPr lIns="0" rIns="0" tIns="0" bIns="0" anchor="t">
            <a:normAutofit/>
          </a:bodyPr>
          <a:p>
            <a:pPr algn="ctr">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pc="-1" strike="noStrike">
                <a:solidFill>
                  <a:srgbClr val="ffffff"/>
                </a:solidFill>
                <a:latin typeface="Tahoma"/>
              </a:rPr>
              <a:t>Click to edit the outline text format</a:t>
            </a:r>
            <a:endParaRPr b="0" lang="en-IN" sz="3200" spc="-1" strike="noStrike">
              <a:solidFill>
                <a:srgbClr val="ffffff"/>
              </a:solidFill>
              <a:latin typeface="Tahoma"/>
            </a:endParaRPr>
          </a:p>
          <a:p>
            <a:pPr lvl="1" marL="457200" algn="ctr">
              <a:spcBef>
                <a:spcPts val="7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pc="-1" strike="noStrike">
                <a:solidFill>
                  <a:srgbClr val="ffffff"/>
                </a:solidFill>
                <a:latin typeface="Tahoma"/>
              </a:rPr>
              <a:t>Second Outline Level</a:t>
            </a:r>
            <a:endParaRPr b="0" lang="en-IN" sz="2800" spc="-1" strike="noStrike">
              <a:solidFill>
                <a:srgbClr val="ffffff"/>
              </a:solidFill>
              <a:latin typeface="Tahoma"/>
            </a:endParaRPr>
          </a:p>
          <a:p>
            <a:pPr lvl="2" marL="914400" algn="ctr">
              <a:spcBef>
                <a:spcPts val="601"/>
              </a:spcBef>
              <a:buClr>
                <a:srgbClr val="ffffff"/>
              </a:buClr>
              <a:buFont typeface="Tahoma"/>
              <a:buChar char="•"/>
              <a:tabLst>
                <a:tab algn="l" pos="0"/>
                <a:tab algn="l" pos="1828800"/>
                <a:tab algn="l" pos="2743200"/>
                <a:tab algn="l" pos="3657600"/>
                <a:tab algn="l" pos="4572000"/>
                <a:tab algn="l" pos="5486400"/>
                <a:tab algn="l" pos="6400800"/>
                <a:tab algn="l" pos="7315200"/>
                <a:tab algn="l" pos="8229600"/>
                <a:tab algn="l" pos="9144000"/>
                <a:tab algn="l" pos="10058400"/>
              </a:tabLst>
            </a:pPr>
            <a:r>
              <a:rPr b="0" lang="en-IN" sz="2400" spc="-1" strike="noStrike">
                <a:solidFill>
                  <a:srgbClr val="ffffff"/>
                </a:solidFill>
                <a:latin typeface="Tahoma"/>
              </a:rPr>
              <a:t>Third Outline Level</a:t>
            </a:r>
            <a:endParaRPr b="0" lang="en-IN" sz="2400" spc="-1" strike="noStrike">
              <a:solidFill>
                <a:srgbClr val="ffffff"/>
              </a:solidFill>
              <a:latin typeface="Tahoma"/>
            </a:endParaRPr>
          </a:p>
          <a:p>
            <a:pPr lvl="3" marL="1371600" algn="ctr">
              <a:spcBef>
                <a:spcPts val="499"/>
              </a:spcBef>
              <a:buClr>
                <a:srgbClr val="ffffff"/>
              </a:buClr>
              <a:buFont typeface="Tahoma"/>
              <a:buChar char="–"/>
              <a:tabLst>
                <a:tab algn="l" pos="0"/>
                <a:tab algn="l" pos="1828800"/>
                <a:tab algn="l" pos="2743200"/>
                <a:tab algn="l" pos="3657600"/>
                <a:tab algn="l" pos="4572000"/>
                <a:tab algn="l" pos="5486400"/>
                <a:tab algn="l" pos="6400800"/>
                <a:tab algn="l" pos="7315200"/>
                <a:tab algn="l" pos="8229600"/>
                <a:tab algn="l" pos="9144000"/>
                <a:tab algn="l" pos="10058400"/>
              </a:tabLst>
            </a:pPr>
            <a:r>
              <a:rPr b="0" lang="en-IN" sz="2000" spc="-1" strike="noStrike">
                <a:solidFill>
                  <a:srgbClr val="ffffff"/>
                </a:solidFill>
                <a:latin typeface="Tahoma"/>
              </a:rPr>
              <a:t>Fourth Outline Level</a:t>
            </a:r>
            <a:endParaRPr b="0" lang="en-IN" sz="2000" spc="-1" strike="noStrike">
              <a:solidFill>
                <a:srgbClr val="ffffff"/>
              </a:solidFill>
              <a:latin typeface="Tahoma"/>
            </a:endParaRPr>
          </a:p>
          <a:p>
            <a:pPr lvl="4" marL="1828800" algn="ctr">
              <a:spcBef>
                <a:spcPts val="499"/>
              </a:spcBef>
              <a:buClr>
                <a:srgbClr val="ffffff"/>
              </a:buClr>
              <a:buFont typeface="Tahoma"/>
              <a:buChar char="»"/>
              <a:tabLst>
                <a:tab algn="l" pos="0"/>
                <a:tab algn="l" pos="2743200"/>
                <a:tab algn="l" pos="3657600"/>
                <a:tab algn="l" pos="4572000"/>
                <a:tab algn="l" pos="5486400"/>
                <a:tab algn="l" pos="6400800"/>
                <a:tab algn="l" pos="7315200"/>
                <a:tab algn="l" pos="8229600"/>
                <a:tab algn="l" pos="9144000"/>
                <a:tab algn="l" pos="10058400"/>
              </a:tabLst>
            </a:pPr>
            <a:r>
              <a:rPr b="0" lang="en-IN" sz="2000" spc="-1" strike="noStrike">
                <a:solidFill>
                  <a:srgbClr val="ffffff"/>
                </a:solidFill>
                <a:latin typeface="Tahoma"/>
              </a:rPr>
              <a:t>Fifth Outline Level</a:t>
            </a:r>
            <a:endParaRPr b="0" lang="en-IN" sz="2000" spc="-1" strike="noStrike">
              <a:solidFill>
                <a:srgbClr val="ffffff"/>
              </a:solidFill>
              <a:latin typeface="Tahoma"/>
            </a:endParaRPr>
          </a:p>
          <a:p>
            <a:pPr lvl="5" marL="1828800">
              <a:spcBef>
                <a:spcPts val="499"/>
              </a:spcBef>
              <a:buClr>
                <a:srgbClr val="000000"/>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pc="-1" strike="noStrike">
                <a:solidFill>
                  <a:srgbClr val="ffffff"/>
                </a:solidFill>
                <a:latin typeface="Tahoma"/>
              </a:rPr>
              <a:t>Sixth Outline Level</a:t>
            </a:r>
            <a:endParaRPr b="0" lang="en-IN" sz="2000" spc="-1" strike="noStrike">
              <a:solidFill>
                <a:srgbClr val="ffffff"/>
              </a:solidFill>
              <a:latin typeface="Tahoma"/>
            </a:endParaRPr>
          </a:p>
          <a:p>
            <a:pPr lvl="6" marL="1828800">
              <a:spcBef>
                <a:spcPts val="499"/>
              </a:spcBef>
              <a:buClr>
                <a:srgbClr val="000000"/>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pc="-1" strike="noStrike">
                <a:solidFill>
                  <a:srgbClr val="ffffff"/>
                </a:solidFill>
                <a:latin typeface="Tahoma"/>
              </a:rPr>
              <a:t>Seventh Outline Level</a:t>
            </a:r>
            <a:endParaRPr b="0" lang="en-IN" sz="2000" spc="-1" strike="noStrike">
              <a:solidFill>
                <a:srgbClr val="ffffff"/>
              </a:solidFill>
              <a:latin typeface="Tahoma"/>
            </a:endParaRPr>
          </a:p>
        </p:txBody>
      </p:sp>
    </p:spTree>
  </p:cSld>
  <p:clrMap bg1="lt1" bg2="lt2" tx1="dk1" tx2="dk2" accent1="accent1" accent2="accent2" accent3="accent3" accent4="accent4" accent5="accent5" accent6="accent6" hlink="hlink" folHlink="folHlink"/>
  <p:sldLayoutIdLst>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4.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3.xml.rels><?xml version="1.0" encoding="UTF-8"?>
<Relationships xmlns="http://schemas.openxmlformats.org/package/2006/relationships"><Relationship Id="rId1" Type="http://schemas.openxmlformats.org/officeDocument/2006/relationships/hyperlink" Target="http://messenger/ami_dev/InspirationID2.htm" TargetMode="External"/><Relationship Id="rId2" Type="http://schemas.openxmlformats.org/officeDocument/2006/relationships/slideLayout" Target="../slideLayouts/slideLayout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3.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94" name="PlaceHolder 1"/>
          <p:cNvSpPr>
            <a:spLocks noGrp="1"/>
          </p:cNvSpPr>
          <p:nvPr>
            <p:ph type="title"/>
          </p:nvPr>
        </p:nvSpPr>
        <p:spPr>
          <a:xfrm>
            <a:off x="685800" y="2130120"/>
            <a:ext cx="7772400" cy="1469880"/>
          </a:xfrm>
          <a:prstGeom prst="rect">
            <a:avLst/>
          </a:prstGeom>
          <a:noFill/>
          <a:ln w="0">
            <a:noFill/>
          </a:ln>
        </p:spPr>
        <p:txBody>
          <a:bodyPr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pc="-1" strike="noStrike">
                <a:solidFill>
                  <a:srgbClr val="ffffff"/>
                </a:solidFill>
                <a:latin typeface="Tahoma"/>
              </a:rPr>
              <a:t>Components Design</a:t>
            </a:r>
            <a:endParaRPr b="0" lang="en-IN" sz="4400" spc="-1" strike="noStrike">
              <a:solidFill>
                <a:srgbClr val="ffffff"/>
              </a:solidFill>
              <a:latin typeface="Tahoma"/>
            </a:endParaRPr>
          </a:p>
        </p:txBody>
      </p:sp>
      <p:sp>
        <p:nvSpPr>
          <p:cNvPr id="95" name="PlaceHolder 2"/>
          <p:cNvSpPr>
            <a:spLocks noGrp="1"/>
          </p:cNvSpPr>
          <p:nvPr>
            <p:ph type="subTitle"/>
          </p:nvPr>
        </p:nvSpPr>
        <p:spPr>
          <a:xfrm>
            <a:off x="684360" y="3886200"/>
            <a:ext cx="7920000" cy="1752480"/>
          </a:xfrm>
          <a:prstGeom prst="rect">
            <a:avLst/>
          </a:prstGeom>
          <a:noFill/>
          <a:ln w="0">
            <a:noFill/>
          </a:ln>
        </p:spPr>
        <p:txBody>
          <a:bodyPr lIns="90000" rIns="90000" tIns="46800" bIns="46800" anchor="t">
            <a:noAutofit/>
          </a:bodyPr>
          <a:p>
            <a:pPr algn="ctr">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pc="-1" strike="noStrike">
                <a:solidFill>
                  <a:srgbClr val="ffffff"/>
                </a:solidFill>
                <a:latin typeface="Tahoma"/>
              </a:rPr>
              <a:t>Presented by: Arlo, Industrial Designer</a:t>
            </a:r>
            <a:endParaRPr b="0" lang="en-IN" sz="3200" spc="-1" strike="noStrike">
              <a:solidFill>
                <a:srgbClr val="ffffff"/>
              </a:solidFill>
              <a:latin typeface="Tahoma"/>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96"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pc="-1" strike="noStrike">
                <a:solidFill>
                  <a:srgbClr val="ffffff"/>
                </a:solidFill>
                <a:latin typeface="Tahoma"/>
              </a:rPr>
              <a:t>Method</a:t>
            </a:r>
            <a:br>
              <a:rPr sz="4400"/>
            </a:br>
            <a:endParaRPr b="0" lang="en-IN" sz="4400" spc="-1" strike="noStrike">
              <a:solidFill>
                <a:srgbClr val="ffffff"/>
              </a:solidFill>
              <a:latin typeface="Tahoma"/>
            </a:endParaRPr>
          </a:p>
        </p:txBody>
      </p:sp>
      <p:sp>
        <p:nvSpPr>
          <p:cNvPr id="97" name="PlaceHolder 2"/>
          <p:cNvSpPr>
            <a:spLocks noGrp="1"/>
          </p:cNvSpPr>
          <p:nvPr>
            <p:ph/>
          </p:nvPr>
        </p:nvSpPr>
        <p:spPr>
          <a:xfrm>
            <a:off x="457200" y="1600200"/>
            <a:ext cx="8229600" cy="4525920"/>
          </a:xfrm>
          <a:prstGeom prst="rect">
            <a:avLst/>
          </a:prstGeom>
          <a:noFill/>
          <a:ln w="0">
            <a:noFill/>
          </a:ln>
        </p:spPr>
        <p:txBody>
          <a:bodyPr lIns="90000" rIns="90000" tIns="46800" bIns="46800" anchor="t">
            <a:normAutofit/>
          </a:bodyPr>
          <a:p>
            <a:pPr marL="343080" indent="-34308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pc="-1" strike="noStrike">
                <a:solidFill>
                  <a:srgbClr val="ffffff"/>
                </a:solidFill>
                <a:latin typeface="Tahoma"/>
              </a:rPr>
              <a:t>Look at pre-existing models</a:t>
            </a:r>
            <a:endParaRPr b="0" lang="en-IN" sz="3200" spc="-1" strike="noStrike">
              <a:solidFill>
                <a:srgbClr val="ffffff"/>
              </a:solidFill>
              <a:latin typeface="Tahoma"/>
            </a:endParaRPr>
          </a:p>
          <a:p>
            <a:pPr marL="343080" indent="-34308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pc="-1" strike="noStrike">
                <a:solidFill>
                  <a:srgbClr val="ffffff"/>
                </a:solidFill>
                <a:latin typeface="Tahoma"/>
              </a:rPr>
              <a:t>Reuse the essential components</a:t>
            </a:r>
            <a:endParaRPr b="0" lang="en-IN" sz="3200" spc="-1" strike="noStrike">
              <a:solidFill>
                <a:srgbClr val="ffffff"/>
              </a:solidFill>
              <a:latin typeface="Tahoma"/>
            </a:endParaRPr>
          </a:p>
          <a:p>
            <a:pPr marL="343080" indent="-34308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GB" sz="3200" spc="-1" strike="noStrike">
                <a:solidFill>
                  <a:srgbClr val="ffffff"/>
                </a:solidFill>
                <a:latin typeface="Tahoma"/>
              </a:rPr>
              <a:t>Incorporate new innovations</a:t>
            </a:r>
            <a:endParaRPr b="0" lang="en-IN" sz="3200" spc="-1" strike="noStrike">
              <a:solidFill>
                <a:srgbClr val="ffffff"/>
              </a:solidFill>
              <a:latin typeface="Tahoma"/>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98"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pc="-1" strike="noStrike">
                <a:solidFill>
                  <a:srgbClr val="ffffff"/>
                </a:solidFill>
                <a:latin typeface="Tahoma"/>
              </a:rPr>
              <a:t>Findings</a:t>
            </a:r>
            <a:endParaRPr b="0" lang="en-IN" sz="4400" spc="-1" strike="noStrike">
              <a:solidFill>
                <a:srgbClr val="ffffff"/>
              </a:solidFill>
              <a:latin typeface="Tahoma"/>
            </a:endParaRPr>
          </a:p>
        </p:txBody>
      </p:sp>
      <p:sp>
        <p:nvSpPr>
          <p:cNvPr id="99" name="PlaceHolder 2"/>
          <p:cNvSpPr>
            <a:spLocks noGrp="1"/>
          </p:cNvSpPr>
          <p:nvPr>
            <p:ph/>
          </p:nvPr>
        </p:nvSpPr>
        <p:spPr>
          <a:xfrm>
            <a:off x="457200" y="1600200"/>
            <a:ext cx="8229600" cy="4525920"/>
          </a:xfrm>
          <a:prstGeom prst="rect">
            <a:avLst/>
          </a:prstGeom>
          <a:noFill/>
          <a:ln w="0">
            <a:noFill/>
          </a:ln>
        </p:spPr>
        <p:txBody>
          <a:bodyPr lIns="90000" rIns="90000" tIns="46800" bIns="46800" anchor="t">
            <a:normAutofit fontScale="92000"/>
          </a:bodyPr>
          <a:p>
            <a:pPr marL="343080" indent="-34308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GB" sz="3200" spc="-1" strike="noStrike">
                <a:solidFill>
                  <a:srgbClr val="ffffff"/>
                </a:solidFill>
                <a:latin typeface="Tahoma"/>
              </a:rPr>
              <a:t>Let’s look inside a (simple) remote control</a:t>
            </a:r>
            <a:endParaRPr b="0" lang="en-IN" sz="3200" spc="-1" strike="noStrike">
              <a:solidFill>
                <a:srgbClr val="ffffff"/>
              </a:solidFill>
              <a:latin typeface="Tahoma"/>
            </a:endParaRPr>
          </a:p>
          <a:p>
            <a:pPr marL="343080" indent="-34308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pc="-1" strike="noStrike" u="sng">
                <a:solidFill>
                  <a:srgbClr val="009999"/>
                </a:solidFill>
                <a:uFillTx/>
                <a:latin typeface="Tahoma"/>
                <a:hlinkClick r:id="rId1"/>
              </a:rPr>
              <a:t>Link</a:t>
            </a:r>
            <a:r>
              <a:rPr b="0" lang="en-US" sz="3200" spc="-1" strike="noStrike">
                <a:solidFill>
                  <a:srgbClr val="ffffff"/>
                </a:solidFill>
                <a:latin typeface="Tahoma"/>
              </a:rPr>
              <a:t> to dissected RC</a:t>
            </a:r>
            <a:endParaRPr b="0" lang="en-IN" sz="3200" spc="-1" strike="noStrike">
              <a:solidFill>
                <a:srgbClr val="ffffff"/>
              </a:solidFill>
              <a:latin typeface="Tahoma"/>
            </a:endParaRPr>
          </a:p>
          <a:p>
            <a:pPr marL="343080" indent="-34308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GB" sz="3200" spc="-1" strike="noStrike">
                <a:solidFill>
                  <a:srgbClr val="ffffff"/>
                </a:solidFill>
                <a:latin typeface="Tahoma"/>
              </a:rPr>
              <a:t>Remote control has parts:</a:t>
            </a:r>
            <a:endParaRPr b="0" lang="en-IN" sz="3200" spc="-1" strike="noStrike">
              <a:solidFill>
                <a:srgbClr val="ffffff"/>
              </a:solidFill>
              <a:latin typeface="Tahoma"/>
            </a:endParaRPr>
          </a:p>
          <a:p>
            <a:pPr lvl="1" marL="743040" indent="-285840">
              <a:spcBef>
                <a:spcPts val="700"/>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GB" sz="2800" spc="-1" strike="noStrike">
                <a:solidFill>
                  <a:srgbClr val="ffffff"/>
                </a:solidFill>
                <a:latin typeface="Tahoma"/>
              </a:rPr>
              <a:t>Outer casing:</a:t>
            </a:r>
            <a:endParaRPr b="0" lang="en-IN" sz="2800" spc="-1" strike="noStrike">
              <a:solidFill>
                <a:srgbClr val="ffffff"/>
              </a:solidFill>
              <a:latin typeface="Tahoma"/>
            </a:endParaRPr>
          </a:p>
          <a:p>
            <a:pPr lvl="1" marL="743040" indent="-285840">
              <a:spcBef>
                <a:spcPts val="700"/>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GB" sz="2800" spc="-1" strike="noStrike">
                <a:solidFill>
                  <a:srgbClr val="ffffff"/>
                </a:solidFill>
                <a:latin typeface="Tahoma"/>
              </a:rPr>
              <a:t>Board: printed circuits, contact switches</a:t>
            </a:r>
            <a:endParaRPr b="0" lang="en-IN" sz="2800" spc="-1" strike="noStrike">
              <a:solidFill>
                <a:srgbClr val="ffffff"/>
              </a:solidFill>
              <a:latin typeface="Tahoma"/>
            </a:endParaRPr>
          </a:p>
          <a:p>
            <a:pPr lvl="1" marL="743040" indent="-285840">
              <a:spcBef>
                <a:spcPts val="700"/>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GB" sz="2800" spc="-1" strike="noStrike">
                <a:solidFill>
                  <a:srgbClr val="ffffff"/>
                </a:solidFill>
                <a:latin typeface="Tahoma"/>
              </a:rPr>
              <a:t>Processor: integrated circuit (TA11835 chip)</a:t>
            </a:r>
            <a:endParaRPr b="0" lang="en-IN" sz="2800" spc="-1" strike="noStrike">
              <a:solidFill>
                <a:srgbClr val="ffffff"/>
              </a:solidFill>
              <a:latin typeface="Tahoma"/>
            </a:endParaRPr>
          </a:p>
          <a:p>
            <a:pPr lvl="1" marL="743040" indent="-285840">
              <a:spcBef>
                <a:spcPts val="700"/>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GB" sz="2800" spc="-1" strike="noStrike">
                <a:solidFill>
                  <a:srgbClr val="ffffff"/>
                </a:solidFill>
                <a:latin typeface="Tahoma"/>
              </a:rPr>
              <a:t>Amplifier: op-amp transistor</a:t>
            </a:r>
            <a:endParaRPr b="0" lang="en-IN" sz="2800" spc="-1" strike="noStrike">
              <a:solidFill>
                <a:srgbClr val="ffffff"/>
              </a:solidFill>
              <a:latin typeface="Tahoma"/>
            </a:endParaRPr>
          </a:p>
          <a:p>
            <a:pPr lvl="1" marL="743040" indent="-285840">
              <a:spcBef>
                <a:spcPts val="700"/>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GB" sz="2800" spc="-1" strike="noStrike">
                <a:solidFill>
                  <a:srgbClr val="ffffff"/>
                </a:solidFill>
                <a:latin typeface="Tahoma"/>
              </a:rPr>
              <a:t>Transmitter: Infrared LED bulb</a:t>
            </a:r>
            <a:endParaRPr b="0" lang="en-IN" sz="2800" spc="-1" strike="noStrike">
              <a:solidFill>
                <a:srgbClr val="ffffff"/>
              </a:solidFill>
              <a:latin typeface="Tahoma"/>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100"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4400" spc="-1" strike="noStrike">
                <a:solidFill>
                  <a:srgbClr val="ffffff"/>
                </a:solidFill>
                <a:latin typeface="Tahoma"/>
              </a:rPr>
              <a:t>Our components: casing</a:t>
            </a:r>
            <a:endParaRPr b="0" lang="en-IN" sz="4400" spc="-1" strike="noStrike">
              <a:solidFill>
                <a:srgbClr val="ffffff"/>
              </a:solidFill>
              <a:latin typeface="Tahoma"/>
            </a:endParaRPr>
          </a:p>
        </p:txBody>
      </p:sp>
      <p:sp>
        <p:nvSpPr>
          <p:cNvPr id="101" name="PlaceHolder 2"/>
          <p:cNvSpPr>
            <a:spLocks noGrp="1"/>
          </p:cNvSpPr>
          <p:nvPr>
            <p:ph/>
          </p:nvPr>
        </p:nvSpPr>
        <p:spPr>
          <a:xfrm>
            <a:off x="457200" y="1600200"/>
            <a:ext cx="8229600" cy="4525920"/>
          </a:xfrm>
          <a:prstGeom prst="rect">
            <a:avLst/>
          </a:prstGeom>
          <a:noFill/>
          <a:ln w="0">
            <a:noFill/>
          </a:ln>
        </p:spPr>
        <p:txBody>
          <a:bodyPr lIns="90000" rIns="90000" tIns="46800" bIns="46800" anchor="t">
            <a:normAutofit fontScale="98000"/>
          </a:bodyPr>
          <a:p>
            <a:pPr marL="343080" indent="-343080">
              <a:lnSpc>
                <a:spcPct val="80000"/>
              </a:lnSpc>
              <a:spcBef>
                <a:spcPts val="700"/>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800" spc="-1" strike="noStrike">
                <a:solidFill>
                  <a:srgbClr val="ffffff"/>
                </a:solidFill>
                <a:latin typeface="Tahoma"/>
              </a:rPr>
              <a:t>Our products can be delivered in different cases. The general case is uncurved (flat). A more original case is single curved or even double curved. </a:t>
            </a:r>
            <a:endParaRPr b="0" lang="en-IN" sz="2800" spc="-1" strike="noStrike">
              <a:solidFill>
                <a:srgbClr val="ffffff"/>
              </a:solidFill>
              <a:latin typeface="Tahoma"/>
            </a:endParaRPr>
          </a:p>
          <a:p>
            <a:pPr marL="343080" indent="-343080">
              <a:lnSpc>
                <a:spcPct val="80000"/>
              </a:lnSpc>
              <a:spcBef>
                <a:spcPts val="700"/>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800" spc="-1" strike="noStrike">
                <a:solidFill>
                  <a:srgbClr val="ffffff"/>
                </a:solidFill>
                <a:latin typeface="Tahoma"/>
              </a:rPr>
              <a:t>Furthermore we offer case material supplements, such as plastic, rubber (such as used in anti-RSI stress balls), wood, and titanium (which we also use in our production of space designs). Unfortunately, we can't use the titanium for the double curved cases and latex cases won't allow the use of solar cells as energy source.</a:t>
            </a:r>
            <a:endParaRPr b="0" lang="en-IN" sz="2800" spc="-1" strike="noStrike">
              <a:solidFill>
                <a:srgbClr val="ffffff"/>
              </a:solidFill>
              <a:latin typeface="Tahoma"/>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102"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4400" spc="-1" strike="noStrike">
                <a:solidFill>
                  <a:srgbClr val="ffffff"/>
                </a:solidFill>
                <a:latin typeface="Tahoma"/>
              </a:rPr>
              <a:t>Energy Source</a:t>
            </a:r>
            <a:endParaRPr b="0" lang="en-IN" sz="4400" spc="-1" strike="noStrike">
              <a:solidFill>
                <a:srgbClr val="ffffff"/>
              </a:solidFill>
              <a:latin typeface="Tahoma"/>
            </a:endParaRPr>
          </a:p>
        </p:txBody>
      </p:sp>
      <p:sp>
        <p:nvSpPr>
          <p:cNvPr id="103" name="PlaceHolder 2"/>
          <p:cNvSpPr>
            <a:spLocks noGrp="1"/>
          </p:cNvSpPr>
          <p:nvPr>
            <p:ph/>
          </p:nvPr>
        </p:nvSpPr>
        <p:spPr>
          <a:xfrm>
            <a:off x="457200" y="1600200"/>
            <a:ext cx="8229600" cy="4525920"/>
          </a:xfrm>
          <a:prstGeom prst="rect">
            <a:avLst/>
          </a:prstGeom>
          <a:noFill/>
          <a:ln w="0">
            <a:noFill/>
          </a:ln>
        </p:spPr>
        <p:txBody>
          <a:bodyPr lIns="90000" rIns="90000" tIns="46800" bIns="46800" anchor="t">
            <a:normAutofit/>
          </a:bodyPr>
          <a:p>
            <a:pPr marL="343080" indent="-34308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pc="-1" strike="noStrike">
                <a:solidFill>
                  <a:srgbClr val="ffffff"/>
                </a:solidFill>
                <a:latin typeface="Tahoma"/>
              </a:rPr>
              <a:t>As energy source we offer a basic battery or, more ingenious, a hand dynamo (like you’d find in 50-year-old torches), a kinetic provision of energy (such as in some modern watches that you shake casually to provide energy), or use of solar cells. </a:t>
            </a:r>
            <a:endParaRPr b="0" lang="en-IN" sz="3200" spc="-1" strike="noStrike">
              <a:solidFill>
                <a:srgbClr val="ffffff"/>
              </a:solidFill>
              <a:latin typeface="Tahoma"/>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104"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4400" spc="-1" strike="noStrike">
                <a:solidFill>
                  <a:srgbClr val="ffffff"/>
                </a:solidFill>
                <a:latin typeface="Tahoma"/>
              </a:rPr>
              <a:t>User Interface</a:t>
            </a:r>
            <a:endParaRPr b="0" lang="en-IN" sz="4400" spc="-1" strike="noStrike">
              <a:solidFill>
                <a:srgbClr val="ffffff"/>
              </a:solidFill>
              <a:latin typeface="Tahoma"/>
            </a:endParaRPr>
          </a:p>
        </p:txBody>
      </p:sp>
      <p:sp>
        <p:nvSpPr>
          <p:cNvPr id="105" name="PlaceHolder 2"/>
          <p:cNvSpPr>
            <a:spLocks noGrp="1"/>
          </p:cNvSpPr>
          <p:nvPr>
            <p:ph/>
          </p:nvPr>
        </p:nvSpPr>
        <p:spPr>
          <a:xfrm>
            <a:off x="457200" y="1600200"/>
            <a:ext cx="8229600" cy="4525920"/>
          </a:xfrm>
          <a:prstGeom prst="rect">
            <a:avLst/>
          </a:prstGeom>
          <a:noFill/>
          <a:ln w="0">
            <a:noFill/>
          </a:ln>
        </p:spPr>
        <p:txBody>
          <a:bodyPr lIns="90000" rIns="90000" tIns="46800" bIns="46800" anchor="t">
            <a:normAutofit fontScale="93000"/>
          </a:bodyPr>
          <a:p>
            <a:pPr marL="343080" indent="-34308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pc="-1" strike="noStrike">
                <a:solidFill>
                  <a:srgbClr val="ffffff"/>
                </a:solidFill>
                <a:latin typeface="Tahoma"/>
              </a:rPr>
              <a:t>For the interface, we are experts on push buttons. In the last decade we have also developed scroll wheels with optional integrated push button (such as in the modern computer mouse), and liquid crystal displays (LCD). Multiple scroll buttons are possible. Note that, if you use a rubber double curved case, you must use rubber push buttons. </a:t>
            </a:r>
            <a:endParaRPr b="0" lang="en-IN" sz="3200" spc="-1" strike="noStrike">
              <a:solidFill>
                <a:srgbClr val="ffffff"/>
              </a:solidFill>
              <a:latin typeface="Tahoma"/>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106"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4400" spc="-1" strike="noStrike">
                <a:solidFill>
                  <a:srgbClr val="ffffff"/>
                </a:solidFill>
                <a:latin typeface="Tahoma"/>
              </a:rPr>
              <a:t>Electronics</a:t>
            </a:r>
            <a:endParaRPr b="0" lang="en-IN" sz="4400" spc="-1" strike="noStrike">
              <a:solidFill>
                <a:srgbClr val="ffffff"/>
              </a:solidFill>
              <a:latin typeface="Tahoma"/>
            </a:endParaRPr>
          </a:p>
        </p:txBody>
      </p:sp>
      <p:sp>
        <p:nvSpPr>
          <p:cNvPr id="107" name="PlaceHolder 2"/>
          <p:cNvSpPr>
            <a:spLocks noGrp="1"/>
          </p:cNvSpPr>
          <p:nvPr>
            <p:ph/>
          </p:nvPr>
        </p:nvSpPr>
        <p:spPr>
          <a:xfrm>
            <a:off x="457200" y="1600200"/>
            <a:ext cx="8229600" cy="4525920"/>
          </a:xfrm>
          <a:prstGeom prst="rect">
            <a:avLst/>
          </a:prstGeom>
          <a:noFill/>
          <a:ln w="0">
            <a:noFill/>
          </a:ln>
        </p:spPr>
        <p:txBody>
          <a:bodyPr lIns="90000" rIns="90000" tIns="46800" bIns="46800" anchor="t">
            <a:normAutofit fontScale="93000"/>
          </a:bodyPr>
          <a:p>
            <a:pPr marL="343080" indent="-34308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pc="-1" strike="noStrike">
                <a:solidFill>
                  <a:srgbClr val="ffffff"/>
                </a:solidFill>
                <a:latin typeface="Tahoma"/>
              </a:rPr>
              <a:t>For the interface, we are experts on push buttons. In the last decade we have also developed scroll wheels with optional integrated push button (such as in the modern computer mouse), and liquid crystal displays (LCD). Multiple scroll buttons are possible. Note that, if you use a rubber double curved case, you must use rubber push buttons. </a:t>
            </a:r>
            <a:endParaRPr b="0" lang="en-IN" sz="3200" spc="-1" strike="noStrike">
              <a:solidFill>
                <a:srgbClr val="ffffff"/>
              </a:solidFill>
              <a:latin typeface="Tahoma"/>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108"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4400" spc="-1" strike="noStrike">
                <a:solidFill>
                  <a:srgbClr val="ffffff"/>
                </a:solidFill>
                <a:latin typeface="Tahoma"/>
              </a:rPr>
              <a:t>Chip considerations</a:t>
            </a:r>
            <a:endParaRPr b="0" lang="en-IN" sz="4400" spc="-1" strike="noStrike">
              <a:solidFill>
                <a:srgbClr val="ffffff"/>
              </a:solidFill>
              <a:latin typeface="Tahoma"/>
            </a:endParaRPr>
          </a:p>
        </p:txBody>
      </p:sp>
      <p:sp>
        <p:nvSpPr>
          <p:cNvPr id="109" name="PlaceHolder 2"/>
          <p:cNvSpPr>
            <a:spLocks noGrp="1"/>
          </p:cNvSpPr>
          <p:nvPr>
            <p:ph/>
          </p:nvPr>
        </p:nvSpPr>
        <p:spPr>
          <a:xfrm>
            <a:off x="457200" y="1600200"/>
            <a:ext cx="8229600" cy="4525920"/>
          </a:xfrm>
          <a:prstGeom prst="rect">
            <a:avLst/>
          </a:prstGeom>
          <a:noFill/>
          <a:ln w="0">
            <a:noFill/>
          </a:ln>
        </p:spPr>
        <p:txBody>
          <a:bodyPr lIns="90000" rIns="90000" tIns="46800" bIns="46800" anchor="t">
            <a:normAutofit fontScale="92000"/>
          </a:bodyPr>
          <a:p>
            <a:pPr marL="343080" indent="-343080">
              <a:spcBef>
                <a:spcPts val="700"/>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pc="-1" strike="noStrike">
                <a:solidFill>
                  <a:srgbClr val="ffffff"/>
                </a:solidFill>
                <a:latin typeface="Tahoma"/>
              </a:rPr>
              <a:t>For the electronics, we can use a simple, a regular or an advanced chip on print. The chip on print includes an infrared sender. Furthermore we have just developed a sample sensor/ sample speaker. </a:t>
            </a:r>
            <a:endParaRPr b="0" lang="en-IN" sz="2800" spc="-1" strike="noStrike">
              <a:solidFill>
                <a:srgbClr val="ffffff"/>
              </a:solidFill>
              <a:latin typeface="Tahoma"/>
            </a:endParaRPr>
          </a:p>
          <a:p>
            <a:pPr marL="343080" indent="-343080">
              <a:spcBef>
                <a:spcPts val="700"/>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pc="-1" strike="noStrike">
                <a:solidFill>
                  <a:srgbClr val="ffffff"/>
                </a:solidFill>
                <a:latin typeface="Tahoma"/>
              </a:rPr>
              <a:t>Note that a push button requires a simple chip, but a scroll wheel requires minimally a regular chip, which is in a higher price range. The display requires an advanced chip, which in turn is more expensive than the regular chip. </a:t>
            </a:r>
            <a:endParaRPr b="0" lang="en-IN" sz="2800" spc="-1" strike="noStrike">
              <a:solidFill>
                <a:srgbClr val="ffffff"/>
              </a:solidFill>
              <a:latin typeface="Tahoma"/>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110"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4400" spc="-1" strike="noStrike">
                <a:solidFill>
                  <a:srgbClr val="ffffff"/>
                </a:solidFill>
                <a:latin typeface="Tahoma"/>
              </a:rPr>
              <a:t>Speech Recognition</a:t>
            </a:r>
            <a:endParaRPr b="0" lang="en-IN" sz="4400" spc="-1" strike="noStrike">
              <a:solidFill>
                <a:srgbClr val="ffffff"/>
              </a:solidFill>
              <a:latin typeface="Tahoma"/>
            </a:endParaRPr>
          </a:p>
        </p:txBody>
      </p:sp>
      <p:sp>
        <p:nvSpPr>
          <p:cNvPr id="111" name="PlaceHolder 2"/>
          <p:cNvSpPr>
            <a:spLocks noGrp="1"/>
          </p:cNvSpPr>
          <p:nvPr>
            <p:ph/>
          </p:nvPr>
        </p:nvSpPr>
        <p:spPr>
          <a:xfrm>
            <a:off x="457200" y="1600200"/>
            <a:ext cx="8229600" cy="4525920"/>
          </a:xfrm>
          <a:prstGeom prst="rect">
            <a:avLst/>
          </a:prstGeom>
          <a:noFill/>
          <a:ln w="0">
            <a:noFill/>
          </a:ln>
        </p:spPr>
        <p:txBody>
          <a:bodyPr lIns="90000" rIns="90000" tIns="46800" bIns="46800" anchor="t">
            <a:normAutofit fontScale="96000"/>
          </a:bodyPr>
          <a:p>
            <a:pPr marL="343080" indent="-34308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GB" sz="3200" spc="-1" strike="noStrike">
                <a:solidFill>
                  <a:srgbClr val="ffffff"/>
                </a:solidFill>
                <a:latin typeface="Tahoma"/>
              </a:rPr>
              <a:t>Requires a microphone (cheap)</a:t>
            </a:r>
            <a:endParaRPr b="0" lang="en-IN" sz="3200" spc="-1" strike="noStrike">
              <a:solidFill>
                <a:srgbClr val="ffffff"/>
              </a:solidFill>
              <a:latin typeface="Tahoma"/>
            </a:endParaRPr>
          </a:p>
          <a:p>
            <a:pPr marL="343080" indent="-34308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GB" sz="3200" spc="-1" strike="noStrike">
                <a:solidFill>
                  <a:srgbClr val="ffffff"/>
                </a:solidFill>
                <a:latin typeface="Tahoma"/>
              </a:rPr>
              <a:t>Requires a speech recognition architecture condensed to IC technology.  Tradeoffs involve quality vs. complexity.</a:t>
            </a:r>
            <a:endParaRPr b="0" lang="en-IN" sz="3200" spc="-1" strike="noStrike">
              <a:solidFill>
                <a:srgbClr val="ffffff"/>
              </a:solidFill>
              <a:latin typeface="Tahoma"/>
            </a:endParaRPr>
          </a:p>
          <a:p>
            <a:pPr marL="343080" indent="-34308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GB" sz="3200" spc="-1" strike="noStrike">
                <a:solidFill>
                  <a:srgbClr val="ffffff"/>
                </a:solidFill>
                <a:latin typeface="Tahoma"/>
              </a:rPr>
              <a:t>For TV noise cancellation: requires an additional microphone and transmission signal to ASR component.</a:t>
            </a:r>
            <a:endParaRPr b="0" lang="en-IN" sz="3200" spc="-1" strike="noStrike">
              <a:solidFill>
                <a:srgbClr val="ffffff"/>
              </a:solidFill>
              <a:latin typeface="Tahoma"/>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57</TotalTime>
  <Application>LibreOffice/7.3.7.2$Linux_X86_64 LibreOffice_project/30$Build-2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dc:description/>
  <dc:language>en-IN</dc:language>
  <cp:lastModifiedBy>AMI</cp:lastModifiedBy>
  <dcterms:modified xsi:type="dcterms:W3CDTF">2005-01-26T20:07:41Z</dcterms:modified>
  <cp:revision>11</cp:revision>
  <dc:subject/>
  <dc:title>PowerPoint Presentation</dc:title>
</cp:coreProperties>
</file>