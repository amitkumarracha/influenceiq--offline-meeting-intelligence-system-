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E06D15E-0B66-49CF-BF80-8E41AF853C8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EE8A47D-39CA-4E20-8AD5-97F859B6CDF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AC648F5-A9C8-43AB-A4A9-DEC1AC316B9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2B1E904-0B20-4ECD-BCF1-1929B8DCEB9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49AD074-A454-49B5-AFAA-F54AD169EA5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EF68BAF-9759-4C21-95B5-79E6FB90729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F690B32-3A7B-4A2E-AF17-55EBF3E4E04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4698438-2AAE-4BB2-8B96-A524C23279A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E22F769-A248-400F-BC13-10A0B8C9067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DC64FA2-E2E4-4833-8715-DA3D2DB4F8B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66F1B4E-5BF7-4D28-A761-8DF171149CB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4716AE6-CBCD-4D53-BCA1-7FB0F3FBA6D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B2BDF2E-974F-409C-BC23-0F5A58F942A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DEE3660-0286-455A-A548-2DE15715883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AF226D0-19B0-4014-983A-BEAE1069319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636DD20-6EF6-4F86-8537-93F386F465B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7E148D4-C829-49F7-AAAC-FB42285B4FA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C5099B3-77B9-467F-803E-BFEC1817B40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93D261D-B2CA-4034-A02B-F82F1076530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79F0FC6-B820-4C88-B175-9560F6DC565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FF67FD3-EA9B-4197-B38B-9A68A258E81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5D3E7E0-4E0A-4B57-94AA-12EE2A61BA5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893BA4C-A2FF-47E5-BE8F-291117D4D98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E9AC8D4-0A9F-4934-96A9-CFF8692174CE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87DC834-188E-441E-846D-1572785008C7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54CCD9B-5381-4028-9A4C-5A1AF3B0885C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Technical Functions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Helen,  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Look at existing designs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What people like and dislike about certain products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Search Internet for fashions/trends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Ergonomics research- e.g. comfortable sizes shapes etc.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Basic Function of the basic remote: 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‘to send messages to the television set’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These functions need to be included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Effect they need to have is to e.g. turn on/off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Current leading remotes are very boring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9000"/>
          </a:bodyPr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Something good to hold: tactile, not too ‘edgy’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Simple designs: easy to use, not too many buttons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Size: hand held and portable. See TFT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Other functions: e.g. for t.v. and c.d. player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Gimmick: glow-in the dark/easy-finder/rechargeable…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2005-01-26T17:57:25Z</dcterms:modified>
  <cp:revision>9</cp:revision>
  <dc:subject/>
  <dc:title>PowerPoint Presentation</dc:title>
</cp:coreProperties>
</file>