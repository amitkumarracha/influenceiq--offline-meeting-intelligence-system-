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4C4C79-61FB-4D5B-B75D-355AE5FEB9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8F0E4A-D397-4881-B652-394FA2360C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E170AE-FF9D-4194-AD91-56CEC0F4A7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8FED44-184E-4503-BB8B-05CBD4E8A4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642273-45D5-4AE4-A124-542E3EDCAB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F5D9FA-B153-4C06-8CBB-D98B2BCBAD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8FBE1F-8DC4-4CA6-BF72-0ABE0B5535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CC2D67-5856-4EB3-BF96-3C65ED8683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799B0B-A107-4BC3-98A8-4A0E575150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1FFBE7-49A7-4A10-A046-CB3B87555E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386FA8-1CB1-448F-B0D2-F25B065D7C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30ABE8-28F5-4CA2-939E-0A5B5A41B94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B88B73-7794-4AE3-BDC1-695627085D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1B1F63-4F38-499B-9D8C-D78BE1FEBC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88721B-1148-4B46-ADA0-9500B5E7AB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8EF45F-7AB3-428E-851F-E060FC2322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D000C0-639A-4977-9259-0068F44836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5D6B44-4038-4FCB-AF79-B28A347812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57A9B7-52F6-4785-91EF-C25C2F7C52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3D38C6-6735-44D0-AC00-401BD4FBDC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98A0E3-8D6D-474E-A24F-FEAECC8002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2A98E3-22B4-4923-8D4D-9B22EDCC1D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238C67-BFAA-4DF5-94C9-2329A5FE796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74A37A-E925-4686-BC16-27EB60299C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23B90A-8050-440C-8D5A-3585494921A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752C1F-7592-415E-9F6F-9D1E21BB239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Brian,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2005-01-26T20:25:37Z</dcterms:modified>
  <cp:revision>20</cp:revision>
  <dc:subject/>
  <dc:title>PowerPoint Presentation</dc:title>
</cp:coreProperties>
</file>