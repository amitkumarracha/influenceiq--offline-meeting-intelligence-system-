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44FA2-E50B-4DDC-A923-DE6C1E5FA6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187377-D7D8-417D-A66B-DE58350A96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68B6A-1BDC-437B-BDED-867A70403F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996BD-035D-4834-9737-056EAC79BC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0296B7-7A21-4B2B-B185-6E17D58C3C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FADD3-438D-4EBC-AB03-432B3E8C37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333942-6961-4AE5-9277-16C61AB88C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46518-A395-4BFF-B7CB-B66C24C7D5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8840B9-CA69-4E5F-BB2F-9A30B02948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B2C660-AF04-4592-81DD-461A36E166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19BB6-20C8-4E90-95C8-4477A726AC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7FDE17-718D-43E3-89AA-AF78BBDA08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3D0B4B-10A4-47BA-8C51-0970A1B9A6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EE7620-CCF3-4F3E-8F3B-A6633CC959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3D6E02-87DB-487F-AA8D-E780FDA52E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912EE8-ED78-4EFD-821E-2B287D0432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591E4F-5E84-464E-BE43-B0EAABA530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1A3919-BEAA-4939-B5AA-286DFC82D3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AE50B4-3A0C-4798-A7B3-C6A615BBB9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D88C96-6B17-48E9-99C4-80EB498CA1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B505BA-1BD4-472B-A1BE-480226C11E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ADD39C-3B62-44B7-A8F7-0A156AACDE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B243BC-FFEF-4F3C-9268-40EB2E2C0C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F08C0A-13BA-40F8-8365-0AABAF9E3B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7D818F-B3FF-4C49-B074-D6692B6D25B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28D2F2-473C-4B93-8B65-82F03999CE9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2005-01-26T17:58:07Z</dcterms:modified>
  <cp:revision>9</cp:revision>
  <dc:subject/>
  <dc:title>PowerPoint Presentation</dc:title>
</cp:coreProperties>
</file>