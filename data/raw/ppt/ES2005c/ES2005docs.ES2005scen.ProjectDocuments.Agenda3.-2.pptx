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6D0055-7F86-4FF5-9481-47B0AF85C7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613AA0-30D3-4EE6-8493-AC97F96068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27A680-DD58-463B-9834-F972FDA271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0396B5-4EE2-4588-9760-6B195A42CC4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805E45-DA53-4CA0-898F-607F4A5D07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4BF224-31A1-47F4-A25E-A625E51D7B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353659-1FF8-47EB-8F90-C238EDE7233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530B2C-F343-4088-8EA0-69FB36AD22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439483-09D7-4569-8E6B-2725A6AEE63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8C841B-BF85-4CB6-AD14-BC15C9AAF7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45E354-269E-4FA9-A1C3-2D06F8B11EE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E59F85-9E5D-48B9-8D59-2A49B293BD8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2BA6AB-96CC-41D5-AF89-76BEA8E6B2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E726FC-4D39-4D34-8C9A-6649722BDE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8CD2C8-0824-4304-982D-321208171C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30D805-5CEC-4FE6-8960-8075727A19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DA2869-67A6-4607-BC6D-A95D584CD46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ED0517-FC83-4F87-804F-D11337AEFC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9A53D8-4AE8-4CD4-8AB3-076C7AE62E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7BBE4B-B313-4BFB-8D5F-CD1458ADA5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EE6E02-8630-4445-9313-91E97BEBDA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C96AD2-8F35-42F1-ABBB-C7679E4BF4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63A925-3AF6-4BC6-B516-B9948BC6EB1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A7A110-237A-40CD-A5AD-55CC7D78630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BE0277F-9BD3-44C3-ADBE-FA599069331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2CB1613-F5BA-4F45-AC32-268045C996B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Brian,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2005-01-26T21:21:32Z</dcterms:modified>
  <cp:revision>21</cp:revision>
  <dc:subject/>
  <dc:title>PowerPoint Presentation</dc:title>
</cp:coreProperties>
</file>