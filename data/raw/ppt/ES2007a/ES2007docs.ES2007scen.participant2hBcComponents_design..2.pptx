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BEF8A2-3714-4594-AAC0-770256790A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1746A-6144-41E8-B06C-5DD109D45A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748DFE-F152-48B8-AB41-63BBC81374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04C319-905B-46F2-8497-B9D4ADFD58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BAFEA8-5EB6-4BC4-8F11-C86E6CD2C6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5EE68D-F268-4223-8EE3-10E5507819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8754AC-28D4-4B77-8A5A-0246AE1FAB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EC4600-BDD5-4C61-86E1-D19857AA31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2E9539-4038-4F08-B2A4-18834150EC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E9723C-FAA1-4C9A-B4E2-EF266D9219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F64292-0A7F-44A5-BD06-FE0754D78E7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B0B0A2-9A73-44AB-A695-CF4D5510F2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CF82E9-2D91-429B-A462-66C6B5B08A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3903BA-5968-48B8-BFDE-350EB33D62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D9409F-98AD-4EFE-9F8A-488489AA1B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C53461-CBD5-448A-8DDE-E47EE2001A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566F93-4D7E-434A-A864-63C5B88E48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EE4FA3-8F04-4972-908A-5D5407754D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07942D-DADF-42DD-B901-6B13BF40B8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4C7F49-EBB1-4214-9DE3-3F9C0F25E5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8D5754-E317-4746-80AF-77618A0584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E75343-4CFD-451D-83EF-81F9CE5EA4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E098A1-9183-4557-AF39-58009F0DFE9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471C61-382A-4894-A90D-243A00BF49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36F130-838E-4009-9C10-E6C9789661D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C3D31E-57DF-4BB1-B6A5-FF59DD7917F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Catherine Canevet,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RR Energy source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basic battery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hand dynamo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kinetic provision of energy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of 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Cases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general case: uncurved (flat)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more original case: single curved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or even double curved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Case material supplements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Plastic,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Latex (won't allow the use of solar cells as energy source),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rubber (used in anti-RSI stress balls),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wood,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and titanium (can't use the titanium for the double curved cases)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scroll wheels with optional integrated push button (such as in the modern computer mouse),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liquid crystal displays (LCD)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multiple scroll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Note: if you use a rubber double curved case, you must use rubber push buttons.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Electronics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Simple (push buttons),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Regular (scroll wheel – higher price range),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advanced chip on print. The chip on print includes an infrared sender. (display, again more expensive)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RR have just developed a sample sensor/ sample speaker.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2005-02-02T19:54:36Z</dcterms:modified>
  <cp:revision>13</cp:revision>
  <dc:subject/>
  <dc:title>PowerPoint Presentation</dc:title>
</cp:coreProperties>
</file>