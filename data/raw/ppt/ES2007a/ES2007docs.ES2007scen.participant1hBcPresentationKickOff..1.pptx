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6A9FD-B088-42CD-B127-5F5B3F3C66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200CF7-1A37-44C8-8BAB-7763A9A09D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29279E-208F-4AB2-8B10-B8E5B0FD4D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32BCD0-D23F-4FD6-BA2F-45DA9C9044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3CDC3-B679-4761-9A0F-686CCFFC77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43FA77-A51B-453F-A98B-ACF5C3B8A6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70EAEF-D988-4904-B282-D7BB84233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818CC-8FD4-417A-B694-03117CF5CA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F00AA4-E18C-4318-90E6-FF65A7DD0C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856C6-D631-44C2-90D9-21BADB403E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37F0E-80D5-4A5B-9A3F-5F1A33467E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3EDB9-CB5C-490E-8574-0CD446E49C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97C7A-12A4-48C5-B872-11898C592D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FCBC97-B81E-40E7-AE00-7A07E7212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1D23D7-C952-4536-AEAB-3ED4D239B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16CB6-DE86-4982-A0FC-0DBB342514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54D136-FE9D-44B1-8F40-66134CE872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AFE63D-F566-41D2-8232-E9969C9F3D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07ECD7-87C8-409F-A879-792DA0AE5C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DD5506-EF0F-41BC-9E39-4F30D41737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A12AA-68DC-46FF-A695-89F6E7E481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F15E5C-64DC-4FCE-A482-3DC75D8784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EC21FD-6A64-4CC7-96FC-400A0D0135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9FA27D-DAC6-4C21-BD4D-EE0C04B903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E483F0-ADB7-4C01-A844-4F0742B4E01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76D49E-13DC-41CF-A725-7F8D190C2B7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2005-02-02T16:29:16Z</dcterms:modified>
  <cp:revision>33</cp:revision>
  <dc:subject/>
  <dc:title>PowerPoint Presentation</dc:title>
</cp:coreProperties>
</file>