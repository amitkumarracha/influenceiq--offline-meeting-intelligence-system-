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85055E-EB09-4F14-900A-4BF440D273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F59471-26F3-495F-9463-E8CF0288EF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B1E6DA-ADCF-47AB-885F-A68510038C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04BA2A-8F49-44E6-A5C8-E3B7EEB057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6A040E-D505-45AD-8D6E-911A960BF3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F3E071-BBAA-4006-BEFE-5D439D601E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6C48C6-7F91-4CBB-BEE3-37733E0FA9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1B309C-13EE-486D-B25E-A72CDE085F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458CB9-B94D-4419-A1D1-33ECA56EEC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7386D5-2FC8-41E5-9F77-949ED47718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008B22-5769-4491-A7F6-499CACB30E8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AC1558-3F51-495A-B571-56AAE9D395F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FD9F44-E675-49AB-964B-EE584DE7C9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B06EBC-CC67-47DD-912C-0F0121CD12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36274B-2342-43DA-880E-0A9E2F5155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B0DFE2-3F45-4FFF-9F1C-30B6158686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D574AF-A564-44F8-8224-D2522503DF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88A1DF-1B23-4AFC-A868-C46CE7AAFA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FCE547-52C6-4291-80F9-1922DA869A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A8895A-2496-40E6-94F9-7B0494B01B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EDE84E-FC2A-4551-90C2-C98BB399CE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CDE8CE-A064-42A5-BE7B-C421C8F96F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4B116F-49FE-435E-8960-FBFFCCE63DA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181E95-48DC-416B-82E3-0BB184A02C9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238090B-E516-47DB-9BB9-878C4BFFAC2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B3C66CB-0C1F-4520-A981-F3D7C879CA0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Reissa Hainsworth,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Observed remote control users in a usability lab.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participants were also asked to fill out questionnaires.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Total number of people tested was 100.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75% of users find the remote control ugly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80% of users would spend more money if the remote look fancy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behaviour of the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50% of users say that they only use 10% of the buttons on the remote.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75% users say they Zap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It takes to much time to learn how to use a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Remotes often get lost in the room.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use especially for older people who find it difficult to learn new things.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Looks really cool/flash and groovy!!!!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find.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2005-02-02T18:10:35Z</dcterms:modified>
  <cp:revision>14</cp:revision>
  <dc:subject/>
  <dc:title>PowerPoint Presentation</dc:title>
</cp:coreProperties>
</file>