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21053D-526A-4F2B-96BE-3520668487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D8D14B-9EAF-4B75-B691-E1EE944347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35F4AF-C9C1-4AEC-B4B0-CA847C75A7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3EDE13-0105-45AD-9849-0908D1FF62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EE0B97-DEED-4E11-9385-D3C3288573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C3CA29-D375-4965-974B-C85BEB8112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27BEC9-1FAE-4E60-AE51-474F612BE8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4120F2-966F-430C-8C2B-3403401C2A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F293E-BE21-404B-9C6A-06E66EC8BD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01FF5C-1C53-479C-B747-D575CEFA9A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8D311F-A7F4-4CED-9AFB-CE9AEC99B26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729D8C-4AAD-4678-9FA4-644B9558F4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31F640-6D7A-4015-BF01-1463581771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C0F62-8BE0-42E1-B28E-5AEE9B0539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49D75C-371C-40B2-995C-405C75CD2E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D3AEC0-E338-4E29-B1EF-EAE02FAC28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4EB7B2-C91D-4374-A418-53AA8F6C7B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9FF2FE-8914-44D5-AC8C-6F3E2A64EC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55BD74-2D14-44C1-99BB-3431C3258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2EDFCF-E65A-45D9-92EE-6D60BE82D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19CE37-69FE-44DB-9286-E752CB6292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8C8AA1-5A18-4196-87BA-B17A6E930D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BFAD5C-D400-4898-A1A0-F6E4325DA1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C4B1A-E381-43F3-911D-31B20AD9B4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58A2F6-48D9-4BC9-A302-79AEF282D02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FE723C-921A-4DA8-951E-B414C53F785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idea: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50920" y="2565360"/>
            <a:ext cx="8686800" cy="183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39528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2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6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7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95800" y="3016080"/>
            <a:ext cx="346608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Energy source: 2 RL6 batteries.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Infrared bulb.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2005-02-02T17:38:25Z</dcterms:modified>
  <cp:revision>14</cp:revision>
  <dc:subject/>
  <dc:title>PowerPoint Presentation</dc:title>
</cp:coreProperties>
</file>