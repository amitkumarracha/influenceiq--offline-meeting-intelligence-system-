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36A014-4B44-4D18-A131-8585ACD196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30CC42-A55A-4EF8-AD95-39E8F60857D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9361A0-36F6-4AD2-997C-1B10C89B5D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44BF90-E7EE-48A6-847C-B932BB1DB3A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A2937F-7994-42F5-9085-884D8171F0C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A94341-C667-41D7-BB14-D3849120B26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43B4F5-9F8E-47D0-9D70-1910F7EF01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693DFE-EF04-4FDD-8B7C-901C4D722F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8A1503-B629-45C8-964B-8AEF110BA18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DF6131-3294-45F1-8C0E-BEB96C975F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722331-8B47-4EC6-89F3-FD1FA093868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288DE0-D895-4813-B060-D7FD90254FB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9BE1A7-0BCE-4FE9-8A75-70B22CCD407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B8C767-6368-4E04-8C2A-505754542A3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68F9AF-DF3D-4888-8DAD-C473131364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1858CB-974B-4EC5-8E95-73E6B3335F4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5108D9-1F65-4460-AAAA-A3E19E67E32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6F2210-CF05-4D1C-82F1-373C1B69B96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38BC3D-BE66-4C3A-8633-7FF91BF5592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34AE3B-04B0-432B-9208-226ACFB6EA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4C0162-8405-4E09-B600-9873F191E6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CFF895-4409-4E28-B739-38891CAE80A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D18270-63B0-49AC-BD9F-F01CB21405B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75C144-7C3F-4C3C-8849-850A4554F60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E863817-60B1-4747-8E34-00FF7063464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CFAAB51-6FBE-4718-A36E-C7678291E6F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Gabriel,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Consulted our manufacturing division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Took Reissa’s marketing findings into consideration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Real Reaction has pioneered some new interface components that might be applicable to our remote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Some of these new interfaces have been used in other products, e.g. coffee machine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3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Speech recognition interface currently used with new RR coffee machine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Sample sensor/sample output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could use spinning wheel w/ LC display as in iPod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could consider a niche remote, geared either towards kids (e.g. bright colors, playful keys) or towards the elderly (e.g. giant and impossible to lose)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Findings, Continued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Key layout and design are crucial so that users aren’t always pressing the wrong key, e.g. up volume instead of down volume.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 neglected to mention that we need a power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Speech recognition is quite limited, e.g. it only provides a verbal answer to a question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Rather than niche market, I think we should continue our plan of making a good “general” remote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No spinning wheel, LC display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2005-02-02T19:46:57Z</dcterms:modified>
  <cp:revision>8</cp:revision>
  <dc:subject/>
  <dc:title>PowerPoint Presentation</dc:title>
</cp:coreProperties>
</file>