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272807-DC05-4C07-BAE0-CC04E4F70B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DEA49-BCA3-4962-AF76-D6A37C4989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557E4-4123-463C-977F-D548486599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E3880-619F-44ED-83EE-7C31026F2C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F70603-68BD-4B72-90B3-7A2D9FFCDF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116A48-8C82-4696-AB0A-06F7FBB9CB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1F4BA-602F-4472-B603-E81FC6BF7B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83F6AA-9DAF-40D3-9A0C-DDC0145749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9F63B-90A1-4872-8400-7EB4D3DEED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A63F73-9A62-4A11-9C3B-D0C4DE2EB4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FC311-86DA-49D4-AB77-3608D6E5CB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6C046-8D0B-4DD2-966C-6F31755788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13E18-C8A9-42C8-B63B-A88A5E1904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943ED4-5227-4050-B052-A8C759A286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3DF05A-4D06-40B5-BB06-B8EE71ACE2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AE7209-2F31-4D78-A963-AF4487CBB0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F7C33E-D3FD-4960-B449-93E3F17BDC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A39402-FD2C-466E-B908-B60FEA0F0C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569FBE-5EC8-4BEE-8B5F-627708DA72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D3781E-23BD-4B2F-9A6C-EB12BCF7E5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BF58DF-3A81-497D-B076-6EB5E22266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E582E4-3DFE-43AF-9F72-71FAA5A14C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2D2243-18AB-4EF3-8656-59DEE247AC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F5609D-BE02-428F-9F1E-93E533E9DE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831C07-B7A3-49A3-BEF3-2350C48B74C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05EF1D-CE12-4AD4-8B51-7E391D97888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for inspiration from existing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want something that is familiar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 we can take what is familiar and perfect that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Improve existing designs; maintain basic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are some basic functions that must be included: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Volume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Numerical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is a dichotomy of engineering-centered and user-centered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former provides a lot of functionality but the latter emphasizes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My preference is for the latter, i.e. centered on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Question for marketing guru: how much will this cost us in profits, or will it?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2005-02-02T17:33:05Z</dcterms:modified>
  <cp:revision>11</cp:revision>
  <dc:subject/>
  <dc:title>PowerPoint Presentation</dc:title>
</cp:coreProperties>
</file>