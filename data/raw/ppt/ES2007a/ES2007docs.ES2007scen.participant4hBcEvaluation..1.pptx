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49A082F-C2D3-4EB1-89CF-788A1106D81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8191314-167A-4AC7-B232-79B22207AD1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F493B21-21BD-4154-8727-7A41FE8D65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27E4025-3F08-4611-AB81-71A7854DDAC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26144D5-EF58-4F25-B180-2B861ACDED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BEC715-DD4E-47CE-AEAB-C3A389A8805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24FDFC-869D-494A-A62D-4B2166252A48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7612417-71BA-4088-A861-9C37FE840F7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308D30-0133-43F8-A0A7-197B154B12B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BFD501-4E07-4AA4-9C02-6882393E50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2994BA-B9FF-4A02-8C8E-A73BB5B1D73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07DFE6-4E1B-488E-A9CB-3D72951AB0A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C3A571B-4043-470C-AE30-A2189AE4779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8CA2920-72C6-448A-85F5-3B5B3760BE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51E3D0B-CBED-47C2-A5E5-23F64FD96214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C0226FF-199A-4793-8034-B72DEE3FB7B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1641393-F988-47FB-AF55-20DC05FADBD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CDF880D-AE73-4BE2-A470-254A680F9BD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60DAB47-3390-4662-89CD-94790594C97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28C0822-CEC4-4B98-AB0B-E167A91589D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B512AEE-FECA-44DC-8948-C3893207051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301D9BD-643A-482D-8407-D6DA732E20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E1CE99E-CC21-4633-9638-DD8915CFF842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B7F833E3-384A-4C4A-929E-235EC13FFE7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FFCB6CA-F1A8-415F-86AC-2194BD628845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9177136B-FBF4-4C93-97FA-D5B7ABBD44C3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 criteria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Reissa, 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Evaluate each criteria on a scale of 1-7.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1-true, 7-false.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Criteria's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Look and feel: Does the remote look cool and fashionable? Does it feel “spongy”?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New Technology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Easy to use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Amount of buttons: Contain only the necessary buttons.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RSI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Getting lost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Evaluation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Criteria rating with seven-point scale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 at white board.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2005-02-02T21:26:22Z</dcterms:modified>
  <cp:revision>13</cp:revision>
  <dc:subject/>
  <dc:title>PowerPoint Presentation</dc:title>
</cp:coreProperties>
</file>