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BDA4A1-8322-4A19-947A-0DAC3CCB24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60BFD4-0A64-4FC4-840C-57CE47B9C1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8DA27A-4018-4D60-9AC1-CEBF7873DB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34317F-A143-4D90-8014-A5F99557C9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B7325B-2289-4EF3-BA40-7B0B9ED5C8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ADB93-8E7D-45F6-9850-9A6AFBD154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98A830-F2BA-4DC6-8555-560948E04D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60CF86-93BC-4FC9-B57C-7E0EEF6B66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27F319-A777-48F4-ADF7-75D6042083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354225-7E1B-43AF-A84F-D082C9BCD9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5527B3-9156-43B1-BE4B-8CB3F22847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4ED6E8-5B31-49D2-BBAF-35A4D6664FE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394CA5-B323-437C-8C78-75E455837C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801007-B56E-4DD2-8638-F70D91D5B0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5F3AA1-A00D-4B19-A0E8-F4CF591058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63C256-9CF4-45DE-947B-0BE2D95B08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07CF8A-A9C1-4615-9AB0-C5A5859AB0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361948-F31F-433D-BAC0-B6388F8A0A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566EBE-7133-4D95-8168-CCC858383E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98802A-D221-43CC-B380-C2CFBA4A6B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A5B42F-98ED-49FD-B333-95BB626A55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70740F-1A25-4BC6-B825-B5896313DA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687D55-750A-4252-B5BC-F13938FF8B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F9B65B-D42E-45B9-887E-6F9C59C27F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65AE3C-3D03-4FBE-BFE8-A61EADA601A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E493E1-DB4E-4D1B-BE9E-7A16EC20F2A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From looking at this years trends and fashions.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And, from the recent investigation of the remote control market.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Findings from remote control market.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important aspect: Looks and feels fancier that the existing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Second important aspect: the Remote control should be Technologically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third most important aspect: the remote control is easy to use.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 in the fashion industry.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Next years fashion: Fruit and vegetables are the most important theme for cloths shoes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feel of material  which is IN this year is “SPONGY”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Move away from the current remote controls look and 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Change the look and the feel while still keeping to the companies image.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2005-02-02T20:29:18Z</dcterms:modified>
  <cp:revision>9</cp:revision>
  <dc:subject/>
  <dc:title>PowerPoint Presentation</dc:title>
</cp:coreProperties>
</file>