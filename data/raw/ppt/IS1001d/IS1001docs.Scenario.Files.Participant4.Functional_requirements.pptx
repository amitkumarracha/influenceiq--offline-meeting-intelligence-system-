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7B7351-714A-489C-B4F0-905100D750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4A5481-F0A3-4114-8B8A-B2CBE8AE71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53BFC6-2578-4660-816A-A9C82E5CFA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05A90B-24CD-404D-96B0-40E0979A8D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064BC8-083B-4BAB-9794-3E62F5DB85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B6132C-9CB5-49CF-89B5-F73651D037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A697A-3E07-4378-A522-E8CB7017EE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B94736-BEB9-41A6-AEE5-AABC13830F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F6BB17-9B4F-4AEE-AB55-B24AE8C4EB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B5BBFD-92E9-4F20-BBEF-B80079C0CF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E930E6-CCB9-4293-AD6A-B273CE4A89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5F8210-B00D-416E-B8F6-245C62A6AC1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70AE4E-78A6-4437-8EF2-4CB1BD4C69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00287B-7365-4AF9-A2DC-8B6186FF94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CC927A-F993-4927-B5BF-9F2E2AEC1D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6685FA-CAE1-4656-97E7-14B50FFD98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4685BE-2320-4FDF-804D-73CD40B9A9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A665C1-776C-432C-8E7F-6513BFC24F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F3E9A3-E055-49C4-B8B7-89F19CB51B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C51E5-749F-4B5B-9259-ABA9620B89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8C9069-7E89-4FCA-944F-FC60823E5B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86F78-889C-4D05-B389-453716D67F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56A8EE-5513-4944-B80F-39009FB718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399978-3E31-4658-A834-24B4D6A1F5C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40FFE16-2B86-4645-B870-3FB1A99559D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A9BB38-3DDA-4CBF-BF5B-D47786098FB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our usability lab we observed the remote control use among 100 subjects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also filled in a questionnaire.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Questions asked: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prefer an LCD screen on a multifunction remote control?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Would you pay more for speech recognition in a remote control?</a:t>
            </a:r>
            <a:r>
              <a:rPr b="1" lang="fr-CH" sz="3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Results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116000" y="2637000"/>
            <a:ext cx="5667480" cy="310500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1838160" y="2395440"/>
            <a:ext cx="5467680" cy="29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Lightening in the dark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too many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way to find it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2004-11-09T16:16:42Z</dcterms:modified>
  <cp:revision>15</cp:revision>
  <dc:subject/>
  <dc:title>PowerPoint Presentation</dc:title>
</cp:coreProperties>
</file>