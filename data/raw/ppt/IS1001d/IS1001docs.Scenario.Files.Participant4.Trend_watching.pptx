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546152-FFA2-4E4E-B098-42FD473FE0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4C4395-CFD7-4DC3-84BB-7606685AD2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E4179C-1001-4C70-A615-B36C726455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A307B9-A0B4-4428-9335-95ADA4D2EF6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A7CA70-82F4-4944-A941-FF43241495E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5AD7F6-E270-4DDD-A235-9BCBF5C944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6D73B8-CCDB-437D-A847-E9A21064DA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0447BE-A886-43F8-81B1-708A97176D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983B52-7810-45D8-8EB4-C6C60AE342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69193F-B636-4A41-A1F3-5B02E0482A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F7EA67-A395-4B44-A37B-548F07D436B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EDFC5C-31CC-4D1F-A6D1-05C7AD85DBB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B70DBB-DF79-42D4-B0D3-037F180908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10AAFF-8C12-49FE-876C-42D1037BB0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821B71-BCB6-499E-B6DF-6F6F832FC8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96BD1F-DC9B-4FA8-8C64-4A6EDEE7122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0AC04C-E122-4DF0-8197-EE825D4310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6039E8-BA16-4101-9714-7F9143BC2C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6C0B90-7630-4930-8B51-48060016D0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8DE652-E998-4770-8DCA-DA11A61BC3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4FB57E-66D8-49A3-8BB7-B92DB0CF47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D8EB24-37FB-4D59-BC85-37C67FC7D4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B467C4-38DD-4863-BF27-2E9EF8F45CE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CD493A-954C-4279-8DD2-A7A802AB79C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444F9CC-558D-4189-87CF-8BFA9040911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B8CC7A8-062A-4408-A30B-E1AA6553192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0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Recent investigation of the remote control market shows the following: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most important aspect for remote controls happens to be a fancy look-and-feel, instead of the current functional look-and-feel. This aspect is twice as important as the second aspect.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second most important aspect is that a remote control should be technological innovative. In turn, this aspect is twice as important as the next aspect.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third most important aspect is that the remote control should be easy-to-use.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 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Fashion watchers in Paris and Milan have detected the following trends: 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- This year, </a:t>
            </a: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fruit &amp; vegetables</a:t>
            </a: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 will be the most important theme for cloths, shoes, and furniture.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- </a:t>
            </a: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Also in contrast to last year, the feel of material is expected to be </a:t>
            </a: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spongy.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Conclusion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Choose a fruit or a vegetable to design the remote control?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What material can we use to make the remote control spongy?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portable</cp:lastModifiedBy>
  <dcterms:modified xsi:type="dcterms:W3CDTF">2004-11-09T18:26:28Z</dcterms:modified>
  <cp:revision>8</cp:revision>
  <dc:subject/>
  <dc:title>PowerPoint Presentation</dc:title>
</cp:coreProperties>
</file>