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DED4C-BDC4-4E84-9094-36EA38A878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728299-EDD2-4EE7-9810-57457D45F9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76FAF6-C093-4C5F-95BF-55C0A7A003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608208-613C-4061-9F0D-FEAA5024DEA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6FE1F5-F6C8-4AFA-8495-5DEB0E0D759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54AEF8-BCF7-4C72-BBDF-B7531EFFFC4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21308B-C826-43E8-805C-3E2BF1CAEE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5E0236-87BD-4295-8DC6-69D0FB55A9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BFD072-E69B-4D38-8461-3B105DDAD2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9670C2-5C4E-454B-8FF3-AF22F035BDB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FFC5EC-EF36-4399-945C-E566B544078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82FA62-86A9-4A29-AC8D-71245E13874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736D33-E185-4C03-95EC-90525A8FE69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204173-FE64-4A3D-9C39-A62895E8D4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A2F777-1FB9-480D-A8EA-8F418A197A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44FF20-D44E-461E-9B89-7F317F15466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07651B-3B61-4ADE-9ADF-324370FD77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2EDD00-E8F1-44D2-81A9-B5B94B301B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E6C178-1A4B-420B-A385-4F5F74BC0F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370B4F-8FDA-4385-9822-B438313BB6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9C2E83-0D5F-4BAC-8787-C138081E19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A485FE-549E-4CA2-AB06-249A215D0C6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9B9F3D-818C-408B-9242-BB663035D1F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F75AD2-8AD5-407C-BF06-2E63C13B0F7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04FD998-2506-45F6-8126-741FA9789FB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C0C6B13-2FF8-477A-B43B-EBE0E62A592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participant 4,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evaluation criteria is made according to the users requirements and the market trends we talked about on the previous meetings.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6840" y="1599840"/>
            <a:ext cx="8147160" cy="413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Fancy look-and-feel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Technological innovative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Easy-to-use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Fashion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Easy to find in a room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Robust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portable</cp:lastModifiedBy>
  <dcterms:modified xsi:type="dcterms:W3CDTF">2004-11-09T19:46:04Z</dcterms:modified>
  <cp:revision>15</cp:revision>
  <dc:subject/>
  <dc:title>PowerPoint Presentation</dc:title>
</cp:coreProperties>
</file>