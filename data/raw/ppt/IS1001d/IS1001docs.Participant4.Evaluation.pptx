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401FD0-6A11-4726-974B-F774E92D14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AB7183-4A5A-4E15-9F7A-45B735EBB0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C2AC45-833F-4409-8C69-6CC5C59E08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9D0D77-5D2E-4584-B65F-752648B4AA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612EF1-F5C1-40CF-A4F1-1770091C5B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00B35B-2CAB-4DE0-B56A-69EB9F3D2D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B2B37F-12A8-43E5-92CA-C7DB633499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E8D045-9208-4ED1-AC91-B9DA99F916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897C94-7DC6-4842-8D9C-6E1431585A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4CB2E7-40B1-41FB-9FF9-4D2AB85311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813ED4-36B9-4EE5-B62B-56F322C777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C08A1F-F275-423E-BEA7-EDA8A26EF95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9A9BDC-3367-4CA1-AC66-FC4197DE15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23AE76-4691-4D32-82B5-16FE3B2073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DB6FA1-4D06-4A71-A20A-45678846B6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5DF2FE-DDE6-4A94-9112-C57D382344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769D8D-E0A1-4021-8A55-992FD233FC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2AEB95-93DC-4A8B-BB3D-46CADE46E0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7999BB-887F-40DC-92FD-1492C5AFAC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AC3922-3DC2-4464-9DE5-3E49514F48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701F61-5474-490D-9406-AAE4770089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7BEEA2-82CD-433A-9705-1E61617C5A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DE4E9F-5790-4062-874F-50B7FBF2FF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6E17DE-E4B0-43ED-946A-ECB9E6CFC2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F2EA13-ECC0-4F12-9146-CC031E4C782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46330C-284C-427A-9692-ACD500441E0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evaluation criteria is made according to the users requirements and the market trends we talked about on the previous meetings.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147160" cy="413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 to find in a room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2004-11-09T19:46:04Z</dcterms:modified>
  <cp:revision>15</cp:revision>
  <dc:subject/>
  <dc:title>PowerPoint Presentation</dc:title>
</cp:coreProperties>
</file>