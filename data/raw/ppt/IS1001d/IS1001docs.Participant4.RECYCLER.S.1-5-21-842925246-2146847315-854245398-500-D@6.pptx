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393382-B723-4E48-AE0E-6C197263EB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D7C36C-DAAD-4A11-9A96-89846FB10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903AC-28B1-4F57-B106-0DB1B3035C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96EA4E-4DD8-430B-95CB-36D154F89E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A9C63-CBAB-4EDD-AF53-FEA016F2F0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120E5-7E59-4217-967B-97DB0A85C0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98C04C-57DB-4700-8EE3-5AF6A95A95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4FD9C5-767B-49B2-A746-0507F65988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484775-1DF6-4297-8D72-4603A464CD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3AFFF-1866-4467-A84E-692A9ECB04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AC8ED-43DA-4331-A8B3-4182BD78C0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1D2AC-A1A4-4143-A295-BE3E5038EC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3BDB28-DF36-4A71-8ACD-F9CE0718C4B5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Functional Requirements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 Market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Working method: internet research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100 subjects filled in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Users dislike the look-and-feel of current remote controls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75% of users find most remote controls ugly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50% of users say they only use 10% of the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User frustrations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often lost somewhere in the room (50%)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Remote controls are bad for RSI (26%)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LCD-screen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15-45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45- 65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Speech recognition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imes New Roman"/>
              </a:rPr>
              <a:t>Would you pay more for speech recognition in a remote control?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15-35 YES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Age group 35- 65 NO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Original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Trendy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User friendly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- </a:t>
            </a: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Most important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 are the functions: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Channel- and volume selection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Less important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are the functions audio- and screen settings (mono/stereo, brightness, color etc.)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2004-08-31T15:02:03Z</dcterms:modified>
  <cp:revision>11</cp:revision>
  <dc:subject/>
  <dc:title>PowerPoint Presentation</dc:title>
</cp:coreProperties>
</file>