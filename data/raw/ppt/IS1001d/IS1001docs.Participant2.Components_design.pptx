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A841CA-A15D-4DDC-8107-9F0A5C23F7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9C1080-7CF6-4556-885D-159BE52388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90EFFA-434C-4ADD-9545-35D2EC6DE1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59089F-5C7B-4F22-AE44-D8F1458934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ACAE6F-0168-48E0-9E59-8962C651C0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0EB881-02F7-4BAA-8B00-CFD5AF15F6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5DD467-EC1F-4C31-94DE-6EEF0C19BA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C62F2E-7040-4B82-BDEB-5588037E4A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8F036E-DDA1-4F3E-8BB3-00518EC6E5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53AD02-9323-4FFA-8970-B9D538A436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185911-0FC4-4A89-888A-B065981EAD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C70960-1276-474F-BC93-AB1903159E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3F9B5A-66FB-404E-B699-D7E2B9B6AD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9D851F-22E4-4B01-944B-3D22D5FB9D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F7BDE2-97EA-4600-AE99-11A233C0EE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CCA8A2-20CA-48F1-BC84-F34E4ECAAC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1CE981-1356-43BB-B775-9F738CC873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92E84A-1D27-4F5F-BD23-EC57F38875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4204E7-7CC5-45F1-AB14-EB0033538D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E8D352-75E0-4908-99E9-754694CC75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11754B-4E75-4F66-9A71-C8331CD5AC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036228-05BA-4B24-8D3A-9AC4F7A53A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6C0F93-757C-496C-AEB8-889AC0A309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D6E644-CD6A-480F-BA5A-ACA498A8E4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F66176-BFA7-4DDF-811F-E884160E073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AAB216-32E7-45E2-ACE1-C77E49FCD0E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3320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chip for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wheel sensor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standard BP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TA11835 element for RC coding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off the shelf PCP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standard wheel sensor (price)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2004-11-09T18:29:00Z</dcterms:modified>
  <cp:revision>12</cp:revision>
  <dc:subject/>
  <dc:title>PowerPoint Presentation</dc:title>
</cp:coreProperties>
</file>