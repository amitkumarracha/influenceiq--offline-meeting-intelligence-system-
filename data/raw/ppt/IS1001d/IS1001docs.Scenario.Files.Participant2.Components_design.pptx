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366393-E5F4-4581-B64B-2D363FF8FF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317623-CE93-4869-A12B-655C8EAFD5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81699F-00B0-46E7-B361-3323074E65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6978A4-47DC-478C-B9BE-A89566F1F1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4656DE-6EA3-474F-B29B-D4D5C2B186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51253D-77C6-4669-BF9F-4A1A9A88BE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E60198-B211-4FC7-8260-DA44453996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86E9BE-CA24-41D5-8816-D767A140F1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997FDD-C5EA-4CC2-8DEC-E9DAF4F439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CD04ED-256D-41A4-9817-C877A05896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C235BB-48EB-44E9-A926-492164B7E1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BCACA9-ADED-4BE6-A1A7-5096145B121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2A325F-82AD-41B7-A556-2B0336CD5F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DC2ADC-A286-4E7B-850B-72476195A9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B8BE45-43BE-489C-A9B5-F65D1CA0AA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C5742B-2F6F-41B3-A8A5-A952372D5F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4C06B1-0CB3-4565-BBA7-2D0A1E70E2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EB0EA3-772D-44D3-A41A-F17865DD79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BE488A-81E0-4956-9F70-611B2564AC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FFC9FF-2217-49D6-B623-629FDDD837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0939EE-59F1-4519-9655-EE87D8CCDF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F10937-002B-472D-ACCA-4B11C8BA75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11E2FB-95BA-4FDC-9E24-FC71397396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BC1D79-02BF-4BCA-BF70-100D827BDB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EF7320-8190-41D2-812B-E815FD54EA2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A172B7-EBAB-43AF-87CC-0E3CDB6362E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3320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chip for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wheel sensor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standard BP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TA11835 element for RC coding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off the shelf PCP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standard wheel sensor (price)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2004-11-09T18:29:00Z</dcterms:modified>
  <cp:revision>12</cp:revision>
  <dc:subject/>
  <dc:title>PowerPoint Presentation</dc:title>
</cp:coreProperties>
</file>