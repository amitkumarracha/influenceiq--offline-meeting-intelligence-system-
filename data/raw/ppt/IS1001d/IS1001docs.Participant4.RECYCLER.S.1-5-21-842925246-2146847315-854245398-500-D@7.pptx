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D56235-2C68-430C-9346-61791E22A3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E149C9-F174-4658-BB5E-89BD741BD1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B525F4-FB96-485A-BDB7-79A531CB35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D0934-B3E0-4E12-A416-3599A1C22F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E2F6D-CB7A-4108-B2A3-D0C89971D1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88B5E4-9F1C-415A-98EA-174FCF1C35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28699-A5DF-4EDD-9C6D-9795B625E5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4E5D2-FB7C-4F24-8777-8C8EBB9186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6211FE-574B-4A58-ACFA-8A6DD9C5FF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E504E7-B592-445F-B9A0-A39189F7D7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AA769A-3C51-46B0-AAA5-B6E6F7FD64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AD609-701A-4EBE-944B-856CDC17D7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2CB132-2816-4BBC-82DA-DDF934C5741E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Trend Watching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fancy look-and-feel, instead of the current functional look-and-feel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2.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remote control should be technological innovative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3.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the remote control should be easy-to-use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Market trends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This year,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fruit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will be the most important theme for clothes, shoes, and furniture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In contrast to last year, the feel of material is expected to be 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soft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curved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“</a:t>
            </a: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We put the fashion into electronics”</a:t>
            </a:r>
            <a:r>
              <a:rPr b="1" i="1" lang="en-IN" sz="2800" spc="-1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 so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1.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a fruit design for a fancy look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some soft and curved materials for a fancy feel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Maybe the remote control can spread a fruity smell, to be innovative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Don’t forget: the remote control should be easy-to-use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2004-08-31T17:06:11Z</dcterms:modified>
  <cp:revision>6</cp:revision>
  <dc:subject/>
  <dc:title>PowerPoint Presentation</dc:title>
</cp:coreProperties>
</file>