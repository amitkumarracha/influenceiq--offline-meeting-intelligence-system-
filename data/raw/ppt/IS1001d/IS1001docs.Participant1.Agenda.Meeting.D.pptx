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A872E-F3DA-4BB0-A7C6-F8AB491E13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AC74E-C2D3-4CC2-9182-FD4D1AD54E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C95E87-FCFB-4CD7-BF0B-7B990A8AFC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3FE3EB-D5FA-4CD7-94FB-A8A4776B82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1946FA-37D1-4DAC-8895-D66E1F97DB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87F6EC-65BB-4FF9-A0A3-8018313E67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A77643-D7A0-4EF6-B984-DE1F37CEBD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71B9B0-8D97-4CB6-BD71-D2F892AFDF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9183E-4509-4164-86A3-86E213DC5C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0BFD90-B9D5-49EC-842B-035A059246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B46C05-B6A1-439B-A020-1AED7B4946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0452C-1B36-4567-AEFE-6391A68D13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F98D8A-1CF9-4F7A-A575-8EEA1FC496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3594EE-FA00-4385-9BC2-259EF0708B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C60542-1844-4207-85C3-8B3A72F5CA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6314AF-C130-4485-9925-8FD8FB4F88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2BDAE5-9A17-4522-861A-941CC02C66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3BC3ED-4536-44B9-B833-A77776946F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BE362D-2FCB-40E6-9C35-ABA94A6289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3C5B11-F780-43F0-8125-55A39C88B2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1C2C49-93A4-4509-8836-4BFC7B7819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A14528-96CA-4EE1-A2BB-808ADC9383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8861DE-116A-4CE3-93C7-DF4888D06C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98054A-41D1-4D7A-837A-115E2B4669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D47BE7-9F7C-498A-8FC8-73F8C67882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DA3B10-7EFE-4296-9122-232DBE6764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