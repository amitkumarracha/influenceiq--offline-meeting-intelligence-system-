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F386F4-13D6-49AF-BA15-38613D813D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C079B3-2E1C-4A90-9B38-479BEF337D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FED77D-D540-4FB3-A547-D597AE284D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CFBF08-EA5C-4051-B477-779424CB26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335BE0-4F27-4810-9394-147371E378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919679-5CB5-4096-BC54-647DD31F49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5CE410-E921-4868-8821-CE476B69E9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543541-B7DE-4607-BD0E-2AB84AA003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BE73A8-90C9-4583-8801-457DF935D0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5509F9-260A-4A1D-9214-2E5790662B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C9D025-4E2D-4D89-A554-0EE23C25F6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086F26-0EFD-49A4-9076-9D42851193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824F1A-E851-4441-83B7-D066188ABCC5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Evaluation criteria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 Marketing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000000"/>
                </a:solidFill>
                <a:latin typeface="Times New Roman"/>
              </a:rPr>
              <a:t>Criteria: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Original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Trendy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A fancy feel and look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Technologically innovative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Easy to use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Soft and curved materials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A fruit design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Evaluation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Criteria rating with seven-point scale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2376360"/>
            <a:ext cx="91440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The remote control is according criteria X. 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1905120" y="3733920"/>
            <a:ext cx="3709800" cy="923760"/>
            <a:chOff x="1905120" y="3733920"/>
            <a:chExt cx="3709800" cy="923760"/>
          </a:xfrm>
        </p:grpSpPr>
        <p:grpSp>
          <p:nvGrpSpPr>
            <p:cNvPr id="52" name=""/>
            <p:cNvGrpSpPr/>
            <p:nvPr/>
          </p:nvGrpSpPr>
          <p:grpSpPr>
            <a:xfrm>
              <a:off x="1909800" y="3738240"/>
              <a:ext cx="3700440" cy="913680"/>
              <a:chOff x="1909800" y="3738240"/>
              <a:chExt cx="3700440" cy="913680"/>
            </a:xfrm>
          </p:grpSpPr>
          <p:grpSp>
            <p:nvGrpSpPr>
              <p:cNvPr id="53" name=""/>
              <p:cNvGrpSpPr/>
              <p:nvPr/>
            </p:nvGrpSpPr>
            <p:grpSpPr>
              <a:xfrm>
                <a:off x="1909800" y="3738240"/>
                <a:ext cx="841320" cy="456840"/>
                <a:chOff x="1909800" y="3738240"/>
                <a:chExt cx="841320" cy="456840"/>
              </a:xfrm>
            </p:grpSpPr>
            <p:sp>
              <p:nvSpPr>
                <p:cNvPr id="54" name=""/>
                <p:cNvSpPr/>
                <p:nvPr/>
              </p:nvSpPr>
              <p:spPr>
                <a:xfrm>
                  <a:off x="1909800" y="3738240"/>
                  <a:ext cx="8413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True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5" name=""/>
                <p:cNvSpPr/>
                <p:nvPr/>
              </p:nvSpPr>
              <p:spPr>
                <a:xfrm>
                  <a:off x="1909800" y="3738240"/>
                  <a:ext cx="8413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56" name=""/>
              <p:cNvGrpSpPr/>
              <p:nvPr/>
            </p:nvGrpSpPr>
            <p:grpSpPr>
              <a:xfrm>
                <a:off x="2751120" y="3738240"/>
                <a:ext cx="371520" cy="456840"/>
                <a:chOff x="2751120" y="3738240"/>
                <a:chExt cx="371520" cy="456840"/>
              </a:xfrm>
            </p:grpSpPr>
            <p:sp>
              <p:nvSpPr>
                <p:cNvPr id="57" name=""/>
                <p:cNvSpPr/>
                <p:nvPr/>
              </p:nvSpPr>
              <p:spPr>
                <a:xfrm>
                  <a:off x="275112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" name=""/>
                <p:cNvSpPr/>
                <p:nvPr/>
              </p:nvSpPr>
              <p:spPr>
                <a:xfrm>
                  <a:off x="275112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59" name=""/>
              <p:cNvGrpSpPr/>
              <p:nvPr/>
            </p:nvGrpSpPr>
            <p:grpSpPr>
              <a:xfrm>
                <a:off x="3122640" y="3738240"/>
                <a:ext cx="371520" cy="456840"/>
                <a:chOff x="3122640" y="3738240"/>
                <a:chExt cx="371520" cy="456840"/>
              </a:xfrm>
            </p:grpSpPr>
            <p:sp>
              <p:nvSpPr>
                <p:cNvPr id="60" name=""/>
                <p:cNvSpPr/>
                <p:nvPr/>
              </p:nvSpPr>
              <p:spPr>
                <a:xfrm>
                  <a:off x="312264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" name=""/>
                <p:cNvSpPr/>
                <p:nvPr/>
              </p:nvSpPr>
              <p:spPr>
                <a:xfrm>
                  <a:off x="312264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2" name=""/>
              <p:cNvGrpSpPr/>
              <p:nvPr/>
            </p:nvGrpSpPr>
            <p:grpSpPr>
              <a:xfrm>
                <a:off x="3494160" y="3738240"/>
                <a:ext cx="371520" cy="456840"/>
                <a:chOff x="3494160" y="3738240"/>
                <a:chExt cx="371520" cy="456840"/>
              </a:xfrm>
            </p:grpSpPr>
            <p:sp>
              <p:nvSpPr>
                <p:cNvPr id="63" name=""/>
                <p:cNvSpPr/>
                <p:nvPr/>
              </p:nvSpPr>
              <p:spPr>
                <a:xfrm>
                  <a:off x="349416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4" name=""/>
                <p:cNvSpPr/>
                <p:nvPr/>
              </p:nvSpPr>
              <p:spPr>
                <a:xfrm>
                  <a:off x="349416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5" name=""/>
              <p:cNvGrpSpPr/>
              <p:nvPr/>
            </p:nvGrpSpPr>
            <p:grpSpPr>
              <a:xfrm>
                <a:off x="3865680" y="3738240"/>
                <a:ext cx="371520" cy="456840"/>
                <a:chOff x="3865680" y="3738240"/>
                <a:chExt cx="371520" cy="456840"/>
              </a:xfrm>
            </p:grpSpPr>
            <p:sp>
              <p:nvSpPr>
                <p:cNvPr id="66" name=""/>
                <p:cNvSpPr/>
                <p:nvPr/>
              </p:nvSpPr>
              <p:spPr>
                <a:xfrm>
                  <a:off x="386568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7" name=""/>
                <p:cNvSpPr/>
                <p:nvPr/>
              </p:nvSpPr>
              <p:spPr>
                <a:xfrm>
                  <a:off x="386568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8" name=""/>
              <p:cNvGrpSpPr/>
              <p:nvPr/>
            </p:nvGrpSpPr>
            <p:grpSpPr>
              <a:xfrm>
                <a:off x="4237200" y="3738240"/>
                <a:ext cx="371520" cy="456840"/>
                <a:chOff x="4237200" y="3738240"/>
                <a:chExt cx="371520" cy="456840"/>
              </a:xfrm>
            </p:grpSpPr>
            <p:sp>
              <p:nvSpPr>
                <p:cNvPr id="69" name=""/>
                <p:cNvSpPr/>
                <p:nvPr/>
              </p:nvSpPr>
              <p:spPr>
                <a:xfrm>
                  <a:off x="423720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0" name=""/>
                <p:cNvSpPr/>
                <p:nvPr/>
              </p:nvSpPr>
              <p:spPr>
                <a:xfrm>
                  <a:off x="423720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1" name=""/>
              <p:cNvGrpSpPr/>
              <p:nvPr/>
            </p:nvGrpSpPr>
            <p:grpSpPr>
              <a:xfrm>
                <a:off x="4608720" y="3738240"/>
                <a:ext cx="1001520" cy="456840"/>
                <a:chOff x="4608720" y="3738240"/>
                <a:chExt cx="1001520" cy="456840"/>
              </a:xfrm>
            </p:grpSpPr>
            <p:sp>
              <p:nvSpPr>
                <p:cNvPr id="72" name=""/>
                <p:cNvSpPr/>
                <p:nvPr/>
              </p:nvSpPr>
              <p:spPr>
                <a:xfrm>
                  <a:off x="4608720" y="3738240"/>
                  <a:ext cx="100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False 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3" name=""/>
                <p:cNvSpPr/>
                <p:nvPr/>
              </p:nvSpPr>
              <p:spPr>
                <a:xfrm>
                  <a:off x="4608720" y="3738240"/>
                  <a:ext cx="100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4" name=""/>
              <p:cNvGrpSpPr/>
              <p:nvPr/>
            </p:nvGrpSpPr>
            <p:grpSpPr>
              <a:xfrm>
                <a:off x="1909800" y="4195080"/>
                <a:ext cx="841320" cy="456840"/>
                <a:chOff x="1909800" y="4195080"/>
                <a:chExt cx="841320" cy="456840"/>
              </a:xfrm>
            </p:grpSpPr>
            <p:sp>
              <p:nvSpPr>
                <p:cNvPr id="75" name=""/>
                <p:cNvSpPr/>
                <p:nvPr/>
              </p:nvSpPr>
              <p:spPr>
                <a:xfrm>
                  <a:off x="1909800" y="4195080"/>
                  <a:ext cx="8413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6" name=""/>
                <p:cNvSpPr/>
                <p:nvPr/>
              </p:nvSpPr>
              <p:spPr>
                <a:xfrm>
                  <a:off x="1909800" y="4195080"/>
                  <a:ext cx="8413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7" name=""/>
              <p:cNvGrpSpPr/>
              <p:nvPr/>
            </p:nvGrpSpPr>
            <p:grpSpPr>
              <a:xfrm>
                <a:off x="2751120" y="4195080"/>
                <a:ext cx="371520" cy="456840"/>
                <a:chOff x="2751120" y="4195080"/>
                <a:chExt cx="371520" cy="456840"/>
              </a:xfrm>
            </p:grpSpPr>
            <p:sp>
              <p:nvSpPr>
                <p:cNvPr id="78" name=""/>
                <p:cNvSpPr/>
                <p:nvPr/>
              </p:nvSpPr>
              <p:spPr>
                <a:xfrm>
                  <a:off x="275112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9" name=""/>
                <p:cNvSpPr/>
                <p:nvPr/>
              </p:nvSpPr>
              <p:spPr>
                <a:xfrm>
                  <a:off x="275112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0" name=""/>
              <p:cNvGrpSpPr/>
              <p:nvPr/>
            </p:nvGrpSpPr>
            <p:grpSpPr>
              <a:xfrm>
                <a:off x="3122640" y="4195080"/>
                <a:ext cx="371520" cy="456840"/>
                <a:chOff x="3122640" y="4195080"/>
                <a:chExt cx="371520" cy="456840"/>
              </a:xfrm>
            </p:grpSpPr>
            <p:sp>
              <p:nvSpPr>
                <p:cNvPr id="81" name=""/>
                <p:cNvSpPr/>
                <p:nvPr/>
              </p:nvSpPr>
              <p:spPr>
                <a:xfrm>
                  <a:off x="312264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3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2" name=""/>
                <p:cNvSpPr/>
                <p:nvPr/>
              </p:nvSpPr>
              <p:spPr>
                <a:xfrm>
                  <a:off x="312264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3" name=""/>
              <p:cNvGrpSpPr/>
              <p:nvPr/>
            </p:nvGrpSpPr>
            <p:grpSpPr>
              <a:xfrm>
                <a:off x="3494160" y="4195080"/>
                <a:ext cx="371520" cy="456840"/>
                <a:chOff x="3494160" y="4195080"/>
                <a:chExt cx="371520" cy="456840"/>
              </a:xfrm>
            </p:grpSpPr>
            <p:sp>
              <p:nvSpPr>
                <p:cNvPr id="84" name=""/>
                <p:cNvSpPr/>
                <p:nvPr/>
              </p:nvSpPr>
              <p:spPr>
                <a:xfrm>
                  <a:off x="349416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4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5" name=""/>
                <p:cNvSpPr/>
                <p:nvPr/>
              </p:nvSpPr>
              <p:spPr>
                <a:xfrm>
                  <a:off x="349416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6" name=""/>
              <p:cNvGrpSpPr/>
              <p:nvPr/>
            </p:nvGrpSpPr>
            <p:grpSpPr>
              <a:xfrm>
                <a:off x="3865680" y="4195080"/>
                <a:ext cx="371520" cy="456840"/>
                <a:chOff x="3865680" y="4195080"/>
                <a:chExt cx="371520" cy="456840"/>
              </a:xfrm>
            </p:grpSpPr>
            <p:sp>
              <p:nvSpPr>
                <p:cNvPr id="87" name=""/>
                <p:cNvSpPr/>
                <p:nvPr/>
              </p:nvSpPr>
              <p:spPr>
                <a:xfrm>
                  <a:off x="386568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5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8" name=""/>
                <p:cNvSpPr/>
                <p:nvPr/>
              </p:nvSpPr>
              <p:spPr>
                <a:xfrm>
                  <a:off x="386568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9" name=""/>
              <p:cNvGrpSpPr/>
              <p:nvPr/>
            </p:nvGrpSpPr>
            <p:grpSpPr>
              <a:xfrm>
                <a:off x="4237200" y="4195080"/>
                <a:ext cx="371520" cy="456840"/>
                <a:chOff x="4237200" y="4195080"/>
                <a:chExt cx="371520" cy="456840"/>
              </a:xfrm>
            </p:grpSpPr>
            <p:sp>
              <p:nvSpPr>
                <p:cNvPr id="90" name=""/>
                <p:cNvSpPr/>
                <p:nvPr/>
              </p:nvSpPr>
              <p:spPr>
                <a:xfrm>
                  <a:off x="423720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6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91" name=""/>
                <p:cNvSpPr/>
                <p:nvPr/>
              </p:nvSpPr>
              <p:spPr>
                <a:xfrm>
                  <a:off x="423720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92" name=""/>
              <p:cNvGrpSpPr/>
              <p:nvPr/>
            </p:nvGrpSpPr>
            <p:grpSpPr>
              <a:xfrm>
                <a:off x="4608720" y="4195080"/>
                <a:ext cx="1001520" cy="456840"/>
                <a:chOff x="4608720" y="4195080"/>
                <a:chExt cx="1001520" cy="456840"/>
              </a:xfrm>
            </p:grpSpPr>
            <p:sp>
              <p:nvSpPr>
                <p:cNvPr id="93" name=""/>
                <p:cNvSpPr/>
                <p:nvPr/>
              </p:nvSpPr>
              <p:spPr>
                <a:xfrm>
                  <a:off x="4608720" y="4195080"/>
                  <a:ext cx="100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7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94" name=""/>
                <p:cNvSpPr/>
                <p:nvPr/>
              </p:nvSpPr>
              <p:spPr>
                <a:xfrm>
                  <a:off x="4608720" y="4195080"/>
                  <a:ext cx="100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sp>
          <p:nvSpPr>
            <p:cNvPr id="95" name=""/>
            <p:cNvSpPr/>
            <p:nvPr/>
          </p:nvSpPr>
          <p:spPr>
            <a:xfrm>
              <a:off x="1905120" y="3733920"/>
              <a:ext cx="3709800" cy="923760"/>
            </a:xfrm>
            <a:prstGeom prst="rect">
              <a:avLst/>
            </a:prstGeom>
            <a:noFill/>
            <a:ln w="9360">
              <a:solidFill>
                <a:srgbClr val="a0a0a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2004-08-31T18:22:24Z</dcterms:modified>
  <cp:revision>7</cp:revision>
  <dc:subject/>
  <dc:title>PowerPoint Presentation</dc:title>
</cp:coreProperties>
</file>