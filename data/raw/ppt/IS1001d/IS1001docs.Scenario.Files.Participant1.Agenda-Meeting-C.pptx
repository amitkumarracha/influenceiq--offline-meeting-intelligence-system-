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176DE7-C02E-4E3D-AA72-B2BCDB22E6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C93747-A043-41B1-B4BC-4D58F53943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1D37E5-DF52-4E8B-BE3B-AECAD3AECD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E83131-090B-48C9-9919-78084CD97B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6E82C9-60B2-4482-855F-818C89FE9E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BB2F0-E45C-4F03-BA5D-D08BAE469B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FE9CE8-4A23-41AF-991B-FCB2D7B3E3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F1D792-4173-47FD-A14E-552B6CBB98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BA7CF5-AAEE-42AE-9411-61CAE5321E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04D295-F34B-4121-AC53-E38CF195B3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CAAE1F-9681-49FE-81B7-6150C6287C5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B2A539-BE60-42B4-A6A9-BA9D3729943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F90968-3430-4300-ADF9-D109FC721C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820FA9-9A9F-464F-AE86-DFE6F350B8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76D353-5742-4FAF-9F96-880DA62589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2C1F05-0E8F-4813-A216-61D46A0350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70AF4A-5CB0-40E5-B1B2-1F5940862F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2DA2CD-80E9-4EEC-83FC-1BCE1DAEC5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6A53A5-185F-4A3E-B0AE-44F5EF375C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B8B5C3-5A5D-47D3-9549-0CC31F7F71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7E49AB-92B7-4A1C-8A08-322BE666E4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C2C839-563E-4610-9264-5F2A9532CC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98A6B7-0DDF-4C7A-B75F-01B1AB43EE5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E5071F-29AF-462C-ACD3-638B789D0DE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4043F4-F5BF-44BF-A44E-D31329BB63C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BFA532-D923-4680-BC2A-1F8693EB15E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interface: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wheel, previous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digit, protected by plastic cover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Volume up, down, mute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= easy to find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 LCD, Voice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fast development, low cost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components, properties and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user interface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Trend watching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2004-11-09T18:13:28Z</dcterms:modified>
  <cp:revision>20</cp:revision>
  <dc:subject/>
  <dc:title>PowerPoint Presentation</dc:title>
</cp:coreProperties>
</file>