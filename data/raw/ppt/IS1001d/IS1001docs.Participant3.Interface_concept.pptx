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7F4426-B643-473D-9BB4-6E06992A41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4A547-D688-45AF-95A8-1DE87DABCD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14EB83-2D78-4372-8074-D16E6151F3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472430-5A1E-452E-8AA3-BC4B75C4B2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8EC3E0-EC26-4A8D-A1AF-CDEEDF8D8A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52C7B4-57B6-4B0B-BCB5-D5A06774FD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0D8542-F1CB-44F8-BD06-B33D73D9DE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1466C3-6141-41FB-8050-3C3528A52A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D66F42-66AC-4452-AB52-76AFF838D6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3E04A-F9B6-4BC1-987B-85664C124F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77D17-AD4C-4AA4-A55A-5818E0F1F4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FE153-E8E1-46A8-9AA0-239F11F1E6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B60F7A-2AE9-4D52-A66D-5A1C49A49C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67710E-42E2-4658-872B-2FD0B75EB1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BB8732-52CE-43AD-A9AD-414E683C8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435C4E-637F-400C-A50D-CEEB3F321F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ADA6EE-6D90-4540-AD3E-7D6AB0624B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E81D9F-575B-46D4-8804-196EA2E8DC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07991E-689C-407A-8DCA-4FB5453DF4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A05824-B03A-4591-B0D1-0F17DD5434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EA49F0-336F-457A-BC32-BCB6BFC341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290E5A-0277-4B11-9E07-74D224F97C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02367D-2CF9-44E6-B787-A5E4805D4E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3B350F-1810-48EB-BDA8-1E55499669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B2C5BF-B109-4943-A70D-858487ADDCE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A05DFC-872C-4C5D-927A-71155F2EA3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 select materials and designs that fit comfortably and non-intrusively in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We want a design that is as simple as possible, but not simpler. It must be robust.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SL-7000"/>
          <p:cNvPicPr/>
          <p:nvPr/>
        </p:nvPicPr>
        <p:blipFill>
          <a:blip r:embed="rId1"/>
          <a:stretch/>
        </p:blipFill>
        <p:spPr>
          <a:xfrm>
            <a:off x="1728720" y="1600200"/>
            <a:ext cx="1495440" cy="45259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3038400" y="1474920"/>
            <a:ext cx="376560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This is a simple remote similar to what we want.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786280" y="1600200"/>
            <a:ext cx="176076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We must design something similar to these two, but without the extra buttons. We replace the channel up down button with a wheel. The wheel can be pushed down for channel recall(?)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 plastic opening for the channel numbers is unnecessary and cubersome. It is also prone to breakage. It suffices for digits to  be well separated from the rest of the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2004-11-09T18:25:49Z</dcterms:modified>
  <cp:revision>8</cp:revision>
  <dc:subject/>
  <dc:title>PowerPoint Presentation</dc:title>
</cp:coreProperties>
</file>