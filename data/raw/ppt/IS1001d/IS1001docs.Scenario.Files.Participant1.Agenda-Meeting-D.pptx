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CB9653-C618-4FA2-97D8-AF2E5952CA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5EC163-E032-4E8F-8E3C-4A52FE7189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ABCC82-E27B-4C51-8313-3FC88BF252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FEBCD2-E681-43CD-85B0-858670CE31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55D47B-B551-4E5B-A5AD-FF5DBFBD4F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76E804-DD83-4FC8-A5D3-5BDE670239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E4A155-73BA-47DE-B180-7F919B4B98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B0DB74-2D1E-4B52-A17C-FA314F5623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EEF294-F576-4A38-A363-6F7DAAA77B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E4F65B-F25F-44DC-9573-1036957F0D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0F7433-C909-45B8-87EA-312E61D47D7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599C72-90B7-4C01-A65D-031B6C330A4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AD803F-166D-4C8B-B214-5725DB8019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C0B21D-3BB0-40DF-BCD6-9C5B692113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8318C6-3672-41BD-A7D1-81306C138C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FAC530-537C-4D6C-925F-A35C7B3E9A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7DE23A-9BDB-4340-91DF-3978E30D928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DE99F2-9A04-4001-8947-689FBB0E24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EC643A-24B6-4646-9F06-A0B0F4812B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B905C5-4762-4439-9CAA-E6DB39BB2D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3D4194-4019-428A-A51F-B02E39AF18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21558E-A483-42A8-9785-2DCA87D4F2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227C6D-7FDD-42F0-9126-68A4BC77749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B1092D-82A6-457D-9B26-293DFF373E5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31DD019-5B05-4834-B49B-6D2F0D22548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B3E544-2DB8-48C0-946E-8AB38372752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Production costs: 10.7 euros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Lower than 12.50 euro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Financial aspect: ok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What about project evaluation 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2004-11-09T19:41:39Z</dcterms:modified>
  <cp:revision>19</cp:revision>
  <dc:subject/>
  <dc:title>PowerPoint Presentation</dc:title>
</cp:coreProperties>
</file>