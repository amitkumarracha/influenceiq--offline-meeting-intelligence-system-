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E9C179-B661-47C3-A261-12AC3125BBB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EEC209-D6D0-4B1D-94EE-9747804B4E2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55A43F-F1D5-41FA-9637-B9E1035EB53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E34635-D71E-4D03-A3E4-E19C0DCB537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5A5E15-1BA1-4F16-BEB3-1AEB16A5044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567C48-2675-491A-A294-6B6A6972E7B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9D54E6-3870-4608-AC98-8957E07F0E3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357A1B-6EE5-436D-BBE8-F9F2AFC7034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95C0A8-8CE2-4E74-BDF7-DD8C1938D41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6CC79B-F47B-4A09-8F54-22C4D81DF8F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8A2066-8DD4-4F33-ACBB-12E11CD4B8F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C36947-6AA3-446C-A64A-1640E351066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5DB6B9-58D8-4DDC-A3FE-21FAFE5545E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18E7E9-3E08-44FC-9FA3-83DF188878B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22250F-6E6C-4352-A434-D5E9E81181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3968D9-FD33-4620-94DD-D1CF31A89E8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DA85AD-03C4-4614-8686-AC050C5F942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CB42FD-3DD6-4DFE-9D47-9CE894E22B9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14DF42-7339-406E-8314-192731770DF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1327D8-5A1C-4DFF-A179-7DCC19486C1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E065B0-199A-413D-8B27-EBCAA9AE97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E59397-C026-40A1-B9FB-AB385CE1BBC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D165BF-A381-4BAF-8ADC-10429F19E6F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50319E-D429-485B-8A37-7E97BD76CA0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1FA1940-1F16-40B9-AFCF-9C4AB3B50D4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7D8557C-4436-41A9-BD1B-2D2B3FB5A38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4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Teletext becomes outdated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, since the popularity of the Internet.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 remote control should </a:t>
            </a: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only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 be used for the </a:t>
            </a: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television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, otherwise the project becomes more complex, which endangers the time-to-market.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Our </a:t>
            </a: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corporate image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 should stay recognizable in our products. Our corporate color and slogan must be implemented in the new design.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2004-11-09T16:17:07Z</dcterms:modified>
  <cp:revision>20</cp:revision>
  <dc:subject/>
  <dc:title>PowerPoint Presentation</dc:title>
</cp:coreProperties>
</file>