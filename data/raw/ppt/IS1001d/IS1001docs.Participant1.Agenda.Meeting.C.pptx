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920793-63AB-454A-9D5A-6D62042C86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A1772A-DB87-4060-BC2C-6A2B4621B6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7E1296-2417-4274-B6C6-9AFB1637E8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C856B5-A938-48DA-9AE8-2708802E09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7F1BFF-38A2-473E-A045-B7F7303E5E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4ACCE4-7750-4D85-812C-E7E30B00E3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7102DC-472D-4F37-8D23-BD42FE8E36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6F5F86-8708-49BF-BB88-070A0EC68A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0AD483-32E1-4D66-91E3-2BAFFEF4EC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2499B2-B3BD-42D7-980A-9A3BC92865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82B958-863A-432E-82EF-68F8C9D3229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93C0CB-F459-480F-955A-57E99909115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35D1BF-2E45-4852-AC71-25D192BCEF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A3374E-9766-4B61-88DB-FBDBD3DD59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8F6670-A166-4CF8-B912-C2FD05579B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F0EF55-2C53-4F79-81B4-542CB4F0A2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3F2039-3738-4AA1-934E-07F7AA39C6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A332E3-6902-4FEE-A42F-DED2EA482A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C8769B-0B51-433F-83ED-66BC52080A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BA7682-27EC-4809-A502-3F280B344C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BDDBA7-EE72-4F5D-9B5D-702C167BB3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3F111A-ED1D-424B-B6B5-7F13D186E6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7D3281-3048-41D6-B0D8-EC622168EE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3555C3-080F-49C1-8403-708768CC59F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2959D4-2444-48F5-ACDF-EB5F8555575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AA2845-DF51-48A3-AB5A-8C1EECA9ED1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interface: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wheel, previous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digit, protected by plastic cover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Volume up, down, mute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= easy to find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 LCD, Voice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fast development, low cost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components, properties and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user interface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Trend watching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2004-11-09T18:13:28Z</dcterms:modified>
  <cp:revision>20</cp:revision>
  <dc:subject/>
  <dc:title>PowerPoint Presentation</dc:title>
</cp:coreProperties>
</file>