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5AAFA5-1068-424F-94C7-4EED48B872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580C78-174A-494A-8C0D-48B65FE02E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B3544A-D0A3-49D4-B292-0A68C64C40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F16E81-F2DE-40DE-A43B-26C19EED9E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F1C29-3D6B-4ACE-93DF-4DBD6D89B2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249442-AE2F-4AD8-AD29-2D290DED6E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BA9603-B206-47D3-BFA3-4D627BD91E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BFF08-F077-4C53-A419-4D45DD61AB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E3D4E5-B4A9-433C-BCA6-957A11965A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7642C3-0969-4FF6-A877-BAC1F63A2C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83BBD9-A148-4A32-ABA8-EDECC0B52E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C0F3D-AC11-42B5-8FDC-1A57FD8839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F6C34C-4A1D-4E1C-9538-F76826D960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474FA-4ED6-4E7B-888C-965D2AF7FB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D1B9CC-653F-4844-90CE-911F9FBB90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69F45E-906E-48AB-A947-7B5554BF01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B6F56-8825-4788-983D-A7169528D3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FC4B32-074A-47D2-862E-017AE335D2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2987BE-D216-42D5-B366-4DF0A242C9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269E29-A57E-4860-87FF-A3388910C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F9B53E-D5E8-4880-9180-56BEC4E05A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427411-2899-4DE8-83F5-F8E57E106F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3904F-4A47-4F32-AD41-AA44EC16AD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2CC5CA-C13C-4B8B-BD9C-B8C4211C55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4795BF-E7B5-4CD7-817A-99E6655A329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9DDBF8-11E0-47DB-85E0-AC70BC98F15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