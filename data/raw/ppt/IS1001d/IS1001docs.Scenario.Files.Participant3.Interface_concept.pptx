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5C2BD-A9E1-44CC-B106-190BA1FD8A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17E030-638C-4E4A-BDE4-AAC970B131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CC988D-B5DD-4BA0-BE62-93318F64F0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423B6-CC49-4336-BC9D-8A6063E104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98A023-4AC4-480A-BFBB-8C3173A6B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E32E24-89F6-44ED-B5A0-CD38E9E8CE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CFDE02-29D7-444E-BAEA-EC951E248F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16FB81-621F-4F75-813E-8EB216DFD3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CDD5C-948F-48D3-B7AC-97BB99F276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F79E80-AC2E-4497-B123-CB06173FB8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0F9A8F-9CF0-425C-9BCA-529AD8CA0E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E34EAE-8FDD-47D1-AB5C-09E3ADC7E2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473663-89AE-4221-BE42-93F346B903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7F3AD4-D42E-4FD4-8034-4066B65EC6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DF7609-06CD-4948-8E05-EBE20036DA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09D345-6229-4CC5-9878-844F71115A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897352-1404-41AC-9A76-FAB8395152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FC27C9-1D2A-4DCB-99FC-3602EDC0AF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F4B71B-6CDA-4F7B-9BB0-B9D1D3A9FB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5DA6DE-6E09-4876-BE81-449904D4DA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E233AD-FBE6-45A8-A1B0-D7F023ED73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5765CF-CB76-4272-9811-E0BE3941AD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5A4AF2-08A7-4D84-B5C4-C0EAB702FC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0BD0DA-C347-4028-8577-C733B47A96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C1CA30-CE1E-43B5-93BE-54AECD78C80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82E3BE-BBB2-43E9-A38A-8551EBA34D9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