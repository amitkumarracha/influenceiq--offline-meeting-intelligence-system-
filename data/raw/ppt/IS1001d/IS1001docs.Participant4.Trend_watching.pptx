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1CADDE-3B5F-49D7-B77A-66E28B03BC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DC0B7C-F4CA-4623-91B2-57B86A903A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F63463-E374-48EB-9763-3D58DA054D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BEEDE3-5F46-48F6-A8F2-80988C0C2F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27576-2A52-42FF-8AFD-FE8AEF603A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94188C-9608-4849-8700-20D2C4787A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DEC515-35C3-4E99-8A08-687B1E126F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F7DE41-2298-4567-89B1-08965CB85D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448FA-512A-4A04-B4E4-8F0ADF7CC6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E62C1A-37EC-480D-8632-B73E84664C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A47D0D-C686-45E2-A790-63829D048C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71885-3A0B-4EBE-B201-90A7CFC145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94B3B5-DF66-46C3-A4E4-F517C4CDCE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18CC66-52FD-4C42-B891-0D7D0617F4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3C1890-F6DD-43FD-8EA6-1740307ED0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4B91A9-20CA-41BB-8C1A-28C2E5D6C1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D67F73-9E01-4F3F-82B6-6C96CF2CCF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F9871C-FC02-4C9F-A24E-F47EAB8195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51C953-73F9-4DFB-AF7F-9E665C1786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D9C438-5C8A-4CCB-9414-0A038C371D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7F1C2D-347E-446B-BB49-35931F625F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9FB2AE-67B8-4640-A24F-2322502007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5C4C81-54D5-4C0A-9615-89B5D763A8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F3F953-4B4E-4DA8-B0BB-71319BA84D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CBC258-C64F-4063-B544-9CEBC993B2B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B29A30-ECAE-4592-B3DC-C62151A58F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