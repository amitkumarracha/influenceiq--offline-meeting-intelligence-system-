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82CF2-B365-4132-8B79-C62959CD07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030B5-9BF8-4034-A866-E63D720512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697031-79F2-4326-904C-874CFBA4C5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221126-5EB0-4023-AA4C-0BA0508BB9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1FB84F-1405-44CC-B90B-28B16C2449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B288F7-C6C4-4C53-8123-2873F382C5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3C7EB5-1AA2-4D49-AFF1-D4A468BFC4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B57F5-B237-4D3D-84EA-0D9B095056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A26B3-66D5-4E3A-84C0-667E055601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FA81B-C625-49B7-8816-8814406BDC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B9FF2A-2732-43FD-9E1B-9DC613EB32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EE93D3-D3BB-4375-AA82-1405C12672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65C2A7-1723-4A75-A97F-76CFC67D2B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903BDE-9972-47D4-B641-A173C74F35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957A9E-0132-417C-8324-3C3AA177B5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B31C72-31BD-471E-9D80-A5D00149E4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41BC02-C742-4211-BB27-FC9F662C3D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870106-5AF9-4909-97E4-C802EB6022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5A3B7C-B0AB-4E40-AC2A-6B80C2988D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C9F622-AF41-4545-A83A-E6D6B21D51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9F3808-5EEA-49BA-B9E6-BDDF9F5CE4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C50426-B409-43D9-9A25-7DC421ED2F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33C6CE-7A07-47A8-87FC-3AA1A5D3BD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D00D5A-496B-4510-B7B2-CDD90CB680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35E476-A6C4-49E5-B23F-A6B4924A488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837CB0-3967-4480-B2A7-FDDAA0E72D7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