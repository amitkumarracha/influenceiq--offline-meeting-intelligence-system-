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67C627-3A65-4294-B7D7-DD54C39CB0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18510E-078B-4769-8BA3-BDA370DF54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CCC33B-4043-40D6-8308-D655245CAC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12A194-7AFE-49B3-8952-9655EC3DED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523F52-11F0-47FB-B976-5437148C76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6B612F-F4B5-4BE6-B5DB-4885DF16B9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AF8269-A95A-4DE2-9153-975F42389B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BD0E56-FEDE-4C0D-AF3E-C9E3EBB2ED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1FB291-32AC-4E6C-A109-FC629C8BB7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5C85F5-C0EF-43A8-BBF9-0B6B3315C8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F97AEC-43BB-4B70-A628-14B05B4607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2A8645-D650-4F63-B5BB-32C1B6FC739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BF2531-9940-4272-9798-9039430BFD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623503-D0E9-4B88-B554-43C2583815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7BF977-104C-45A5-B742-FCEA56A8AA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8D81CE-A757-4BB8-AF98-73342C632B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982249-867C-4852-AC1D-7B574DF7D5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120EFF-E4B9-49A2-AFF2-B2C38E78AE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B3D9D9-25B7-489F-B7ED-DBBE8D37F8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655074-FD6B-420D-8912-9235C4F8B0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DF0036-AE87-4E51-B5DD-9B46352D30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174B5D-10DC-45AA-BC7C-7990798DF4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712310-F5A5-4820-86B6-43FFDEED6F4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A1A78C-03E7-4323-8CF4-79DB4AF83C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867E18-9885-4F1C-9B91-4BDE7E49FB32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4EDACB4-2FF4-403F-A8F0-20BA4F0748EA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2005-02-04T16:22:46Z</dcterms:modified>
  <cp:revision>32</cp:revision>
  <dc:subject/>
  <dc:title>PowerPoint Presentation</dc:title>
</cp:coreProperties>
</file>