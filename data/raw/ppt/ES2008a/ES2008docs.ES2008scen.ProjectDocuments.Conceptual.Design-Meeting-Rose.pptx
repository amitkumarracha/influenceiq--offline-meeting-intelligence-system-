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85C9A0-BC54-4BBC-B749-82D3FFEDBF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AD4C6D-1AF1-4F43-916E-835906579E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F7A8FB-19A4-48A2-8502-798F7E7F3E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35612B-F3E8-4936-81C0-5997A33BAC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703039-0D8A-4D39-B7AC-0DFE094AE2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E18B10-CF05-4720-AAD8-C11B08AB50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D8A443-EAF5-40A8-859F-6A532EF077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99F482-AC54-4DFB-A112-8DA039B4F2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E4EEC7-B325-404A-886F-27E846B87A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8A1FC0-AE82-44B5-97C2-F878DC57C2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466A95-CA55-4DE0-A3C4-66F24E46C8B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B4D02E-03F9-40FD-86B4-A961CFA358E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157518-8223-4266-8542-305515EA65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32FFA8-8ECE-410D-ADD5-BADB42791D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ED2DB2-61CA-4E53-9DF2-36C6A4AF9A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10ED2F-BA48-4B81-BF33-102495BFA0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49BED0-A5EE-4E29-BDF0-039C8FD868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3BC5AA-2B2A-47D9-88B9-1ACA1E8945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6BA7C7-D950-45A9-94EF-ED2AD7B6E8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164DFD-8F75-4D0B-BE3E-25850F9E7F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4D52E6-55C3-4777-B318-DA3789EC72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280FCA-AC15-489F-B3AF-9D7186D1DA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EC93E0-F91B-4B2A-8019-38C8DF626AD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ECD802-368C-4FDE-842B-BE5A17BD19D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78EC43-8B78-4A43-863E-93735D6B09E0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07FC6E-66DE-4C4C-8713-7BCCF1B60095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Minutes from Functional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1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Target Group- focus on who can afford it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International appeal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For all age groups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Objectives:  Simplicity and 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Something to keep remote from getting lost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Large buttons for essentials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Possibility for extra functions (sliding piece)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Long-life battery or charging station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Three 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Conceptual specification of components, properties and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Conceptual specification of user interface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2005-02-04T20:55:33Z</dcterms:modified>
  <cp:revision>22</cp:revision>
  <dc:subject/>
  <dc:title>PowerPoint Presentation</dc:title>
</cp:coreProperties>
</file>