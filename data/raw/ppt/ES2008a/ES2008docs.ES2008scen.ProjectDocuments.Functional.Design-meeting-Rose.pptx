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8F680-C725-49C7-8823-F0ED1F74F0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639523-DAA1-4941-B992-8CD4AB19CC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630263-8ADE-46DB-980B-8CF63C3C81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11D83-1DEB-4BC1-B17E-27DF82A6D9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7CAEA4-B12D-4144-973E-1D0D633244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680210-CF20-40A5-AFFD-60B94C5F2A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A4068D-22A4-460E-87F6-5726F74680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652BEB-DD50-4C5B-9519-FA67EECE8C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CBE639-67AD-4C91-BF86-39B80310C6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B7D07-FBAB-44FD-8DEF-8B822BBFE7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2EA4B-7EA9-4AC3-B9AA-B2719C6EEB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6D53E3-1E18-4806-8EB7-2F62300A0A1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648C1-B8CC-46DA-AD70-87FD11693D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C52CEC-5AB3-4083-8F9B-933CBDC50D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55C98E-C600-45E1-A31E-F0784A6843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027771-6850-4D46-AA68-84EF2B88D1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1B7D43-9B86-44D9-B894-CB7E32E9DE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0EABC9-16DD-4990-8645-8A4BF04055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3AE6D5-75F7-4622-AE79-360F16679C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82E2F5-ED7F-4C9C-9B28-0B8B400120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0F9730-07B3-4442-A59F-5621CB58E8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FC2FA8-BC42-4E87-92D9-E708A8AAE1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80F63D-FD01-4C4F-A53A-BD302867D9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5BEC6-77BE-4B83-95F2-136CC1BFED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DAB2FC-F546-4BD8-AF6C-15C6F54605C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2C4502-92EF-48E2-8D5C-B83F25779A1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General objectives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Objectives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 Specification: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needs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desires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are to be fulfilled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Technical Functions design: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apparatus should have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Working design: how the apparatus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works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fulfill its functions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Decision on Functions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is our target group?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Keep in mind earlier objectives: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Needs and desires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Effect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it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2005-02-04T18:18:58Z</dcterms:modified>
  <cp:revision>22</cp:revision>
  <dc:subject/>
  <dc:title>PowerPoint Presentation</dc:title>
</cp:coreProperties>
</file>