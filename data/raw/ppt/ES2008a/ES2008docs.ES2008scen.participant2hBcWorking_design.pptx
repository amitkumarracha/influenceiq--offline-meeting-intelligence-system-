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18F3D6E-58AA-4BB0-A5E3-123DCA12B8D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B458449-28E7-4048-95C9-FAF829FF06E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AE11302-B2B0-49EE-9958-BD729D41760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777FF1F-D559-496D-9DE0-F75FA226DA8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9146C5F-AF53-4625-A360-BE44E70A457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C935433-378E-42BE-8BEA-FD4EE6F6290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AAA37F-3CD4-4FC4-BF85-C8A08E6115F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3051ED5-AB64-4447-872A-AFAC1E9B56F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7D89BD2-24E8-4B0B-B40E-CE74BBBD3F5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DB78FB5-9B21-4510-AAA0-5C218EE2446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3F1BCF9-6F35-4F1E-8932-B83CC2DE170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73A5624-8E16-4AEF-9182-E3950F8293E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6177913-93AD-4271-A69F-87ECB3E90AD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53918B4-4E9B-4FB6-AFEE-6615D5CDD41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D39E42A-194A-47A0-9999-38079B79F54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434D962-B1A9-41F0-91E7-99491BD92FF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8E17ABD-E517-4C02-8F4C-AF173FFFF02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A974E92-437E-4F35-BA0F-BCC5BB97348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2A1CF62-A4FD-4031-A92D-0C928056C59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AD8E2B4-045C-4601-A888-41A2261285B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B764C7B-9A75-4678-80B2-3DF35638B15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17D6088-9C1C-42CD-8EA6-9CD1B5209E9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49764C0-C2B0-474D-90A6-3E889C9BAD6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E65FFB8-1EF7-4C02-91FB-9A20B5E44CB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76B23DA-9C00-4414-809E-E3BDE29D4729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19EE7F9-A4D6-4312-85F0-82BE76BD86E3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Working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Alima,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Design apparatus to fulfil practical function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What is function/ tasks that need to be done?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Develop schematic of task progression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Work on each task separately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Infrared is best way to get data to reciever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User interface controls chip, which controls flow of data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Sender controls interface, and therefore chip and data flow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Energy source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Chip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infrared bulb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"/>
          <p:cNvSpPr/>
          <p:nvPr/>
        </p:nvSpPr>
        <p:spPr>
          <a:xfrm>
            <a:off x="324000" y="2205000"/>
            <a:ext cx="8280360" cy="3672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"/>
          <p:cNvSpPr/>
          <p:nvPr/>
        </p:nvSpPr>
        <p:spPr>
          <a:xfrm>
            <a:off x="395280" y="0"/>
            <a:ext cx="8248680" cy="1801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  <a:effectLst>
            <a:outerShdw dist="107932" dir="2700000" blurRad="0" rotWithShape="0">
              <a:srgbClr val="80808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000000"/>
                </a:solidFill>
                <a:latin typeface="Times New Roman"/>
              </a:rPr>
              <a:t>Working Design Schematic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104" name=""/>
          <p:cNvGrpSpPr/>
          <p:nvPr/>
        </p:nvGrpSpPr>
        <p:grpSpPr>
          <a:xfrm>
            <a:off x="1042920" y="2997360"/>
            <a:ext cx="1080360" cy="736200"/>
            <a:chOff x="1042920" y="2997360"/>
            <a:chExt cx="1080360" cy="736200"/>
          </a:xfrm>
        </p:grpSpPr>
        <p:sp>
          <p:nvSpPr>
            <p:cNvPr id="105" name=""/>
            <p:cNvSpPr/>
            <p:nvPr/>
          </p:nvSpPr>
          <p:spPr>
            <a:xfrm>
              <a:off x="1445760" y="2997360"/>
              <a:ext cx="20160" cy="73620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6" name=""/>
            <p:cNvSpPr/>
            <p:nvPr/>
          </p:nvSpPr>
          <p:spPr>
            <a:xfrm>
              <a:off x="1748880" y="3164040"/>
              <a:ext cx="20160" cy="4147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7" name=""/>
            <p:cNvSpPr/>
            <p:nvPr/>
          </p:nvSpPr>
          <p:spPr>
            <a:xfrm>
              <a:off x="1042920" y="3378600"/>
              <a:ext cx="37728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8" name=""/>
            <p:cNvSpPr/>
            <p:nvPr/>
          </p:nvSpPr>
          <p:spPr>
            <a:xfrm>
              <a:off x="1746720" y="3362760"/>
              <a:ext cx="37656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09" name=""/>
          <p:cNvGrpSpPr/>
          <p:nvPr/>
        </p:nvGrpSpPr>
        <p:grpSpPr>
          <a:xfrm>
            <a:off x="5373720" y="3294000"/>
            <a:ext cx="950400" cy="206280"/>
            <a:chOff x="5373720" y="3294000"/>
            <a:chExt cx="950400" cy="206280"/>
          </a:xfrm>
        </p:grpSpPr>
        <p:sp>
          <p:nvSpPr>
            <p:cNvPr id="110" name=""/>
            <p:cNvSpPr/>
            <p:nvPr/>
          </p:nvSpPr>
          <p:spPr>
            <a:xfrm flipV="1">
              <a:off x="5373720" y="3471480"/>
              <a:ext cx="316080" cy="2880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1" name=""/>
            <p:cNvSpPr/>
            <p:nvPr/>
          </p:nvSpPr>
          <p:spPr>
            <a:xfrm>
              <a:off x="5734080" y="3294000"/>
              <a:ext cx="247680" cy="1443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2" name=""/>
            <p:cNvSpPr/>
            <p:nvPr/>
          </p:nvSpPr>
          <p:spPr>
            <a:xfrm flipV="1">
              <a:off x="5995080" y="3415680"/>
              <a:ext cx="329040" cy="298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13" name=""/>
          <p:cNvSpPr/>
          <p:nvPr/>
        </p:nvSpPr>
        <p:spPr>
          <a:xfrm>
            <a:off x="7451640" y="3068640"/>
            <a:ext cx="609840" cy="609480"/>
          </a:xfrm>
          <a:prstGeom prst="flowChartSummingJunction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4" name=""/>
          <p:cNvSpPr/>
          <p:nvPr/>
        </p:nvSpPr>
        <p:spPr>
          <a:xfrm>
            <a:off x="2916360" y="2565360"/>
            <a:ext cx="679320" cy="565200"/>
          </a:xfrm>
          <a:prstGeom prst="flowChartPunchedCard">
            <a:avLst/>
          </a:prstGeom>
          <a:solidFill>
            <a:srgbClr val="99cc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"/>
          <p:cNvSpPr/>
          <p:nvPr/>
        </p:nvSpPr>
        <p:spPr>
          <a:xfrm>
            <a:off x="2916360" y="4437000"/>
            <a:ext cx="846000" cy="60984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"/>
          <p:cNvSpPr/>
          <p:nvPr/>
        </p:nvSpPr>
        <p:spPr>
          <a:xfrm>
            <a:off x="7164360" y="3860640"/>
            <a:ext cx="143352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Infrared bulb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>
            <a:off x="2698560" y="5229360"/>
            <a:ext cx="14958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User interface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" name=""/>
          <p:cNvSpPr/>
          <p:nvPr/>
        </p:nvSpPr>
        <p:spPr>
          <a:xfrm>
            <a:off x="5265360" y="3789360"/>
            <a:ext cx="883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Switch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745560" y="3789360"/>
            <a:ext cx="15156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Energy source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2843280" y="3357720"/>
            <a:ext cx="75096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Chip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4214520" y="4005360"/>
            <a:ext cx="2372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 flipV="1">
            <a:off x="2195640" y="2997000"/>
            <a:ext cx="504720" cy="21564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23" name=""/>
          <p:cNvSpPr/>
          <p:nvPr/>
        </p:nvSpPr>
        <p:spPr>
          <a:xfrm>
            <a:off x="2124000" y="4365720"/>
            <a:ext cx="576360" cy="35856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24" name=""/>
          <p:cNvSpPr/>
          <p:nvPr/>
        </p:nvSpPr>
        <p:spPr>
          <a:xfrm>
            <a:off x="3924360" y="3573360"/>
            <a:ext cx="1152360" cy="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25" name=""/>
          <p:cNvSpPr/>
          <p:nvPr/>
        </p:nvSpPr>
        <p:spPr>
          <a:xfrm>
            <a:off x="6588000" y="3500280"/>
            <a:ext cx="505080" cy="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26" name=""/>
          <p:cNvSpPr/>
          <p:nvPr/>
        </p:nvSpPr>
        <p:spPr>
          <a:xfrm flipV="1">
            <a:off x="3348000" y="3789000"/>
            <a:ext cx="0" cy="43164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Log lasting battery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Easy to manipulate chip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Straightforward interface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Reliable / clear infrared signal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2005-02-04T18:00:36Z</dcterms:modified>
  <cp:revision>15</cp:revision>
  <dc:subject/>
  <dc:title>PowerPoint Presentation</dc:title>
</cp:coreProperties>
</file>