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F753B9-B75D-4E13-BCB7-028A741A113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281A1E-36B9-4179-A04E-F348F1466B4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61FB3C-B71A-459E-9A03-0685820B3D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5BB0D7-8CE1-43AE-9E36-14F0BF2955C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5F5780-286C-48C1-9287-A540C3CB022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61FD03-D757-4FC1-B960-0F88E287DA6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40EA45-8BB8-417F-B2A6-FD4DECA4789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F8EBD4-5FA2-411B-980F-490C0E02477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D6CA6B-2E24-41F6-B37C-8A84854D10B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C0973D-A3BA-46DF-B5B2-D31EA9BB2B8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25155A-F387-4B63-AA0D-4E5BBA2D292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E40B99-0577-4759-9041-B03004D95C8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AA44E5-3CF7-4474-8A94-15DC17F79E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A5CB20-5273-421E-928A-889012D11CC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48F685-8920-460F-B361-71D6F5D6F15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FD5768-45C9-4811-9301-EB379709599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FED43F-DD41-45FD-BE9C-0E4C0BF93EF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C5DAA3-06D4-4325-AFAD-56740A212F7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6B7FDF-4F8D-49BC-A269-A7D85E5E61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193635-7FD6-4928-96AF-7904C1CF926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5B1B93-3A6C-421F-AD43-3E329B65AC7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B6E9C1-14B5-4A26-92A5-CA86D1D9125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A1ABAE-C37E-46F7-851B-542FD2BDD90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02A6A8-3CA6-44B9-9D9D-1C54241CC7A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9A69346-FB27-481F-82F8-4558A9C5DAE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DEB7E12-0882-433F-B97C-50A58E07146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Iain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Define specifications for the final product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Design prototype user interfaces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Conventionality?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Novelty?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Get feedback from others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Consider practicalities: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Technological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Economic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Examine existing TV remotes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do they do </a:t>
            </a:r>
            <a:r>
              <a:rPr b="1" lang="en-GB" sz="3200" spc="-1" strike="noStrike">
                <a:solidFill>
                  <a:srgbClr val="ffffff"/>
                </a:solidFill>
                <a:latin typeface="Tahoma"/>
              </a:rPr>
              <a:t>well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do they do </a:t>
            </a:r>
            <a:r>
              <a:rPr b="1" lang="en-GB" sz="3200" spc="-1" strike="noStrike">
                <a:solidFill>
                  <a:srgbClr val="ffffff"/>
                </a:solidFill>
                <a:latin typeface="Tahoma"/>
              </a:rPr>
              <a:t>badly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How can we </a:t>
            </a:r>
            <a:r>
              <a:rPr b="1" lang="en-GB" sz="3200" spc="-1" strike="noStrike">
                <a:solidFill>
                  <a:srgbClr val="ffffff"/>
                </a:solidFill>
                <a:latin typeface="Tahoma"/>
              </a:rPr>
              <a:t>improve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on their design?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How can we make our product </a:t>
            </a:r>
            <a:r>
              <a:rPr b="1" lang="en-GB" sz="3200" spc="-1" strike="noStrike">
                <a:solidFill>
                  <a:srgbClr val="ffffff"/>
                </a:solidFill>
                <a:latin typeface="Tahoma"/>
              </a:rPr>
              <a:t>unique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395280" y="234900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Your friend?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125880" cy="1055844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2"/>
          <a:stretch/>
        </p:blipFill>
        <p:spPr>
          <a:xfrm>
            <a:off x="6039000" y="0"/>
            <a:ext cx="3105000" cy="10485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Opinions on remotes are </a:t>
            </a:r>
            <a:r>
              <a:rPr b="1" lang="en-GB" sz="3200" spc="-1" strike="noStrike">
                <a:solidFill>
                  <a:srgbClr val="ffffff"/>
                </a:solidFill>
                <a:latin typeface="Tahoma"/>
              </a:rPr>
              <a:t>subjective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 want a remote that is: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Simple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Has big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Does </a:t>
            </a:r>
            <a:r>
              <a:rPr b="0" i="1" lang="en-GB" sz="2800" spc="-1" strike="noStrike">
                <a:solidFill>
                  <a:srgbClr val="ffffff"/>
                </a:solidFill>
                <a:latin typeface="Tahoma"/>
              </a:rPr>
              <a:t>everything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Looks cool, feels good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2005-02-04T17:38:46Z</dcterms:modified>
  <cp:revision>9</cp:revision>
  <dc:subject/>
  <dc:title>PowerPoint Presentation</dc:title>
</cp:coreProperties>
</file>