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AC3ECF-3D31-4CFC-BCAD-45DAA62D14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2D43AF-F295-47D3-873F-14B63A1CB1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9C90890-82A2-481C-BCE4-A576FC303DE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76E4CD-F3CE-4886-A828-53671020C28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02F7E5-0EEC-490C-96F0-E853BF8778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2A927C-1737-4A41-831E-5ACE70EDCF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5E22C3-5985-4E07-8161-3687DA3AE0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DE8987-0405-4E62-84AB-7BFE021E50B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E206F4-AE6F-458F-A783-2D5F2DA8327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F48158-466C-4581-B8B3-C9CE1CA0ABB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78B48AE-89AD-4C39-8093-F183E7ACB68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F08BE0-438C-4638-A4F2-1EEB7D6F4C8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B0E33DC-E01A-4F5F-B10B-E68577D4088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7FAFA2B-CA96-48CB-B1DD-62F7D4A540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DC0B21-0437-4A86-9350-FBF731E944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B6A330-C523-44D4-B5C1-5CA794CE89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E305E5-CFE6-4907-96F6-8E3EE9C503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395CB39-81D8-4EE1-B604-72F633DE0AE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3F04684-DB7D-4220-9A64-F82A748554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FE712C-07B2-4ED4-8615-CB6A39BFD7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0281698-AABA-497E-A7B7-E22F260FF2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1718C5-F455-4476-85F4-1DD649569B8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D2A6A4-FC96-40C2-8427-65A22E2DD9E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FC07A7E-8EDB-46D0-8C88-5F223D26599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B823C9F-BA0C-457E-8E6B-C3DE7EBA9EA2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262851C-580E-463A-83B4-5D98A5FEC22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285640"/>
            <a:ext cx="77724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Kick-Off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Rose V Lindgren,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Acquaintance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Tool training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plan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25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Aim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remote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Original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Trendy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User friendly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Functional design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Conceptual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800" spc="-1" strike="noStrike">
                <a:solidFill>
                  <a:srgbClr val="ffffff"/>
                </a:solidFill>
                <a:latin typeface="Tahoma"/>
              </a:rPr>
              <a:t>Detailed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Individual work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Meeting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Getting to Know Each Other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We are a team!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Introductions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Tool Training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609480" indent="-6094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Try out whiteboard!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Every participant should draw their favorite animal and sum up their favorite characteristics of that animal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990720" indent="-533520">
              <a:spcBef>
                <a:spcPts val="700"/>
              </a:spcBef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Project Finance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Selling price: 25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Profit aim: 50 M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Market range: international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Production costs: max. 12.50 euro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Discussion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Examples: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Experience with remote control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First ideas new remote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Etc.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working design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technical functions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the user requirements specification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2005-02-04T17:22:22Z</dcterms:modified>
  <cp:revision>33</cp:revision>
  <dc:subject/>
  <dc:title>PowerPoint Presentation</dc:title>
</cp:coreProperties>
</file>