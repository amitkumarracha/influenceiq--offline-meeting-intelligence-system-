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22DA91-78D3-4098-B9F3-57409403A47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D7F3D0-AD8F-454F-ACC3-D6AB8EBA34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CA7F24-34EE-4405-B0F4-73B018D012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F3DF46-536A-4E51-A11D-C4327242FD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9C96D5-52AF-4D89-8FA8-2CC894D62F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C6A1A4-DB45-4873-B594-DD4EDF77CD8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D04145-B1CC-4E6B-BF4F-227FF18FF6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4806D6-5BCD-468A-8F93-B657FA900D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4E0AEB-B52E-4504-A7A8-4EE552BFE3F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F8E37D-E7E6-44CD-92BC-C8933A0CB5E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527BC4-ACDA-41E6-B7FE-0996304F1FB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0018F0-5ABE-44AB-B0A8-C69BE84F5F6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262B3C-C315-4F9C-8F29-A8228A8DB86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70BC58-BD8B-4B02-83C3-F2A03EECE8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65659F-F215-4897-B1ED-E8D97FBC8F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A210F6-CCF3-4E3B-B4C7-76FD2AEF73D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B81EA1-7956-4ABC-B328-32E8BB332E8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A9FA7E-8D57-4440-8628-D04A948DE63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80BBD2-1258-41E1-B496-C680BE0CE4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204C53-4B4D-403B-8FF1-3C7C0CAAF3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D3DA5F-7ADC-4A3D-8A13-1E6D228FBD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CA1987-23EF-4B4F-87C2-F873C9F614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1FD194-1B52-48CC-8670-39C064B59A5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112151-7217-4D7F-AA74-9309CB40EEC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17F24B2-3F98-48D8-B66B-569C88E709A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02A675A-7274-4E27-AA51-E7B7BE8E1AD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Jessie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Executive Summary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Remote Control Market Investigation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 Update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Fashion Watchers in Paris/Milan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Findings</a:t>
            </a:r>
            <a:br>
              <a:rPr sz="4000"/>
            </a:br>
            <a:r>
              <a:rPr b="0" i="1" lang="en-IN" sz="4000" spc="-1" strike="noStrike">
                <a:solidFill>
                  <a:srgbClr val="ffffff"/>
                </a:solidFill>
                <a:latin typeface="Tahoma"/>
              </a:rPr>
              <a:t>Ranking Important Aspects of Remote Controls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395280" y="191628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#1: Research urges switch from current </a:t>
            </a: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functional look-and-feel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 </a:t>
            </a: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fancy look-and-feel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#2: </a:t>
            </a: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Technological innovation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is second-most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#3: </a:t>
            </a: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Ease of use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is third-most important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000" spc="-1" strike="noStrike">
                <a:solidFill>
                  <a:srgbClr val="ffffff"/>
                </a:solidFill>
                <a:latin typeface="Tahoma"/>
              </a:rPr>
              <a:t>Findings</a:t>
            </a:r>
            <a:br>
              <a:rPr sz="4000"/>
            </a:br>
            <a:r>
              <a:rPr b="0" i="1" lang="en-GB" sz="4000" spc="-1" strike="noStrike">
                <a:solidFill>
                  <a:srgbClr val="ffffff"/>
                </a:solidFill>
                <a:latin typeface="Tahoma"/>
              </a:rPr>
              <a:t>Fashion Watch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This year’s top trend for cloths, shoes and furniture is </a:t>
            </a: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fruit &amp; vegetables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Preference for </a:t>
            </a: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spongy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feeling material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Who wants a spongy remote? Or one with a fruit &amp; vegetable pattern?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 wouldn’t want to make a product that is so trendy it’ll go out of style in a year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Slanted nature of research by Real Reaction is likely to favour fashion over functionality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Disagree with ranking preference from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fashion</a:t>
            </a:r>
            <a:r>
              <a:rPr b="0" lang="en-GB" sz="2800" spc="-1" strike="noStrike">
                <a:solidFill>
                  <a:srgbClr val="ffffff"/>
                </a:solidFill>
                <a:latin typeface="Wingdings"/>
                <a:ea typeface="Wingdings"/>
              </a:rPr>
              <a:t>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technology</a:t>
            </a:r>
            <a:r>
              <a:rPr b="0" lang="en-GB" sz="2800" spc="-1" strike="noStrike">
                <a:solidFill>
                  <a:srgbClr val="ffffff"/>
                </a:solidFill>
                <a:latin typeface="Wingdings"/>
                <a:ea typeface="Wingdings"/>
              </a:rPr>
              <a:t>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easy-to-use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2005-02-04T20:35:21Z</dcterms:modified>
  <cp:revision>9</cp:revision>
  <dc:subject/>
  <dc:title>PowerPoint Presentation</dc:title>
</cp:coreProperties>
</file>