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635D8-CB3A-4A18-8EE6-5BE8FFC522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EE33C-21D9-4B26-9031-79D54CDE30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0523C7-6B1E-420A-804D-530C758B57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BA922B-67F9-4243-A2C7-24A638E956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583708-7122-4FCD-B98A-F719409D62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CD7D1A-C0CD-47AD-9308-916883E377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4A155B-72EB-42C8-869E-E92FF534B1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60B049-38D1-4BE5-8F25-786535FB3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2291A-0C5F-419D-8C6A-E5008942F6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AF9A53-3372-4C76-8912-435E56E7BB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2557E-A368-4409-9094-62174D3C62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D8F048-1D3E-4CF4-93D3-886D24BC26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F339F4-6B3D-4BC4-B33C-EB69C6B9F7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6315AE-F240-483A-AA7C-3160976B33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F2C98-A589-48AA-B111-9088706584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E3BC60-5305-46C4-98B1-EC0A14476D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D5DD48-D395-4903-BD9B-0CB2F9C872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63C30F-37E5-4741-9A84-2ABD823A42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21F4C3-F247-4620-AD92-EA097668A6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CE17A-433C-48DC-8D49-3E1A529F0A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5EAB76-0244-4F62-AC4D-E41F8D4C24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83940F-24EE-4B28-BE9B-A9F8108E69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4B529A-1C94-49B3-9C50-C324C4121A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7C8D45-30F6-4D80-851C-5E94C2849B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80C5DC-AB2C-42FE-8900-7899542E0E3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9D38D2-2A89-42BB-A7D8-56EB6D82742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Levin,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Questionnaire and Observation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100 subjects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lab (relevance, frequency)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DESIRES: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Attractiveness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Address frustrations: losing, difficulty learning how to use, bad for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matches operating behaviour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Flipping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Screen?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Less is More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Emphasize Look &amp; Feel to win over consumer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2005-02-04T18:18:13Z</dcterms:modified>
  <cp:revision>14</cp:revision>
  <dc:subject/>
  <dc:title>PowerPoint Presentation</dc:title>
</cp:coreProperties>
</file>