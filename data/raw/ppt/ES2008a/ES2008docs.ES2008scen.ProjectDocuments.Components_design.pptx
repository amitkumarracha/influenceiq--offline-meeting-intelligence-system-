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301E71-1973-42F2-AEE2-E2CA8A9FC5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B3B508-999C-4AFB-98A3-FA2A5C0C75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B29A6D-A4D9-45BD-A233-6099F8C1A0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7581E3-4504-4C6B-8F33-FB330DA89CC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CC9918-5321-45A4-8E5E-B5F2773C399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684E6C-875C-4525-B5AE-57F39EDA63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DFF6DA-D47F-4F96-9971-484ED5AFDC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D225F8-6DAF-40A0-8ECC-F6C5A2343A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71B457-CFCF-42D1-8677-BEF429AE3B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0246D0-FC66-475D-A887-B08A085B16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7879B4-B71D-40BD-94F4-7870CA42C99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08C314-EBD3-498D-BB33-8BDDE656654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4F7F1E-8A4D-4807-86E0-2919C40DF8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B5DACD-6C04-4936-97A8-227551A977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CEC1F1-7A3F-405A-80FB-C7DB0A04A1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918A5D-038A-4030-B107-A3F6E9497C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FAB081-36D8-44C1-8D95-8E6918D6853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0D7513-BDB2-4ED8-8E95-069C401B348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FE4272-BA49-4196-8638-ACF870F2E0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1DEFE1-A8DC-4828-A23D-5E64F3157AA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93C995-C3BF-4D68-B88B-89D8B40F02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98B037-A101-40A9-A83D-783F9A9CE5F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A9EF52-BABA-4647-B0F3-F303558F811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A6A13F-1C99-4311-B964-8F410514816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D248A85-9050-4F5F-8C3E-D064E5521ED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8645EE6-820B-442B-AF7D-0F0525D0B39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Alima,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Examine each element separately, but design as a whole. Elements are: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Circuit board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Battery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Flat, curved, double curved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Plastic with elements of wood, latex, titanium, rubber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Push, scroll, LCD screen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Circuit Board and chip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Simple, regular, advanced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Battery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Basic, kinetic, solar, or old torch style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Curved or double curved case, variety of design elements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Simplicity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Push buttons, or scroll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Kinetic battery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Simple or Regular chip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2005-02-04T19:49:37Z</dcterms:modified>
  <cp:revision>12</cp:revision>
  <dc:subject/>
  <dc:title>PowerPoint Presentation</dc:title>
</cp:coreProperties>
</file>