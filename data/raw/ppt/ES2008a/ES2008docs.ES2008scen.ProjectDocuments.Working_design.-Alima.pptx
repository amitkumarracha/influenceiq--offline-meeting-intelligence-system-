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DCDE34-D923-4580-AE54-29931B00F1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B4D046-B9B5-4FF7-96AB-644431064D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B6F801-1150-437E-8EED-1826048068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ED5DD1-6269-46CA-8489-BE10A60BFE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9C60D-70D6-46A9-8534-3862453730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6AB803-2F53-4602-985A-DEB3D4537E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AE8B28-8C21-440B-A922-A63502074F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5E1D6D-54D5-44BB-AD56-8E5C02AE0A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3988E4-80D6-4B63-9056-E0D77B328D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F335B-55E6-45B4-86F4-EE74C2AA25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4F777-F6A6-418C-9153-3D2E7F64BD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9DD99A-C1CB-4818-85FC-1DB523D12E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004E36-5DEA-46C7-8FC2-CFD882E976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737C6A-AB04-4B5E-9DE6-5181D95493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C3639F-CD82-440C-9E32-28408DB309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DD36C1-2A4F-4B8D-B1CA-295F6710A5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2AB24C-278E-4B63-93E7-BAB7DBCD07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2170BD-DBCE-4749-A222-DBC1F746C0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46F56B-78A8-4457-857B-784DE8FED3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40C154-2FBD-4A13-B7C6-7C7DFD19FB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EFC1DC-E7A6-435B-94F9-2FFA00E984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49A17B-770E-4C30-8ECF-A87100E165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A2FE0-1EA4-4A1E-97F6-A92D199550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98C4C7-68D4-4E0E-B622-E68163E856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0E12A8-532C-4128-9A3A-BD6A416004D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114C77-A652-4EF8-8EA8-DA8DF83753A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