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8962BB-1E5E-486C-A0DA-2955EE1245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CACED5-44AE-434B-8D6F-60FCA47D56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B52B37-0772-4B61-9445-EF3FBA6085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D8520A-5EB0-447A-BE99-4C572C0135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1DAA5A-682B-4D71-946A-49CB573A1F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BE7075-D6AF-4D40-B1E9-D261A3ED75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6C4ED5-3C55-431C-B3EA-D3ABC65C1C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CFA1F7-7125-46DC-8B96-348CC9661A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324445-04A9-44B6-9743-E5B0A01A81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7DAAC4-9FCD-48FC-B6CD-3D4976D309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BF27B2-3246-4177-8005-129296DD23D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843917-F1D3-479A-9F36-5B15FE1953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E80929-3036-4D29-A45C-86241A048E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6BEE3B-2D62-456C-8037-58AA321E16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0C9086-8A36-4888-8BCD-B0E28E6156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698C8B-7322-4BBB-95D0-9198F41B03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B8D18D-5A6E-401D-8D1A-205C4E0782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B6FC31-0EFB-4274-AA0B-7B15CC5166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515734-6AB9-438C-BE81-2633AC50CD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E99038-7294-44C1-A013-42BED58F5A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3208C3-38C3-4F59-8916-D18AED4E38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C28225-DB76-4AC9-BFAE-07F17A4BD6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1CE774-BDD1-432D-BC11-D623EAB5C3C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7B04CD-07BF-4E0F-8AF0-427493F1D2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841856-E561-4910-A410-47C0A58C340E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4E42BC-5D6F-448E-BA4E-AC670F66454F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Rose V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Getting to Know Each Other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are a team!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2005-02-04T18:19:47Z</dcterms:modified>
  <cp:revision>33</cp:revision>
  <dc:subject/>
  <dc:title>PowerPoint Presentation</dc:title>
</cp:coreProperties>
</file>