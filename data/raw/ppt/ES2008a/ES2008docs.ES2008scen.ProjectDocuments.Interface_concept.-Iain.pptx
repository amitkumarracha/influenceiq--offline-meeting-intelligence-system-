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6BE021-B27B-4CB7-A6FB-9D02E4665F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9BFABF-0F18-4256-AD2D-C85A229035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46AAD8-EA01-405F-986B-7C34E124544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4FFAB5-24CB-4C62-894C-2C84376BBC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0B3E57-EE17-489E-A292-D6C505BB21A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61B34F-13CD-4742-A2EC-051E029B08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E1AE13-5AFE-4C45-99A9-D950381061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874AC8-E2CA-4730-A1D1-EEF1B07D219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73E364-EDC1-4A21-B59B-E9D53E7710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AEE830-D1EE-483B-99CF-3C93FF5A658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FABE-5084-4DE2-988D-4443D233F7B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D20323-EEB0-4442-9BA2-812AF24C599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757689-C267-4375-9038-DE785D67B9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397D4AB-0399-44B8-8392-DCC9E8BC62C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AAFF2F-03D4-433C-867D-CC2EF23668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ECBA2A-596F-44E3-878A-6DD3625A4F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8185B7-4EDE-4D45-8E66-D72199D336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3505FB-3E7A-41C7-97A2-3E01A8F22A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5E9F6C-BED3-4F40-8DA1-9B1540E9381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C30B9E-4FD6-435B-B124-10ACB74481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CC69BF-D864-458E-9138-CABB106D50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283DBEE-7A54-4877-9BC5-3E29995BA0D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D28621-22B5-4C43-962A-CA3FFF19A72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D70FC1-23AB-4C6A-A587-D476F850A2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BFF8A59-C8B4-4057-9502-9F8B7ADE779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477C730-2425-4FCB-A788-1879C09D0F0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Iain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205000"/>
            <a:ext cx="8229600" cy="3921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the essential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Choose a concept that supports these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features around this concept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Make it look coooool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-541440" y="1484280"/>
            <a:ext cx="67168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Simplicity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938760" y="1413000"/>
            <a:ext cx="520524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Fashion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Photo of a set of remote controls"/>
          <p:cNvPicPr/>
          <p:nvPr/>
        </p:nvPicPr>
        <p:blipFill>
          <a:blip r:embed="rId1"/>
          <a:stretch/>
        </p:blipFill>
        <p:spPr>
          <a:xfrm>
            <a:off x="0" y="0"/>
            <a:ext cx="9325080" cy="696276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61928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ahoma"/>
              </a:rPr>
              <a:t>Yuk!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Simplicity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39640" y="1557360"/>
            <a:ext cx="2570400" cy="4392720"/>
          </a:xfrm>
          <a:prstGeom prst="rect">
            <a:avLst/>
          </a:prstGeom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3564000" y="1773360"/>
            <a:ext cx="5122800" cy="41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Only four buttons!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Still can access all features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24000" y="1916280"/>
            <a:ext cx="3429000" cy="378288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4067280" y="1557360"/>
            <a:ext cx="4619520" cy="45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Colourful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Cool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Very few buttons: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 (five or so)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features accessed through </a:t>
            </a:r>
            <a:r>
              <a:rPr b="0" i="1" lang="en-GB" sz="3200" spc="-1" strike="noStrike">
                <a:solidFill>
                  <a:srgbClr val="ffffff"/>
                </a:solidFill>
                <a:latin typeface="Tahoma"/>
              </a:rPr>
              <a:t>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on-screen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…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 LCD?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2005-02-04T20:31:56Z</dcterms:modified>
  <cp:revision>10</cp:revision>
  <dc:subject/>
  <dc:title>PowerPoint Presentation</dc:title>
</cp:coreProperties>
</file>