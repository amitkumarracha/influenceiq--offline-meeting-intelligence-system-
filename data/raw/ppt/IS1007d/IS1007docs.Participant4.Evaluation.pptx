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EAA3A-431A-41A6-9FB2-C68D6124D3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073BAB-41FB-4086-9A36-9DDC4CE95A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93735B-4B74-49AF-94EB-4482568168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98C8A5-ABCD-46AE-8C77-0D704932C4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A02758-B8EB-4525-85C8-4858ACE226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7DDB30-C017-4CDB-B823-9C39EC2B93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7E846-1CFD-4D94-8F74-8677ACE2CA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03311-89B0-4501-9F69-B7DD48DAB7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208B1C-52B2-49E9-A7A2-30A2BD5182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0AE714-C995-45D0-A86B-E9AFDF690D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A7560-B06C-46BC-9EB7-42B857515D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F693A1-6932-4505-90B1-DCD78D9928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27B483-20A2-4C5E-AE1D-157B38030D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968D2E-5921-401A-A154-37DAC4D2A0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750C94-A590-490A-B01A-CC98D3C416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C6AE7E-5D59-44AC-BDEB-F84B4BD1A0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7A7AB-CEE2-45A8-AA42-6094A25541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2EB4BE-8E4C-4EFF-8EE2-DF8A23A532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E4BE62-CA61-4885-984C-FE046BE665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B6D632-DD73-4919-BCE8-6979AD520E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76D95-2CB5-4B5C-9AF4-41E2867680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7CCD1C-A07F-4B6C-84A1-80D44BEEFC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7FA49C-3947-472B-A81E-8C852E20A9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EBC87E-E3AA-4E24-82D7-AAF37AAD41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CCA17C-6C86-4D01-9C4A-52D5ADB1566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679DB6-93A9-4615-BE42-4AC716ABF07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Maganti HariKrishna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2004-12-06T19:38:24Z</dcterms:modified>
  <cp:revision>13</cp:revision>
  <dc:subject/>
  <dc:title>PowerPoint Presentation</dc:title>
</cp:coreProperties>
</file>