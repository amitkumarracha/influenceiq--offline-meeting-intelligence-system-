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1280D-AC3E-4873-A402-40607B50D8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50D8D1-6977-4F9D-A999-F0571C1BCE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4D1C3-6383-4DBE-813E-5B9F58F6A7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0F965D-D048-4F01-AD1C-73B9A8CCD7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436E22-220F-4A81-BB66-235BB73FED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83638-CADF-4021-BD33-7CFDCC6CE7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CB05B7-6CD7-4D3D-A9D7-B081C6A047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F652ED-8A28-4172-8D81-235DDD3BBB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9FBE1-3083-4874-A58E-171E4D201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D023F3-D450-4390-8E61-F20EB197E9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60185-69DA-48AA-AEBB-7C89B3AB6E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FAD0C2-C583-450D-A122-DA7D17354D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FD04B8-4CAA-44AB-A089-7185743F37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FC1040-4B98-426F-804F-1702EA1271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EF5D2B-A318-47B1-824D-0CDC5A71CE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B1955B-3516-4729-8E98-9670E79E64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EDD343-2D29-4104-A1B3-37EC560738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35D951-75A0-4EC4-8F19-0A6F10CF35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B14E94-4B30-417F-9142-A94F0D4203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154E46-DDC2-4E15-A874-134F368BEE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28A1A4-E68D-4AD3-994A-C6C0A7FFD7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55E307-2568-451F-9E19-3CBB851527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569CA6-B949-46F6-8775-90E2CDEFFB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250339-7458-46F7-ADB7-382E94941B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554FF48-499F-40C0-AB37-A3C15E8A9B8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F5E8AC-0C57-483A-B80B-EBA799489B5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HariKrishna,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Find most interesting features the users would like to have.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Get feedback from the users by providing feedback forms in magazines, journals, etc.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 adds up the value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Slim 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for various languages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Teletext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Lighting Adaptive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Task Remainder display option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2004-12-06T15:59:31Z</dcterms:modified>
  <cp:revision>14</cp:revision>
  <dc:subject/>
  <dc:title>PowerPoint Presentation</dc:title>
</cp:coreProperties>
</file>