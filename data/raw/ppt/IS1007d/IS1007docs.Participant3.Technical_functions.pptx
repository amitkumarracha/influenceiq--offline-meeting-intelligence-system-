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png" ContentType="image/png"/>
  <Default Extension="jpeg" ContentType="image/jpeg"/>
  <Override PartName="/_rels/.rels" ContentType="application/vnd.openxmlformats-package.relationships+xml"/>
  <Override PartName="/docProps/core.xml" ContentType="application/vnd.openxmlformats-package.core-propertie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slideMasters/_rels/slideMaster2.xml.rels" ContentType="application/vnd.openxmlformats-package.relationships+xml"/>
  <Override PartName="/ppt/slideMasters/_rels/slideMaster1.xml.rels" ContentType="application/vnd.openxmlformats-package.relationships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theme/theme1.xml" ContentType="application/vnd.openxmlformats-officedocument.theme+xml"/>
  <Override PartName="/ppt/theme/theme2.xml" ContentType="application/vnd.openxmlformats-officedocument.theme+xml"/>
  <Override PartName="/ppt/_rels/presentation.xml.rels" ContentType="application/vnd.openxmlformats-package.relationships+xml"/>
  <Override PartName="/ppt/slideLayouts/slideLayout13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_rels/slideLayout22.xml.rels" ContentType="application/vnd.openxmlformats-package.relationships+xml"/>
  <Override PartName="/ppt/slideLayouts/_rels/slideLayout7.xml.rels" ContentType="application/vnd.openxmlformats-package.relationships+xml"/>
  <Override PartName="/ppt/slideLayouts/_rels/slideLayout4.xml.rels" ContentType="application/vnd.openxmlformats-package.relationships+xml"/>
  <Override PartName="/ppt/slideLayouts/_rels/slideLayout17.xml.rels" ContentType="application/vnd.openxmlformats-package.relationships+xml"/>
  <Override PartName="/ppt/slideLayouts/_rels/slideLayout19.xml.rels" ContentType="application/vnd.openxmlformats-package.relationships+xml"/>
  <Override PartName="/ppt/slideLayouts/_rels/slideLayout21.xml.rels" ContentType="application/vnd.openxmlformats-package.relationships+xml"/>
  <Override PartName="/ppt/slideLayouts/_rels/slideLayout6.xml.rels" ContentType="application/vnd.openxmlformats-package.relationships+xml"/>
  <Override PartName="/ppt/slideLayouts/_rels/slideLayout3.xml.rels" ContentType="application/vnd.openxmlformats-package.relationships+xml"/>
  <Override PartName="/ppt/slideLayouts/_rels/slideLayout16.xml.rels" ContentType="application/vnd.openxmlformats-package.relationships+xml"/>
  <Override PartName="/ppt/slideLayouts/_rels/slideLayout18.xml.rels" ContentType="application/vnd.openxmlformats-package.relationships+xml"/>
  <Override PartName="/ppt/slideLayouts/_rels/slideLayout5.xml.rels" ContentType="application/vnd.openxmlformats-package.relationships+xml"/>
  <Override PartName="/ppt/slideLayouts/_rels/slideLayout13.xml.rels" ContentType="application/vnd.openxmlformats-package.relationships+xml"/>
  <Override PartName="/ppt/slideLayouts/_rels/slideLayout12.xml.rels" ContentType="application/vnd.openxmlformats-package.relationships+xml"/>
  <Override PartName="/ppt/slideLayouts/_rels/slideLayout11.xml.rels" ContentType="application/vnd.openxmlformats-package.relationships+xml"/>
  <Override PartName="/ppt/slideLayouts/_rels/slideLayout1.xml.rels" ContentType="application/vnd.openxmlformats-package.relationships+xml"/>
  <Override PartName="/ppt/slideLayouts/_rels/slideLayout14.xml.rels" ContentType="application/vnd.openxmlformats-package.relationships+xml"/>
  <Override PartName="/ppt/slideLayouts/_rels/slideLayout10.xml.rels" ContentType="application/vnd.openxmlformats-package.relationships+xml"/>
  <Override PartName="/ppt/slideLayouts/_rels/slideLayout24.xml.rels" ContentType="application/vnd.openxmlformats-package.relationships+xml"/>
  <Override PartName="/ppt/slideLayouts/_rels/slideLayout9.xml.rels" ContentType="application/vnd.openxmlformats-package.relationships+xml"/>
  <Override PartName="/ppt/slideLayouts/_rels/slideLayout23.xml.rels" ContentType="application/vnd.openxmlformats-package.relationships+xml"/>
  <Override PartName="/ppt/slideLayouts/_rels/slideLayout8.xml.rels" ContentType="application/vnd.openxmlformats-package.relationships+xml"/>
  <Override PartName="/ppt/slideLayouts/_rels/slideLayout15.xml.rels" ContentType="application/vnd.openxmlformats-package.relationships+xml"/>
  <Override PartName="/ppt/slideLayouts/_rels/slideLayout2.xml.rels" ContentType="application/vnd.openxmlformats-package.relationships+xml"/>
  <Override PartName="/ppt/slideLayouts/_rels/slideLayout20.xml.rels" ContentType="application/vnd.openxmlformats-package.relationships+xml"/>
  <Override PartName="/ppt/slideLayouts/slideLayout6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22.xml" ContentType="application/vnd.openxmlformats-officedocument.presentationml.slideLayout+xml"/>
  <Override PartName="/ppt/media/image1.jpeg" ContentType="image/jpeg"/>
  <Override PartName="/ppt/media/image2.jpeg" ContentType="image/jpeg"/>
  <Override PartName="/ppt/media/image3.jpeg" ContentType="image/jpeg"/>
  <Override PartName="/ppt/media/image4.jpeg" ContentType="image/jpeg"/>
  <Override PartName="/ppt/media/image5.jpeg" ContentType="image/jpeg"/>
  <Override PartName="/ppt/media/image6.jpeg" ContentType="image/jpeg"/>
  <Override PartName="/ppt/media/image7.jpeg" ContentType="image/jpeg"/>
  <Override PartName="/ppt/presProps.xml" ContentType="application/vnd.openxmlformats-officedocument.presentationml.presProps+xml"/>
  <Override PartName="/ppt/slides/slide1.xml" ContentType="application/vnd.openxmlformats-officedocument.presentationml.slide+xml"/>
  <Override PartName="/ppt/slides/_rels/slide7.xml.rels" ContentType="application/vnd.openxmlformats-package.relationships+xml"/>
  <Override PartName="/ppt/slides/_rels/slide6.xml.rels" ContentType="application/vnd.openxmlformats-package.relationships+xml"/>
  <Override PartName="/ppt/slides/_rels/slide3.xml.rels" ContentType="application/vnd.openxmlformats-package.relationships+xml"/>
  <Override PartName="/ppt/slides/_rels/slide5.xml.rels" ContentType="application/vnd.openxmlformats-package.relationships+xml"/>
  <Override PartName="/ppt/slides/_rels/slide2.xml.rels" ContentType="application/vnd.openxmlformats-package.relationships+xml"/>
  <Override PartName="/ppt/slides/_rels/slide4.xml.rels" ContentType="application/vnd.openxmlformats-package.relationships+xml"/>
  <Override PartName="/ppt/slides/_rels/slide1.xml.rels" ContentType="application/vnd.openxmlformats-package.relationships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</Types>
</file>

<file path=_rels/.rels><?xml version="1.0" encoding="UTF-8"?>
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officeDocument" Target="ppt/presentation.xml"/>
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sldMasterIdLst>
    <p:sldMasterId id="2147483648" r:id="rId2"/>
    <p:sldMasterId id="2147483661" r:id="rId3"/>
  </p:sldMasterIdLst>
  <p:sldIdLst>
    <p:sldId id="256" r:id="rId4"/>
    <p:sldId id="257" r:id="rId5"/>
    <p:sldId id="258" r:id="rId6"/>
    <p:sldId id="259" r:id="rId7"/>
    <p:sldId id="260" r:id="rId8"/>
    <p:sldId id="261" r:id="rId9"/>
    <p:sldId id="262" r:id="rId10"/>
  </p:sldIdLst>
  <p:sldSz cx="9144000" cy="6858000"/>
  <p:notesSz cx="6858000" cy="9144000"/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/>
</p:presentationPr>
</file>

<file path=ppt/_rels/presentation.xml.rels><?xml version="1.0" encoding="UTF-8"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slideMaster" Target="slideMasters/slideMaster1.xml"/><Relationship Id="rId3" Type="http://schemas.openxmlformats.org/officeDocument/2006/relationships/slideMaster" Target="slideMasters/slideMaster2.xml"/><Relationship Id="rId4" Type="http://schemas.openxmlformats.org/officeDocument/2006/relationships/slide" Target="slides/slide1.xml"/><Relationship Id="rId5" Type="http://schemas.openxmlformats.org/officeDocument/2006/relationships/slide" Target="slides/slide2.xml"/><Relationship Id="rId6" Type="http://schemas.openxmlformats.org/officeDocument/2006/relationships/slide" Target="slides/slide3.xml"/><Relationship Id="rId7" Type="http://schemas.openxmlformats.org/officeDocument/2006/relationships/slide" Target="slides/slide4.xml"/><Relationship Id="rId8" Type="http://schemas.openxmlformats.org/officeDocument/2006/relationships/slide" Target="slides/slide5.xml"/><Relationship Id="rId9" Type="http://schemas.openxmlformats.org/officeDocument/2006/relationships/slide" Target="slides/slide6.xml"/><Relationship Id="rId10" Type="http://schemas.openxmlformats.org/officeDocument/2006/relationships/slide" Target="slides/slide7.xml"/><Relationship Id="rId11" Type="http://schemas.openxmlformats.org/officeDocument/2006/relationships/presProps" Target="presProps.xml"/>
</Relationships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2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2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2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2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2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slideLayout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Blank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4306C5B4-D524-4259-852B-5BC655F68B06}" type="slidenum">
              <a:t>&lt;#&gt;</a:t>
            </a:fld>
          </a:p>
        </p:txBody>
      </p:sp>
      <p:sp>
        <p:nvSpPr>
          <p:cNvPr id="4" name="PlaceHolder 3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x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11" name="PlaceHolder 2"/>
          <p:cNvSpPr>
            <a:spLocks noGrp="1"/>
          </p:cNvSpPr>
          <p:nvPr>
            <p:ph type="subTitle"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spcBef>
                <a:spcPts val="799"/>
              </a:spcBef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ECA63F8C-16A2-477C-A06A-58CB44DDABA0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" preserve="1">
  <p:cSld name="Title,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13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60A1D3F5-DB7E-4445-9A40-D5F03857769B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" preserve="1">
  <p:cSld name="Title,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15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16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6" name="PlaceHolder 5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34B06F21-07F5-43A0-BA59-381AE012E2F8}" type="slidenum">
              <a:t>&lt;#&gt;</a:t>
            </a:fld>
          </a:p>
        </p:txBody>
      </p:sp>
      <p:sp>
        <p:nvSpPr>
          <p:cNvPr id="7" name="PlaceHolder 6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BA17A73B-19CB-4C9B-9E9E-A4FBE8F6EC95}" type="slidenum">
              <a:t>&lt;#&gt;</a:t>
            </a:fld>
          </a:p>
        </p:txBody>
      </p:sp>
      <p:sp>
        <p:nvSpPr>
          <p:cNvPr id="5" name="PlaceHolder 4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nly" preserve="1">
  <p:cSld name="Centere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PlaceHolder 1"/>
          <p:cNvSpPr>
            <a:spLocks noGrp="1"/>
          </p:cNvSpPr>
          <p:nvPr>
            <p:ph type="subTitle"/>
          </p:nvPr>
        </p:nvSpPr>
        <p:spPr>
          <a:xfrm>
            <a:off x="457200" y="274320"/>
            <a:ext cx="8229600" cy="5299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spcBef>
                <a:spcPts val="799"/>
              </a:spcBef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F3D31BED-584B-4750-BD81-87D60197D2EB}" type="slidenum">
              <a:t>&lt;#&gt;</a:t>
            </a:fld>
          </a:p>
        </p:txBody>
      </p:sp>
      <p:sp>
        <p:nvSpPr>
          <p:cNvPr id="5" name="PlaceHolder 4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AndObj" preserve="1">
  <p:cSld name="Title, 2 Content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0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1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2" name="PlaceHolder 4"/>
          <p:cNvSpPr>
            <a:spLocks noGrp="1"/>
          </p:cNvSpPr>
          <p:nvPr>
            <p:ph/>
          </p:nvPr>
        </p:nvSpPr>
        <p:spPr>
          <a:xfrm>
            <a:off x="457200" y="396432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BF8A44F0-C247-4BBE-8AE5-3EBEE24D7AA6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AndTwoObj" preserve="1">
  <p:cSld name="Title Content and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4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5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6" name="PlaceHolder 4"/>
          <p:cNvSpPr>
            <a:spLocks noGrp="1"/>
          </p:cNvSpPr>
          <p:nvPr>
            <p:ph/>
          </p:nvPr>
        </p:nvSpPr>
        <p:spPr>
          <a:xfrm>
            <a:off x="4674240" y="396432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2A05A6B2-4F3B-4739-AAA8-627B6BBBBC1C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9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OverTx" preserve="1">
  <p:cSld name="Title, 2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8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9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0" name="PlaceHolder 4"/>
          <p:cNvSpPr>
            <a:spLocks noGrp="1"/>
          </p:cNvSpPr>
          <p:nvPr>
            <p:ph/>
          </p:nvPr>
        </p:nvSpPr>
        <p:spPr>
          <a:xfrm>
            <a:off x="457200" y="3964320"/>
            <a:ext cx="822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FF74C02E-4333-45E0-9A9E-1590E906D510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0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verTx" preserve="1">
  <p:cSld name="Title,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2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3" name="PlaceHolder 3"/>
          <p:cNvSpPr>
            <a:spLocks noGrp="1"/>
          </p:cNvSpPr>
          <p:nvPr>
            <p:ph/>
          </p:nvPr>
        </p:nvSpPr>
        <p:spPr>
          <a:xfrm>
            <a:off x="457200" y="3964320"/>
            <a:ext cx="822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6" name="PlaceHolder 5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FD330C04-99E4-47C2-AD91-4454393D25D7}" type="slidenum">
              <a:t>&lt;#&gt;</a:t>
            </a:fld>
          </a:p>
        </p:txBody>
      </p:sp>
      <p:sp>
        <p:nvSpPr>
          <p:cNvPr id="7" name="PlaceHolder 6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fourObj" preserve="1">
  <p:cSld name="Title, 4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5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6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7" name="PlaceHolder 4"/>
          <p:cNvSpPr>
            <a:spLocks noGrp="1"/>
          </p:cNvSpPr>
          <p:nvPr>
            <p:ph/>
          </p:nvPr>
        </p:nvSpPr>
        <p:spPr>
          <a:xfrm>
            <a:off x="457200" y="396432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8" name="PlaceHolder 5"/>
          <p:cNvSpPr>
            <a:spLocks noGrp="1"/>
          </p:cNvSpPr>
          <p:nvPr>
            <p:ph/>
          </p:nvPr>
        </p:nvSpPr>
        <p:spPr>
          <a:xfrm>
            <a:off x="4674240" y="396432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" name="PlaceHolder 6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8" name="PlaceHolder 7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C3D5F15C-645A-49D3-AC4A-9E47DA67BAA9}" type="slidenum">
              <a:t>&lt;#&gt;</a:t>
            </a:fld>
          </a:p>
        </p:txBody>
      </p:sp>
      <p:sp>
        <p:nvSpPr>
          <p:cNvPr id="9" name="PlaceHolder 8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Title, 6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0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1" name="PlaceHolder 3"/>
          <p:cNvSpPr>
            <a:spLocks noGrp="1"/>
          </p:cNvSpPr>
          <p:nvPr>
            <p:ph/>
          </p:nvPr>
        </p:nvSpPr>
        <p:spPr>
          <a:xfrm>
            <a:off x="3239640" y="160020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2" name="PlaceHolder 4"/>
          <p:cNvSpPr>
            <a:spLocks noGrp="1"/>
          </p:cNvSpPr>
          <p:nvPr>
            <p:ph/>
          </p:nvPr>
        </p:nvSpPr>
        <p:spPr>
          <a:xfrm>
            <a:off x="6022080" y="160020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3" name="PlaceHolder 5"/>
          <p:cNvSpPr>
            <a:spLocks noGrp="1"/>
          </p:cNvSpPr>
          <p:nvPr>
            <p:ph/>
          </p:nvPr>
        </p:nvSpPr>
        <p:spPr>
          <a:xfrm>
            <a:off x="457200" y="396432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4" name="PlaceHolder 6"/>
          <p:cNvSpPr>
            <a:spLocks noGrp="1"/>
          </p:cNvSpPr>
          <p:nvPr>
            <p:ph/>
          </p:nvPr>
        </p:nvSpPr>
        <p:spPr>
          <a:xfrm>
            <a:off x="3239640" y="396432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5" name="PlaceHolder 7"/>
          <p:cNvSpPr>
            <a:spLocks noGrp="1"/>
          </p:cNvSpPr>
          <p:nvPr>
            <p:ph/>
          </p:nvPr>
        </p:nvSpPr>
        <p:spPr>
          <a:xfrm>
            <a:off x="6022080" y="396432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9" name="PlaceHolder 8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10" name="PlaceHolder 9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8446626E-902D-46DB-A475-DB3201440495}" type="slidenum">
              <a:t>&lt;#&gt;</a:t>
            </a:fld>
          </a:p>
        </p:txBody>
      </p:sp>
      <p:sp>
        <p:nvSpPr>
          <p:cNvPr id="11" name="PlaceHolder 10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Blank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543CF465-9541-4102-B50B-DFBE41F0CB36}" type="slidenum">
              <a:t>&lt;#&gt;</a:t>
            </a:fld>
          </a:p>
        </p:txBody>
      </p:sp>
      <p:sp>
        <p:nvSpPr>
          <p:cNvPr id="4" name="PlaceHolder 3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x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59" name="PlaceHolder 2"/>
          <p:cNvSpPr>
            <a:spLocks noGrp="1"/>
          </p:cNvSpPr>
          <p:nvPr>
            <p:ph type="subTitle"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spcBef>
                <a:spcPts val="799"/>
              </a:spcBef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6174B712-385A-4156-9E28-7A40D167E7A3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" preserve="1">
  <p:cSld name="Title,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1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4A606B46-112C-47DF-B1A7-06D1CF0A2C3A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" preserve="1">
  <p:cSld name="Title,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3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4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6" name="PlaceHolder 5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21D37B32-A23F-4B89-B386-7434CFC3539D}" type="slidenum">
              <a:t>&lt;#&gt;</a:t>
            </a:fld>
          </a:p>
        </p:txBody>
      </p:sp>
      <p:sp>
        <p:nvSpPr>
          <p:cNvPr id="7" name="PlaceHolder 6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B8FFC92C-61E8-45EB-99F3-36766E95474B}" type="slidenum">
              <a:t>&lt;#&gt;</a:t>
            </a:fld>
          </a:p>
        </p:txBody>
      </p:sp>
      <p:sp>
        <p:nvSpPr>
          <p:cNvPr id="5" name="PlaceHolder 4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nly" preserve="1">
  <p:cSld name="Centere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PlaceHolder 1"/>
          <p:cNvSpPr>
            <a:spLocks noGrp="1"/>
          </p:cNvSpPr>
          <p:nvPr>
            <p:ph type="subTitle"/>
          </p:nvPr>
        </p:nvSpPr>
        <p:spPr>
          <a:xfrm>
            <a:off x="457200" y="274320"/>
            <a:ext cx="8229600" cy="5299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spcBef>
                <a:spcPts val="799"/>
              </a:spcBef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BE3209B9-F572-4868-BD00-86F5F6F00750}" type="slidenum">
              <a:t>&lt;#&gt;</a:t>
            </a:fld>
          </a:p>
        </p:txBody>
      </p:sp>
      <p:sp>
        <p:nvSpPr>
          <p:cNvPr id="5" name="PlaceHolder 4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9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AndObj" preserve="1">
  <p:cSld name="Title, 2 Content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8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9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0" name="PlaceHolder 4"/>
          <p:cNvSpPr>
            <a:spLocks noGrp="1"/>
          </p:cNvSpPr>
          <p:nvPr>
            <p:ph/>
          </p:nvPr>
        </p:nvSpPr>
        <p:spPr>
          <a:xfrm>
            <a:off x="457200" y="396432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8EFC8E25-EEFF-4F49-9BD7-09D5658E7BAB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20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AndTwoObj" preserve="1">
  <p:cSld name="Title Content and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2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3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4" name="PlaceHolder 4"/>
          <p:cNvSpPr>
            <a:spLocks noGrp="1"/>
          </p:cNvSpPr>
          <p:nvPr>
            <p:ph/>
          </p:nvPr>
        </p:nvSpPr>
        <p:spPr>
          <a:xfrm>
            <a:off x="4674240" y="396432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2B445ECE-FD50-4793-ABAC-890F10E405EC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2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OverTx" preserve="1">
  <p:cSld name="Title, 2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6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7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8" name="PlaceHolder 4"/>
          <p:cNvSpPr>
            <a:spLocks noGrp="1"/>
          </p:cNvSpPr>
          <p:nvPr>
            <p:ph/>
          </p:nvPr>
        </p:nvSpPr>
        <p:spPr>
          <a:xfrm>
            <a:off x="457200" y="3964320"/>
            <a:ext cx="822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0ABA50B1-FF14-4534-AA6C-D8927E906E15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2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verTx" preserve="1">
  <p:cSld name="Title,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80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81" name="PlaceHolder 3"/>
          <p:cNvSpPr>
            <a:spLocks noGrp="1"/>
          </p:cNvSpPr>
          <p:nvPr>
            <p:ph/>
          </p:nvPr>
        </p:nvSpPr>
        <p:spPr>
          <a:xfrm>
            <a:off x="457200" y="3964320"/>
            <a:ext cx="822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6" name="PlaceHolder 5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7B99ECBF-3D22-4891-A8AA-6CBECCA568AC}" type="slidenum">
              <a:t>&lt;#&gt;</a:t>
            </a:fld>
          </a:p>
        </p:txBody>
      </p:sp>
      <p:sp>
        <p:nvSpPr>
          <p:cNvPr id="7" name="PlaceHolder 6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2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fourObj" preserve="1">
  <p:cSld name="Title, 4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83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84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85" name="PlaceHolder 4"/>
          <p:cNvSpPr>
            <a:spLocks noGrp="1"/>
          </p:cNvSpPr>
          <p:nvPr>
            <p:ph/>
          </p:nvPr>
        </p:nvSpPr>
        <p:spPr>
          <a:xfrm>
            <a:off x="457200" y="396432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86" name="PlaceHolder 5"/>
          <p:cNvSpPr>
            <a:spLocks noGrp="1"/>
          </p:cNvSpPr>
          <p:nvPr>
            <p:ph/>
          </p:nvPr>
        </p:nvSpPr>
        <p:spPr>
          <a:xfrm>
            <a:off x="4674240" y="396432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" name="PlaceHolder 6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8" name="PlaceHolder 7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CEBCFDB8-E815-493B-A11A-8A99DF8A4FE0}" type="slidenum">
              <a:t>&lt;#&gt;</a:t>
            </a:fld>
          </a:p>
        </p:txBody>
      </p:sp>
      <p:sp>
        <p:nvSpPr>
          <p:cNvPr id="9" name="PlaceHolder 8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2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Title, 6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88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89" name="PlaceHolder 3"/>
          <p:cNvSpPr>
            <a:spLocks noGrp="1"/>
          </p:cNvSpPr>
          <p:nvPr>
            <p:ph/>
          </p:nvPr>
        </p:nvSpPr>
        <p:spPr>
          <a:xfrm>
            <a:off x="3239640" y="160020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90" name="PlaceHolder 4"/>
          <p:cNvSpPr>
            <a:spLocks noGrp="1"/>
          </p:cNvSpPr>
          <p:nvPr>
            <p:ph/>
          </p:nvPr>
        </p:nvSpPr>
        <p:spPr>
          <a:xfrm>
            <a:off x="6022080" y="160020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91" name="PlaceHolder 5"/>
          <p:cNvSpPr>
            <a:spLocks noGrp="1"/>
          </p:cNvSpPr>
          <p:nvPr>
            <p:ph/>
          </p:nvPr>
        </p:nvSpPr>
        <p:spPr>
          <a:xfrm>
            <a:off x="457200" y="396432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92" name="PlaceHolder 6"/>
          <p:cNvSpPr>
            <a:spLocks noGrp="1"/>
          </p:cNvSpPr>
          <p:nvPr>
            <p:ph/>
          </p:nvPr>
        </p:nvSpPr>
        <p:spPr>
          <a:xfrm>
            <a:off x="3239640" y="396432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93" name="PlaceHolder 7"/>
          <p:cNvSpPr>
            <a:spLocks noGrp="1"/>
          </p:cNvSpPr>
          <p:nvPr>
            <p:ph/>
          </p:nvPr>
        </p:nvSpPr>
        <p:spPr>
          <a:xfrm>
            <a:off x="6022080" y="396432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9" name="PlaceHolder 8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10" name="PlaceHolder 9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002778EE-B785-4374-8604-2215FC287FEF}" type="slidenum">
              <a:t>&lt;#&gt;</a:t>
            </a:fld>
          </a:p>
        </p:txBody>
      </p:sp>
      <p:sp>
        <p:nvSpPr>
          <p:cNvPr id="11" name="PlaceHolder 10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slideLayout" Target="../slideLayouts/slideLayout1.xml"/><Relationship Id="rId3" Type="http://schemas.openxmlformats.org/officeDocument/2006/relationships/slideLayout" Target="../slideLayouts/slideLayout2.xml"/><Relationship Id="rId4" Type="http://schemas.openxmlformats.org/officeDocument/2006/relationships/slideLayout" Target="../slideLayouts/slideLayout3.xml"/><Relationship Id="rId5" Type="http://schemas.openxmlformats.org/officeDocument/2006/relationships/slideLayout" Target="../slideLayouts/slideLayout4.xml"/><Relationship Id="rId6" Type="http://schemas.openxmlformats.org/officeDocument/2006/relationships/slideLayout" Target="../slideLayouts/slideLayout5.xml"/><Relationship Id="rId7" Type="http://schemas.openxmlformats.org/officeDocument/2006/relationships/slideLayout" Target="../slideLayouts/slideLayout6.xml"/><Relationship Id="rId8" Type="http://schemas.openxmlformats.org/officeDocument/2006/relationships/slideLayout" Target="../slideLayouts/slideLayout7.xml"/><Relationship Id="rId9" Type="http://schemas.openxmlformats.org/officeDocument/2006/relationships/slideLayout" Target="../slideLayouts/slideLayout8.xml"/><Relationship Id="rId10" Type="http://schemas.openxmlformats.org/officeDocument/2006/relationships/slideLayout" Target="../slideLayouts/slideLayout9.xml"/><Relationship Id="rId11" Type="http://schemas.openxmlformats.org/officeDocument/2006/relationships/slideLayout" Target="../slideLayouts/slideLayout10.xml"/><Relationship Id="rId12" Type="http://schemas.openxmlformats.org/officeDocument/2006/relationships/slideLayout" Target="../slideLayouts/slideLayout11.xml"/><Relationship Id="rId13" Type="http://schemas.openxmlformats.org/officeDocument/2006/relationships/slideLayout" Target="../slideLayouts/slideLayout12.xml"/>
</Relationships>
</file>

<file path=ppt/slideMasters/_rels/slideMaster2.xml.rels><?xml version="1.0" encoding="UTF-8"?>
<Relationships xmlns="http://schemas.openxmlformats.org/package/2006/relationships"><Relationship Id="rId1" Type="http://schemas.openxmlformats.org/officeDocument/2006/relationships/theme" Target="../theme/theme2.xml"/><Relationship Id="rId2" Type="http://schemas.openxmlformats.org/officeDocument/2006/relationships/slideLayout" Target="../slideLayouts/slideLayout13.xml"/><Relationship Id="rId3" Type="http://schemas.openxmlformats.org/officeDocument/2006/relationships/slideLayout" Target="../slideLayouts/slideLayout14.xml"/><Relationship Id="rId4" Type="http://schemas.openxmlformats.org/officeDocument/2006/relationships/slideLayout" Target="../slideLayouts/slideLayout15.xml"/><Relationship Id="rId5" Type="http://schemas.openxmlformats.org/officeDocument/2006/relationships/slideLayout" Target="../slideLayouts/slideLayout16.xml"/><Relationship Id="rId6" Type="http://schemas.openxmlformats.org/officeDocument/2006/relationships/slideLayout" Target="../slideLayouts/slideLayout17.xml"/><Relationship Id="rId7" Type="http://schemas.openxmlformats.org/officeDocument/2006/relationships/slideLayout" Target="../slideLayouts/slideLayout18.xml"/><Relationship Id="rId8" Type="http://schemas.openxmlformats.org/officeDocument/2006/relationships/slideLayout" Target="../slideLayouts/slideLayout19.xml"/><Relationship Id="rId9" Type="http://schemas.openxmlformats.org/officeDocument/2006/relationships/slideLayout" Target="../slideLayouts/slideLayout20.xml"/><Relationship Id="rId10" Type="http://schemas.openxmlformats.org/officeDocument/2006/relationships/slideLayout" Target="../slideLayouts/slideLayout21.xml"/><Relationship Id="rId11" Type="http://schemas.openxmlformats.org/officeDocument/2006/relationships/slideLayout" Target="../slideLayouts/slideLayout22.xml"/><Relationship Id="rId12" Type="http://schemas.openxmlformats.org/officeDocument/2006/relationships/slideLayout" Target="../slideLayouts/slideLayout23.xml"/><Relationship Id="rId13" Type="http://schemas.openxmlformats.org/officeDocument/2006/relationships/slideLayout" Target="../slideLayouts/slideLayout24.xml"/>
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0" name=""/>
          <p:cNvSpPr/>
          <p:nvPr/>
        </p:nvSpPr>
        <p:spPr>
          <a:xfrm>
            <a:off x="0" y="6135840"/>
            <a:ext cx="9140760" cy="718920"/>
          </a:xfrm>
          <a:prstGeom prst="rect">
            <a:avLst/>
          </a:prstGeom>
          <a:solidFill>
            <a:srgbClr val="ffff0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1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4400" spc="-1" strike="noStrike">
                <a:solidFill>
                  <a:srgbClr val="ffffff"/>
                </a:solidFill>
                <a:latin typeface="Tahoma"/>
              </a:rPr>
              <a:t>Click to edit the title text format</a:t>
            </a: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" name="PlaceHolder 2"/>
          <p:cNvSpPr>
            <a:spLocks noGrp="1"/>
          </p:cNvSpPr>
          <p:nvPr>
            <p:ph type="body"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Click to edit the outline text format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lvl="1" marL="743040" indent="-285840">
              <a:spcBef>
                <a:spcPts val="799"/>
              </a:spcBef>
              <a:buClr>
                <a:srgbClr val="ffffff"/>
              </a:buClr>
              <a:buFont typeface="Tahoma"/>
              <a:buChar char="–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Second Outline Level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lvl="2" marL="1143000" indent="-22860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Third Outline Level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lvl="3" marL="1600200" indent="-228600">
              <a:spcBef>
                <a:spcPts val="799"/>
              </a:spcBef>
              <a:buClr>
                <a:srgbClr val="ffffff"/>
              </a:buClr>
              <a:buFont typeface="Tahoma"/>
              <a:buChar char="–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Fourth Outline Level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lvl="4" marL="2057400" indent="-228600">
              <a:spcBef>
                <a:spcPts val="799"/>
              </a:spcBef>
              <a:buClr>
                <a:srgbClr val="ffffff"/>
              </a:buClr>
              <a:buFont typeface="Tahoma"/>
              <a:buChar char="»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Fifth Outline Level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lvl="5" marL="2057400" indent="-228600">
              <a:spcBef>
                <a:spcPts val="799"/>
              </a:spcBef>
              <a:buClr>
                <a:srgbClr val="000000"/>
              </a:buClr>
              <a:buFont typeface="Tahoma"/>
              <a:buChar char="»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Sixth Outline Level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lvl="6" marL="2057400" indent="-228600">
              <a:spcBef>
                <a:spcPts val="799"/>
              </a:spcBef>
              <a:buClr>
                <a:srgbClr val="000000"/>
              </a:buClr>
              <a:buFont typeface="Tahoma"/>
              <a:buChar char="»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Seventh Outline Level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" name="PlaceHolder 3"/>
          <p:cNvSpPr>
            <a:spLocks noGrp="1"/>
          </p:cNvSpPr>
          <p:nvPr>
            <p:ph type="dt" idx="1"/>
          </p:nvPr>
        </p:nvSpPr>
        <p:spPr>
          <a:xfrm>
            <a:off x="456840" y="6244920"/>
            <a:ext cx="2133720" cy="4762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lstStyle>
            <a:lvl1pPr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defRPr b="0" lang="en-IN" sz="1400" spc="-1" strike="noStrike">
                <a:solidFill>
                  <a:srgbClr val="ffffff"/>
                </a:solidFill>
                <a:latin typeface="Tahoma"/>
              </a:defRPr>
            </a:lvl1pPr>
          </a:lstStyle>
          <a:p>
            <a:pPr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1400" spc="-1" strike="noStrike">
                <a:solidFill>
                  <a:srgbClr val="ffffff"/>
                </a:solidFill>
                <a:latin typeface="Tahoma"/>
              </a:rPr>
              <a:t>&lt;date/time&gt;</a:t>
            </a:r>
            <a:endParaRPr b="0" lang="en-IN" sz="1400" spc="-1" strike="noStrike">
              <a:latin typeface="Times New Roman"/>
            </a:endParaRPr>
          </a:p>
        </p:txBody>
      </p:sp>
      <p:sp>
        <p:nvSpPr>
          <p:cNvPr id="4" name="PlaceHolder 4"/>
          <p:cNvSpPr>
            <a:spLocks noGrp="1"/>
          </p:cNvSpPr>
          <p:nvPr>
            <p:ph type="ftr" idx="2"/>
          </p:nvPr>
        </p:nvSpPr>
        <p:spPr>
          <a:xfrm>
            <a:off x="3124080" y="6244920"/>
            <a:ext cx="2895840" cy="4762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lstStyle>
            <a:lvl1pPr algn="ct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defRPr b="0" lang="en-IN" sz="1400" spc="-1" strike="noStrike">
                <a:solidFill>
                  <a:srgbClr val="ffffff"/>
                </a:solidFill>
                <a:latin typeface="Tahoma"/>
              </a:defRPr>
            </a:lvl1pPr>
          </a:lstStyle>
          <a:p>
            <a:pPr algn="ct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1400" spc="-1" strike="noStrike">
                <a:solidFill>
                  <a:srgbClr val="ffffff"/>
                </a:solidFill>
                <a:latin typeface="Tahoma"/>
              </a:rPr>
              <a:t>&lt;footer&gt;</a:t>
            </a:r>
            <a:endParaRPr b="0" lang="en-IN" sz="1400" spc="-1" strike="noStrike">
              <a:latin typeface="Times New Roman"/>
            </a:endParaRPr>
          </a:p>
        </p:txBody>
      </p:sp>
      <p:sp>
        <p:nvSpPr>
          <p:cNvPr id="5" name="PlaceHolder 5"/>
          <p:cNvSpPr>
            <a:spLocks noGrp="1"/>
          </p:cNvSpPr>
          <p:nvPr>
            <p:ph type="sldNum" idx="3"/>
          </p:nvPr>
        </p:nvSpPr>
        <p:spPr>
          <a:xfrm>
            <a:off x="6552720" y="6244920"/>
            <a:ext cx="2133720" cy="4762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lstStyle>
            <a:lvl1pPr algn="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defRPr b="0" lang="en-IN" sz="1400" spc="-1" strike="noStrike">
                <a:solidFill>
                  <a:srgbClr val="ffffff"/>
                </a:solidFill>
                <a:latin typeface="Tahoma"/>
              </a:defRPr>
            </a:lvl1pPr>
          </a:lstStyle>
          <a:p>
            <a:pPr algn="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fld id="{07A5511C-7596-4E6C-B76C-BDD0AA2E0BB8}" type="slidenum">
              <a:rPr b="0" lang="en-IN" sz="1400" spc="-1" strike="noStrike">
                <a:solidFill>
                  <a:srgbClr val="ffffff"/>
                </a:solidFill>
                <a:latin typeface="Tahoma"/>
              </a:rPr>
              <a:t>&lt;number&gt;</a:t>
            </a:fld>
            <a:endParaRPr b="0" lang="en-IN" sz="1400" spc="-1" strike="noStrike">
              <a:latin typeface="Times New Roman"/>
            </a:endParaRPr>
          </a:p>
        </p:txBody>
      </p:sp>
      <p:sp>
        <p:nvSpPr>
          <p:cNvPr id="6" name=""/>
          <p:cNvSpPr/>
          <p:nvPr/>
        </p:nvSpPr>
        <p:spPr>
          <a:xfrm>
            <a:off x="4572000" y="6165720"/>
            <a:ext cx="4464000" cy="581400"/>
          </a:xfrm>
          <a:custGeom>
            <a:avLst/>
            <a:gdLst/>
            <a:ahLst/>
            <a:rect l="l" t="t" r="r" b="b"/>
            <a:pathLst>
              <a:path w="21600" h="21600">
                <a:moveTo>
                  <a:pt x="0" y="0"/>
                </a:moveTo>
                <a:lnTo>
                  <a:pt x="21600" y="0"/>
                </a:lnTo>
                <a:lnTo>
                  <a:pt x="21600" y="21600"/>
                </a:lnTo>
                <a:lnTo>
                  <a:pt x="0" y="21600"/>
                </a:lnTo>
                <a:lnTo>
                  <a:pt x="0" y="0"/>
                </a:lnTo>
                <a:close/>
              </a:path>
            </a:pathLst>
          </a:cu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t">
            <a:spAutoFit/>
          </a:bodyPr>
          <a:p>
            <a:pPr algn="r">
              <a:lnSpc>
                <a:spcPct val="100000"/>
              </a:lnSpc>
              <a:spcBef>
                <a:spcPts val="2001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en-IN" sz="3200" spc="-1" strike="noStrike">
                <a:solidFill>
                  <a:srgbClr val="000000"/>
                </a:solidFill>
                <a:latin typeface="Tahoma"/>
              </a:rPr>
              <a:t>Real Reaction</a:t>
            </a:r>
            <a:endParaRPr b="0" lang="en-IN" sz="3200" spc="-1" strike="noStrike">
              <a:solidFill>
                <a:srgbClr val="000000"/>
              </a:solidFill>
              <a:latin typeface="Times New Roman"/>
            </a:endParaRPr>
          </a:p>
        </p:txBody>
      </p:sp>
      <p:grpSp>
        <p:nvGrpSpPr>
          <p:cNvPr id="7" name=""/>
          <p:cNvGrpSpPr/>
          <p:nvPr/>
        </p:nvGrpSpPr>
        <p:grpSpPr>
          <a:xfrm>
            <a:off x="34920" y="5973840"/>
            <a:ext cx="1332000" cy="986760"/>
            <a:chOff x="34920" y="5973840"/>
            <a:chExt cx="1332000" cy="986760"/>
          </a:xfrm>
        </p:grpSpPr>
        <p:sp>
          <p:nvSpPr>
            <p:cNvPr id="8" name=""/>
            <p:cNvSpPr/>
            <p:nvPr/>
          </p:nvSpPr>
          <p:spPr>
            <a:xfrm>
              <a:off x="34920" y="6043680"/>
              <a:ext cx="1008000" cy="916920"/>
            </a:xfrm>
            <a:custGeom>
              <a:avLst/>
              <a:gdLst/>
              <a:ahLst/>
              <a:rect l="l" t="t" r="r" b="b"/>
              <a:pathLst>
                <a:path w="21600" h="21600">
                  <a:moveTo>
                    <a:pt x="0" y="0"/>
                  </a:moveTo>
                  <a:lnTo>
                    <a:pt x="21600" y="0"/>
                  </a:lnTo>
                  <a:lnTo>
                    <a:pt x="21600" y="21600"/>
                  </a:lnTo>
                  <a:lnTo>
                    <a:pt x="0" y="21600"/>
                  </a:lnTo>
                  <a:lnTo>
                    <a:pt x="0" y="0"/>
                  </a:lnTo>
                  <a:close/>
                </a:path>
              </a:pathLst>
            </a:cu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6800" bIns="46800" anchor="t">
              <a:spAutoFit/>
            </a:bodyPr>
            <a:p>
              <a:pPr>
                <a:lnSpc>
                  <a:spcPct val="100000"/>
                </a:lnSpc>
                <a:spcBef>
                  <a:spcPts val="3376"/>
                </a:spcBef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r>
                <a:rPr b="0" lang="en-IN" sz="5400" spc="-1" strike="noStrike">
                  <a:solidFill>
                    <a:srgbClr val="808080"/>
                  </a:solidFill>
                  <a:latin typeface="Arial"/>
                </a:rPr>
                <a:t>R</a:t>
              </a:r>
              <a:endParaRPr b="0" lang="en-IN" sz="5400" spc="-1" strike="noStrike">
                <a:solidFill>
                  <a:srgbClr val="000000"/>
                </a:solidFill>
                <a:latin typeface="Times New Roman"/>
              </a:endParaRPr>
            </a:p>
          </p:txBody>
        </p:sp>
        <p:sp>
          <p:nvSpPr>
            <p:cNvPr id="9" name=""/>
            <p:cNvSpPr/>
            <p:nvPr/>
          </p:nvSpPr>
          <p:spPr>
            <a:xfrm>
              <a:off x="358920" y="5973840"/>
              <a:ext cx="1008000" cy="916920"/>
            </a:xfrm>
            <a:custGeom>
              <a:avLst/>
              <a:gdLst/>
              <a:ahLst/>
              <a:rect l="l" t="t" r="r" b="b"/>
              <a:pathLst>
                <a:path w="21600" h="21600">
                  <a:moveTo>
                    <a:pt x="0" y="0"/>
                  </a:moveTo>
                  <a:lnTo>
                    <a:pt x="21600" y="0"/>
                  </a:lnTo>
                  <a:lnTo>
                    <a:pt x="21600" y="21600"/>
                  </a:lnTo>
                  <a:lnTo>
                    <a:pt x="0" y="21600"/>
                  </a:lnTo>
                  <a:lnTo>
                    <a:pt x="0" y="0"/>
                  </a:lnTo>
                  <a:close/>
                </a:path>
              </a:pathLst>
            </a:cu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6800" bIns="46800" anchor="t">
              <a:spAutoFit/>
            </a:bodyPr>
            <a:p>
              <a:pPr>
                <a:lnSpc>
                  <a:spcPct val="100000"/>
                </a:lnSpc>
                <a:spcBef>
                  <a:spcPts val="3376"/>
                </a:spcBef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r>
                <a:rPr b="0" lang="en-IN" sz="5400" spc="-1" strike="noStrike">
                  <a:solidFill>
                    <a:srgbClr val="808080"/>
                  </a:solidFill>
                  <a:latin typeface="Arial"/>
                </a:rPr>
                <a:t>R</a:t>
              </a:r>
              <a:endParaRPr b="0" lang="en-IN" sz="5400" spc="-1" strike="noStrike">
                <a:solidFill>
                  <a:srgbClr val="000000"/>
                </a:solidFill>
                <a:latin typeface="Times New Roman"/>
              </a:endParaRPr>
            </a:p>
          </p:txBody>
        </p:sp>
      </p:grp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  <p:sldLayoutId id="2147483660" r:id="rId13"/>
  </p:sldLayoutIdLst>
</p:sldMaster>
</file>

<file path=ppt/slideMasters/slideMaster2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"/>
          <p:cNvSpPr/>
          <p:nvPr/>
        </p:nvSpPr>
        <p:spPr>
          <a:xfrm>
            <a:off x="0" y="6135840"/>
            <a:ext cx="9140760" cy="718920"/>
          </a:xfrm>
          <a:prstGeom prst="rect">
            <a:avLst/>
          </a:prstGeom>
          <a:solidFill>
            <a:srgbClr val="ffff0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47" name="PlaceHolder 1"/>
          <p:cNvSpPr>
            <a:spLocks noGrp="1"/>
          </p:cNvSpPr>
          <p:nvPr>
            <p:ph type="title"/>
          </p:nvPr>
        </p:nvSpPr>
        <p:spPr>
          <a:xfrm>
            <a:off x="685800" y="2130120"/>
            <a:ext cx="7772400" cy="14698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4400" spc="-1" strike="noStrike">
                <a:solidFill>
                  <a:srgbClr val="ffffff"/>
                </a:solidFill>
                <a:latin typeface="Tahoma"/>
              </a:rPr>
              <a:t>Click to edit the title text format</a:t>
            </a: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8" name="PlaceHolder 2"/>
          <p:cNvSpPr>
            <a:spLocks noGrp="1"/>
          </p:cNvSpPr>
          <p:nvPr>
            <p:ph type="dt" idx="4"/>
          </p:nvPr>
        </p:nvSpPr>
        <p:spPr>
          <a:xfrm>
            <a:off x="456840" y="6244920"/>
            <a:ext cx="2133720" cy="4762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lstStyle>
            <a:lvl1pPr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defRPr b="0" lang="en-IN" sz="1400" spc="-1" strike="noStrike">
                <a:latin typeface="Tahoma"/>
              </a:defRPr>
            </a:lvl1pPr>
          </a:lstStyle>
          <a:p>
            <a:pPr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1400" spc="-1" strike="noStrike">
                <a:latin typeface="Tahoma"/>
              </a:rPr>
              <a:t>&lt;date/time&gt;</a:t>
            </a:r>
            <a:endParaRPr b="0" lang="en-IN" sz="1400" spc="-1" strike="noStrike">
              <a:latin typeface="Times New Roman"/>
            </a:endParaRPr>
          </a:p>
        </p:txBody>
      </p:sp>
      <p:sp>
        <p:nvSpPr>
          <p:cNvPr id="49" name="PlaceHolder 3"/>
          <p:cNvSpPr>
            <a:spLocks noGrp="1"/>
          </p:cNvSpPr>
          <p:nvPr>
            <p:ph type="ftr" idx="5"/>
          </p:nvPr>
        </p:nvSpPr>
        <p:spPr>
          <a:xfrm>
            <a:off x="3124080" y="6244920"/>
            <a:ext cx="2895840" cy="4762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lstStyle>
            <a:lvl1pPr algn="ct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defRPr b="0" lang="en-IN" sz="1400" spc="-1" strike="noStrike">
                <a:latin typeface="Tahoma"/>
              </a:defRPr>
            </a:lvl1pPr>
          </a:lstStyle>
          <a:p>
            <a:pPr algn="ct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1400" spc="-1" strike="noStrike">
                <a:latin typeface="Tahoma"/>
              </a:rPr>
              <a:t>&lt;footer&gt;</a:t>
            </a:r>
            <a:endParaRPr b="0" lang="en-IN" sz="1400" spc="-1" strike="noStrike">
              <a:latin typeface="Times New Roman"/>
            </a:endParaRPr>
          </a:p>
        </p:txBody>
      </p:sp>
      <p:sp>
        <p:nvSpPr>
          <p:cNvPr id="50" name="PlaceHolder 4"/>
          <p:cNvSpPr>
            <a:spLocks noGrp="1"/>
          </p:cNvSpPr>
          <p:nvPr>
            <p:ph type="sldNum" idx="6"/>
          </p:nvPr>
        </p:nvSpPr>
        <p:spPr>
          <a:xfrm>
            <a:off x="6552720" y="6244920"/>
            <a:ext cx="2133720" cy="4762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lstStyle>
            <a:lvl1pPr algn="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defRPr b="0" lang="en-IN" sz="1400" spc="-1" strike="noStrike">
                <a:latin typeface="Tahoma"/>
              </a:defRPr>
            </a:lvl1pPr>
          </a:lstStyle>
          <a:p>
            <a:pPr algn="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fld id="{12269279-F10A-47C4-A81C-161A4605F4F0}" type="slidenum">
              <a:rPr b="0" lang="en-IN" sz="1400" spc="-1" strike="noStrike">
                <a:latin typeface="Tahoma"/>
              </a:rPr>
              <a:t>&lt;number&gt;</a:t>
            </a:fld>
            <a:endParaRPr b="0" lang="en-IN" sz="1400" spc="-1" strike="noStrike">
              <a:latin typeface="Times New Roman"/>
            </a:endParaRPr>
          </a:p>
        </p:txBody>
      </p:sp>
      <p:grpSp>
        <p:nvGrpSpPr>
          <p:cNvPr id="51" name=""/>
          <p:cNvGrpSpPr/>
          <p:nvPr/>
        </p:nvGrpSpPr>
        <p:grpSpPr>
          <a:xfrm>
            <a:off x="34920" y="-287280"/>
            <a:ext cx="1584360" cy="1701720"/>
            <a:chOff x="34920" y="-287280"/>
            <a:chExt cx="1584360" cy="1701720"/>
          </a:xfrm>
        </p:grpSpPr>
        <p:sp>
          <p:nvSpPr>
            <p:cNvPr id="52" name=""/>
            <p:cNvSpPr/>
            <p:nvPr/>
          </p:nvSpPr>
          <p:spPr>
            <a:xfrm>
              <a:off x="34920" y="-142560"/>
              <a:ext cx="1008000" cy="1557000"/>
            </a:xfrm>
            <a:custGeom>
              <a:avLst/>
              <a:gdLst/>
              <a:ahLst/>
              <a:rect l="l" t="t" r="r" b="b"/>
              <a:pathLst>
                <a:path w="21600" h="21600">
                  <a:moveTo>
                    <a:pt x="0" y="0"/>
                  </a:moveTo>
                  <a:lnTo>
                    <a:pt x="21600" y="0"/>
                  </a:lnTo>
                  <a:lnTo>
                    <a:pt x="21600" y="21600"/>
                  </a:lnTo>
                  <a:lnTo>
                    <a:pt x="0" y="21600"/>
                  </a:lnTo>
                  <a:lnTo>
                    <a:pt x="0" y="0"/>
                  </a:lnTo>
                  <a:close/>
                </a:path>
              </a:pathLst>
            </a:cu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6800" bIns="46800" anchor="t">
              <a:spAutoFit/>
            </a:bodyPr>
            <a:p>
              <a:pPr>
                <a:lnSpc>
                  <a:spcPct val="100000"/>
                </a:lnSpc>
                <a:spcBef>
                  <a:spcPts val="6001"/>
                </a:spcBef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r>
                <a:rPr b="0" lang="en-IN" sz="9600" spc="-1" strike="noStrike">
                  <a:solidFill>
                    <a:srgbClr val="808080"/>
                  </a:solidFill>
                  <a:latin typeface="Arial"/>
                </a:rPr>
                <a:t>R</a:t>
              </a:r>
              <a:endParaRPr b="0" lang="en-IN" sz="9600" spc="-1" strike="noStrike">
                <a:solidFill>
                  <a:srgbClr val="000000"/>
                </a:solidFill>
                <a:latin typeface="Times New Roman"/>
              </a:endParaRPr>
            </a:p>
          </p:txBody>
        </p:sp>
        <p:sp>
          <p:nvSpPr>
            <p:cNvPr id="53" name=""/>
            <p:cNvSpPr/>
            <p:nvPr/>
          </p:nvSpPr>
          <p:spPr>
            <a:xfrm>
              <a:off x="611280" y="-287280"/>
              <a:ext cx="1008000" cy="1557000"/>
            </a:xfrm>
            <a:custGeom>
              <a:avLst/>
              <a:gdLst/>
              <a:ahLst/>
              <a:rect l="l" t="t" r="r" b="b"/>
              <a:pathLst>
                <a:path w="21600" h="21600">
                  <a:moveTo>
                    <a:pt x="0" y="0"/>
                  </a:moveTo>
                  <a:lnTo>
                    <a:pt x="21600" y="0"/>
                  </a:lnTo>
                  <a:lnTo>
                    <a:pt x="21600" y="21600"/>
                  </a:lnTo>
                  <a:lnTo>
                    <a:pt x="0" y="21600"/>
                  </a:lnTo>
                  <a:lnTo>
                    <a:pt x="0" y="0"/>
                  </a:lnTo>
                  <a:close/>
                </a:path>
              </a:pathLst>
            </a:cu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6800" bIns="46800" anchor="t">
              <a:spAutoFit/>
            </a:bodyPr>
            <a:p>
              <a:pPr>
                <a:lnSpc>
                  <a:spcPct val="100000"/>
                </a:lnSpc>
                <a:spcBef>
                  <a:spcPts val="6001"/>
                </a:spcBef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r>
                <a:rPr b="0" lang="en-IN" sz="9600" spc="-1" strike="noStrike">
                  <a:solidFill>
                    <a:srgbClr val="808080"/>
                  </a:solidFill>
                  <a:latin typeface="Arial"/>
                </a:rPr>
                <a:t>R</a:t>
              </a:r>
              <a:endParaRPr b="0" lang="en-IN" sz="9600" spc="-1" strike="noStrike">
                <a:solidFill>
                  <a:srgbClr val="000000"/>
                </a:solidFill>
                <a:latin typeface="Times New Roman"/>
              </a:endParaRPr>
            </a:p>
          </p:txBody>
        </p:sp>
      </p:grpSp>
      <p:sp>
        <p:nvSpPr>
          <p:cNvPr id="54" name=""/>
          <p:cNvSpPr/>
          <p:nvPr/>
        </p:nvSpPr>
        <p:spPr>
          <a:xfrm>
            <a:off x="2771640" y="444600"/>
            <a:ext cx="6193080" cy="703440"/>
          </a:xfrm>
          <a:custGeom>
            <a:avLst/>
            <a:gdLst/>
            <a:ahLst/>
            <a:rect l="l" t="t" r="r" b="b"/>
            <a:pathLst>
              <a:path w="21600" h="21600">
                <a:moveTo>
                  <a:pt x="0" y="0"/>
                </a:moveTo>
                <a:lnTo>
                  <a:pt x="21600" y="0"/>
                </a:lnTo>
                <a:lnTo>
                  <a:pt x="21600" y="21600"/>
                </a:lnTo>
                <a:lnTo>
                  <a:pt x="0" y="21600"/>
                </a:lnTo>
                <a:lnTo>
                  <a:pt x="0" y="0"/>
                </a:lnTo>
                <a:close/>
              </a:path>
            </a:pathLst>
          </a:cu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t">
            <a:spAutoFit/>
          </a:bodyPr>
          <a:p>
            <a:pPr algn="r">
              <a:lnSpc>
                <a:spcPct val="100000"/>
              </a:lnSpc>
              <a:spcBef>
                <a:spcPts val="2500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en-IN" sz="4000" spc="-1" strike="noStrike">
                <a:solidFill>
                  <a:srgbClr val="ffffff"/>
                </a:solidFill>
                <a:latin typeface="Tahoma"/>
              </a:rPr>
              <a:t>Real Reaction</a:t>
            </a:r>
            <a:endParaRPr b="0" lang="en-IN" sz="40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55" name=""/>
          <p:cNvSpPr/>
          <p:nvPr/>
        </p:nvSpPr>
        <p:spPr>
          <a:xfrm>
            <a:off x="2700360" y="1171440"/>
            <a:ext cx="6192720" cy="459720"/>
          </a:xfrm>
          <a:custGeom>
            <a:avLst/>
            <a:gdLst/>
            <a:ahLst/>
            <a:rect l="l" t="t" r="r" b="b"/>
            <a:pathLst>
              <a:path w="21600" h="21600">
                <a:moveTo>
                  <a:pt x="0" y="0"/>
                </a:moveTo>
                <a:lnTo>
                  <a:pt x="21600" y="0"/>
                </a:lnTo>
                <a:lnTo>
                  <a:pt x="21600" y="21600"/>
                </a:lnTo>
                <a:lnTo>
                  <a:pt x="0" y="21600"/>
                </a:lnTo>
                <a:lnTo>
                  <a:pt x="0" y="0"/>
                </a:lnTo>
                <a:close/>
              </a:path>
            </a:pathLst>
          </a:cu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t">
            <a:spAutoFit/>
          </a:bodyPr>
          <a:p>
            <a:pPr algn="r">
              <a:lnSpc>
                <a:spcPct val="100000"/>
              </a:lnSpc>
              <a:spcBef>
                <a:spcPts val="1500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i="1" lang="en-IN" sz="2400" spc="-1" strike="noStrike">
                <a:solidFill>
                  <a:srgbClr val="ffff66"/>
                </a:solidFill>
                <a:latin typeface="Tahoma"/>
              </a:rPr>
              <a:t>We put fashion in electronics</a:t>
            </a:r>
            <a:endParaRPr b="0" lang="en-IN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56" name=""/>
          <p:cNvSpPr/>
          <p:nvPr/>
        </p:nvSpPr>
        <p:spPr>
          <a:xfrm flipH="1">
            <a:off x="107640" y="1197000"/>
            <a:ext cx="8785080" cy="0"/>
          </a:xfrm>
          <a:prstGeom prst="line">
            <a:avLst/>
          </a:prstGeom>
          <a:ln w="38160">
            <a:solidFill>
              <a:srgbClr val="ffffff"/>
            </a:solidFill>
            <a:prstDash val="sysDot"/>
            <a:miter/>
          </a:ln>
        </p:spPr>
        <p:style>
          <a:lnRef idx="0"/>
          <a:fillRef idx="0"/>
          <a:effectRef idx="0"/>
          <a:fontRef idx="minor"/>
        </p:style>
      </p:sp>
      <p:sp>
        <p:nvSpPr>
          <p:cNvPr id="57" name="PlaceHolder 5"/>
          <p:cNvSpPr>
            <a:spLocks noGrp="1"/>
          </p:cNvSpPr>
          <p:nvPr>
            <p:ph type="body"/>
          </p:nvPr>
        </p:nvSpPr>
        <p:spPr>
          <a:xfrm>
            <a:off x="457200" y="1604520"/>
            <a:ext cx="822924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algn="ctr">
              <a:spcBef>
                <a:spcPts val="799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Click to edit the outline text format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lvl="1" marL="457200" algn="ctr">
              <a:spcBef>
                <a:spcPts val="700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800" spc="-1" strike="noStrike">
                <a:solidFill>
                  <a:srgbClr val="ffffff"/>
                </a:solidFill>
                <a:latin typeface="Tahoma"/>
              </a:rPr>
              <a:t>Second Outline Level</a:t>
            </a:r>
            <a:endParaRPr b="0" lang="en-IN" sz="2800" spc="-1" strike="noStrike">
              <a:solidFill>
                <a:srgbClr val="ffffff"/>
              </a:solidFill>
              <a:latin typeface="Tahoma"/>
            </a:endParaRPr>
          </a:p>
          <a:p>
            <a:pPr lvl="2" marL="914400" algn="ctr">
              <a:spcBef>
                <a:spcPts val="601"/>
              </a:spcBef>
              <a:buClr>
                <a:srgbClr val="ffffff"/>
              </a:buClr>
              <a:buFont typeface="Tahoma"/>
              <a:buChar char="•"/>
              <a:tabLst>
                <a:tab algn="l" pos="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400" spc="-1" strike="noStrike">
                <a:solidFill>
                  <a:srgbClr val="ffffff"/>
                </a:solidFill>
                <a:latin typeface="Tahoma"/>
              </a:rPr>
              <a:t>Third Outline Level</a:t>
            </a:r>
            <a:endParaRPr b="0" lang="en-IN" sz="2400" spc="-1" strike="noStrike">
              <a:solidFill>
                <a:srgbClr val="ffffff"/>
              </a:solidFill>
              <a:latin typeface="Tahoma"/>
            </a:endParaRPr>
          </a:p>
          <a:p>
            <a:pPr lvl="3" marL="1371600" algn="ctr">
              <a:spcBef>
                <a:spcPts val="499"/>
              </a:spcBef>
              <a:buClr>
                <a:srgbClr val="ffffff"/>
              </a:buClr>
              <a:buFont typeface="Tahoma"/>
              <a:buChar char="–"/>
              <a:tabLst>
                <a:tab algn="l" pos="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000" spc="-1" strike="noStrike">
                <a:solidFill>
                  <a:srgbClr val="ffffff"/>
                </a:solidFill>
                <a:latin typeface="Tahoma"/>
              </a:rPr>
              <a:t>Fourth Outline Level</a:t>
            </a:r>
            <a:endParaRPr b="0" lang="en-IN" sz="2000" spc="-1" strike="noStrike">
              <a:solidFill>
                <a:srgbClr val="ffffff"/>
              </a:solidFill>
              <a:latin typeface="Tahoma"/>
            </a:endParaRPr>
          </a:p>
          <a:p>
            <a:pPr lvl="4" marL="1828800" algn="ctr">
              <a:spcBef>
                <a:spcPts val="499"/>
              </a:spcBef>
              <a:buClr>
                <a:srgbClr val="ffffff"/>
              </a:buClr>
              <a:buFont typeface="Tahoma"/>
              <a:buChar char="»"/>
              <a:tabLst>
                <a:tab algn="l" pos="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000" spc="-1" strike="noStrike">
                <a:solidFill>
                  <a:srgbClr val="ffffff"/>
                </a:solidFill>
                <a:latin typeface="Tahoma"/>
              </a:rPr>
              <a:t>Fifth Outline Level</a:t>
            </a:r>
            <a:endParaRPr b="0" lang="en-IN" sz="2000" spc="-1" strike="noStrike">
              <a:solidFill>
                <a:srgbClr val="ffffff"/>
              </a:solidFill>
              <a:latin typeface="Tahoma"/>
            </a:endParaRPr>
          </a:p>
          <a:p>
            <a:pPr lvl="5" marL="1828800">
              <a:spcBef>
                <a:spcPts val="499"/>
              </a:spcBef>
              <a:buClr>
                <a:srgbClr val="000000"/>
              </a:buClr>
              <a:buFont typeface="Tahoma"/>
              <a:buChar char="»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000" spc="-1" strike="noStrike">
                <a:solidFill>
                  <a:srgbClr val="ffffff"/>
                </a:solidFill>
                <a:latin typeface="Tahoma"/>
              </a:rPr>
              <a:t>Sixth Outline Level</a:t>
            </a:r>
            <a:endParaRPr b="0" lang="en-IN" sz="2000" spc="-1" strike="noStrike">
              <a:solidFill>
                <a:srgbClr val="ffffff"/>
              </a:solidFill>
              <a:latin typeface="Tahoma"/>
            </a:endParaRPr>
          </a:p>
          <a:p>
            <a:pPr lvl="6" marL="1828800">
              <a:spcBef>
                <a:spcPts val="499"/>
              </a:spcBef>
              <a:buClr>
                <a:srgbClr val="000000"/>
              </a:buClr>
              <a:buFont typeface="Tahoma"/>
              <a:buChar char="»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000" spc="-1" strike="noStrike">
                <a:solidFill>
                  <a:srgbClr val="ffffff"/>
                </a:solidFill>
                <a:latin typeface="Tahoma"/>
              </a:rPr>
              <a:t>Seventh Outline Level</a:t>
            </a:r>
            <a:endParaRPr b="0" lang="en-IN" sz="2000" spc="-1" strike="noStrike">
              <a:solidFill>
                <a:srgbClr val="ffffff"/>
              </a:solidFill>
              <a:latin typeface="Tahoma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</p:sldLayoutIdLst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4.xml"/>
</Relationships>
</file>

<file path=ppt/slides/_rels/slide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3.xml"/>
</Relationships>
</file>

<file path=ppt/slides/_rels/slide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3.xml"/>
</Relationships>
</file>

<file path=ppt/slides/_rels/slide4.xml.rels><?xml version="1.0" encoding="UTF-8"?>
<Relationships xmlns="http://schemas.openxmlformats.org/package/2006/relationships"><Relationship Id="rId1" Type="http://schemas.openxmlformats.org/officeDocument/2006/relationships/image" Target="../media/image1.jpeg"/><Relationship Id="rId2" Type="http://schemas.openxmlformats.org/officeDocument/2006/relationships/image" Target="../media/image2.jpeg"/><Relationship Id="rId3" Type="http://schemas.openxmlformats.org/officeDocument/2006/relationships/slideLayout" Target="../slideLayouts/slideLayout1.xml"/>
</Relationships>
</file>

<file path=ppt/slides/_rels/slide5.xml.rels><?xml version="1.0" encoding="UTF-8"?>
<Relationships xmlns="http://schemas.openxmlformats.org/package/2006/relationships"><Relationship Id="rId1" Type="http://schemas.openxmlformats.org/officeDocument/2006/relationships/image" Target="../media/image3.jpeg"/><Relationship Id="rId2" Type="http://schemas.openxmlformats.org/officeDocument/2006/relationships/image" Target="../media/image4.jpeg"/><Relationship Id="rId3" Type="http://schemas.openxmlformats.org/officeDocument/2006/relationships/slideLayout" Target="../slideLayouts/slideLayout8.xml"/>
</Relationships>
</file>

<file path=ppt/slides/_rels/slide6.xml.rels><?xml version="1.0" encoding="UTF-8"?>
<Relationships xmlns="http://schemas.openxmlformats.org/package/2006/relationships"><Relationship Id="rId1" Type="http://schemas.openxmlformats.org/officeDocument/2006/relationships/image" Target="../media/image5.jpeg"/><Relationship Id="rId2" Type="http://schemas.openxmlformats.org/officeDocument/2006/relationships/image" Target="../media/image6.jpeg"/><Relationship Id="rId3" Type="http://schemas.openxmlformats.org/officeDocument/2006/relationships/slideLayout" Target="../slideLayouts/slideLayout8.xml"/>
</Relationships>
</file>

<file path=ppt/slides/_rels/slide7.xml.rels><?xml version="1.0" encoding="UTF-8"?>
<Relationships xmlns="http://schemas.openxmlformats.org/package/2006/relationships"><Relationship Id="rId1" Type="http://schemas.openxmlformats.org/officeDocument/2006/relationships/image" Target="../media/image7.jpeg"/><Relationship Id="rId2" Type="http://schemas.openxmlformats.org/officeDocument/2006/relationships/slideLayout" Target="../slideLayouts/slideLayout1.xml"/>
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PlaceHolder 1"/>
          <p:cNvSpPr>
            <a:spLocks noGrp="1"/>
          </p:cNvSpPr>
          <p:nvPr>
            <p:ph type="title"/>
          </p:nvPr>
        </p:nvSpPr>
        <p:spPr>
          <a:xfrm>
            <a:off x="685800" y="2130120"/>
            <a:ext cx="7772400" cy="14698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4400" spc="-1" strike="noStrike">
                <a:solidFill>
                  <a:srgbClr val="ffffff"/>
                </a:solidFill>
                <a:latin typeface="Tahoma"/>
              </a:rPr>
              <a:t>Technical Functions Design</a:t>
            </a: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95" name="PlaceHolder 2"/>
          <p:cNvSpPr>
            <a:spLocks noGrp="1"/>
          </p:cNvSpPr>
          <p:nvPr>
            <p:ph type="subTitle"/>
          </p:nvPr>
        </p:nvSpPr>
        <p:spPr>
          <a:xfrm>
            <a:off x="1371600" y="3886200"/>
            <a:ext cx="6400800" cy="17524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p>
            <a:pPr algn="ctr">
              <a:spcBef>
                <a:spcPts val="799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3200" spc="-1" strike="noStrike">
                <a:solidFill>
                  <a:srgbClr val="ffffff"/>
                </a:solidFill>
                <a:latin typeface="Tahoma"/>
              </a:rPr>
              <a:t>Presented by: Norman Poh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algn="ctr">
              <a:spcBef>
                <a:spcPts val="799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3200" spc="-1" strike="noStrike">
                <a:solidFill>
                  <a:srgbClr val="ffffff"/>
                </a:solidFill>
                <a:latin typeface="Tahoma"/>
              </a:rPr>
              <a:t>User Interface Designer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4400" spc="-1" strike="noStrike">
                <a:solidFill>
                  <a:srgbClr val="ffffff"/>
                </a:solidFill>
                <a:latin typeface="Tahoma"/>
              </a:rPr>
              <a:t>Technical Functions design:</a:t>
            </a: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97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what </a:t>
            </a:r>
            <a:r>
              <a:rPr b="0" i="1" lang="en-IN" sz="3200" spc="-1" strike="noStrike">
                <a:solidFill>
                  <a:srgbClr val="ffffff"/>
                </a:solidFill>
                <a:latin typeface="Tahoma"/>
              </a:rPr>
              <a:t>effect </a:t>
            </a: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should the apparatus have ?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lvl="1" marL="743040" indent="-285840">
              <a:spcBef>
                <a:spcPts val="700"/>
              </a:spcBef>
              <a:buClr>
                <a:srgbClr val="ffffff"/>
              </a:buClr>
              <a:buFont typeface="Tahoma"/>
              <a:buChar char="–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2800" spc="-1" strike="noStrike">
              <a:solidFill>
                <a:srgbClr val="ffffff"/>
              </a:solidFill>
              <a:latin typeface="Tahoma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4400" spc="-1" strike="noStrike">
                <a:solidFill>
                  <a:srgbClr val="ffffff"/>
                </a:solidFill>
                <a:latin typeface="Tahoma"/>
              </a:rPr>
              <a:t>Function</a:t>
            </a: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99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The function of a remote control is basically to send messages to the television set. Example messages are: "switch on", "switch off", "switch to next channel", "switch to channel 9", "turn volume up", etc. The followings are two examples of a remote control interface through which the functions are fulfilled. 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4400" spc="-1" strike="noStrike">
                <a:solidFill>
                  <a:srgbClr val="ffffff"/>
                </a:solidFill>
                <a:latin typeface="Tahoma"/>
              </a:rPr>
              <a:t>Examples</a:t>
            </a: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pic>
        <p:nvPicPr>
          <p:cNvPr id="101" name="" descr=""/>
          <p:cNvPicPr/>
          <p:nvPr/>
        </p:nvPicPr>
        <p:blipFill>
          <a:blip r:embed="rId1"/>
          <a:stretch/>
        </p:blipFill>
        <p:spPr>
          <a:xfrm>
            <a:off x="1692360" y="1125360"/>
            <a:ext cx="1339920" cy="4526280"/>
          </a:xfrm>
          <a:prstGeom prst="rect">
            <a:avLst/>
          </a:prstGeom>
          <a:ln w="0">
            <a:noFill/>
          </a:ln>
        </p:spPr>
      </p:pic>
      <p:pic>
        <p:nvPicPr>
          <p:cNvPr id="102" name="" descr=""/>
          <p:cNvPicPr/>
          <p:nvPr/>
        </p:nvPicPr>
        <p:blipFill>
          <a:blip r:embed="rId2"/>
          <a:stretch/>
        </p:blipFill>
        <p:spPr>
          <a:xfrm>
            <a:off x="5867280" y="981000"/>
            <a:ext cx="1339920" cy="4525920"/>
          </a:xfrm>
          <a:prstGeom prst="rect">
            <a:avLst/>
          </a:prstGeom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4400" spc="-1" strike="noStrike">
                <a:solidFill>
                  <a:srgbClr val="ffffff"/>
                </a:solidFill>
                <a:latin typeface="Tahoma"/>
              </a:rPr>
              <a:t>Problems</a:t>
            </a: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104" name="PlaceHolder 2"/>
          <p:cNvSpPr>
            <a:spLocks noGrp="1"/>
          </p:cNvSpPr>
          <p:nvPr>
            <p:ph/>
          </p:nvPr>
        </p:nvSpPr>
        <p:spPr>
          <a:xfrm>
            <a:off x="456840" y="1600200"/>
            <a:ext cx="577044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pPr marL="343080" indent="-343080">
              <a:spcBef>
                <a:spcPts val="700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800" spc="-1" strike="noStrike">
                <a:solidFill>
                  <a:srgbClr val="ffffff"/>
                </a:solidFill>
                <a:latin typeface="Tahoma"/>
              </a:rPr>
              <a:t>Too many buttons; complex user manual</a:t>
            </a:r>
            <a:endParaRPr b="0" lang="en-IN" sz="2800" spc="-1" strike="noStrike">
              <a:solidFill>
                <a:srgbClr val="ffffff"/>
              </a:solidFill>
              <a:latin typeface="Tahoma"/>
            </a:endParaRPr>
          </a:p>
        </p:txBody>
      </p:sp>
      <p:pic>
        <p:nvPicPr>
          <p:cNvPr id="105" name="" descr=""/>
          <p:cNvPicPr/>
          <p:nvPr/>
        </p:nvPicPr>
        <p:blipFill>
          <a:blip r:embed="rId1"/>
          <a:stretch/>
        </p:blipFill>
        <p:spPr>
          <a:xfrm>
            <a:off x="6343560" y="1600200"/>
            <a:ext cx="647640" cy="2185920"/>
          </a:xfrm>
          <a:prstGeom prst="rect">
            <a:avLst/>
          </a:prstGeom>
          <a:ln w="0">
            <a:noFill/>
          </a:ln>
        </p:spPr>
      </p:pic>
      <p:pic>
        <p:nvPicPr>
          <p:cNvPr id="106" name="" descr=""/>
          <p:cNvPicPr/>
          <p:nvPr/>
        </p:nvPicPr>
        <p:blipFill>
          <a:blip r:embed="rId2"/>
          <a:stretch/>
        </p:blipFill>
        <p:spPr>
          <a:xfrm>
            <a:off x="7308720" y="1628640"/>
            <a:ext cx="648000" cy="2187720"/>
          </a:xfrm>
          <a:prstGeom prst="rect">
            <a:avLst/>
          </a:prstGeom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4400" spc="-1" strike="noStrike">
                <a:solidFill>
                  <a:srgbClr val="ffffff"/>
                </a:solidFill>
                <a:latin typeface="Tahoma"/>
              </a:rPr>
              <a:t>Proposal</a:t>
            </a: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108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3848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 fontScale="97000"/>
          </a:bodyPr>
          <a:p>
            <a:pPr marL="343080" indent="-343080">
              <a:spcBef>
                <a:spcPts val="601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400" spc="-1" strike="noStrike">
                <a:solidFill>
                  <a:srgbClr val="ffffff"/>
                </a:solidFill>
                <a:latin typeface="Tahoma"/>
              </a:rPr>
              <a:t>Easy</a:t>
            </a:r>
            <a:endParaRPr b="0" lang="en-IN" sz="24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spcBef>
                <a:spcPts val="601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400" spc="-1" strike="noStrike">
                <a:solidFill>
                  <a:srgbClr val="ffffff"/>
                </a:solidFill>
                <a:latin typeface="Tahoma"/>
              </a:rPr>
              <a:t>Navigate on TV screen</a:t>
            </a:r>
            <a:endParaRPr b="0" lang="en-IN" sz="24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spcBef>
                <a:spcPts val="601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400" spc="-1" strike="noStrike">
                <a:solidFill>
                  <a:srgbClr val="ffffff"/>
                </a:solidFill>
                <a:latin typeface="Tahoma"/>
              </a:rPr>
              <a:t>Pre-filter users’ preference by program</a:t>
            </a:r>
            <a:endParaRPr b="0" lang="en-IN" sz="24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spcBef>
                <a:spcPts val="601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400" spc="-1" strike="noStrike">
                <a:solidFill>
                  <a:srgbClr val="ffffff"/>
                </a:solidFill>
                <a:latin typeface="Tahoma"/>
              </a:rPr>
              <a:t>Having the TV connected to the Internet to access XML plus some preprocessing</a:t>
            </a:r>
            <a:endParaRPr b="0" lang="en-IN" sz="24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spcBef>
                <a:spcPts val="601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400" spc="-1" strike="noStrike">
                <a:solidFill>
                  <a:srgbClr val="ffffff"/>
                </a:solidFill>
                <a:latin typeface="Tahoma"/>
              </a:rPr>
              <a:t>KIV: speech recognition</a:t>
            </a:r>
            <a:endParaRPr b="0" lang="en-IN" sz="2400" spc="-1" strike="noStrike">
              <a:solidFill>
                <a:srgbClr val="ffffff"/>
              </a:solidFill>
              <a:latin typeface="Tahoma"/>
            </a:endParaRPr>
          </a:p>
        </p:txBody>
      </p:sp>
      <p:pic>
        <p:nvPicPr>
          <p:cNvPr id="109" name="" descr=""/>
          <p:cNvPicPr/>
          <p:nvPr/>
        </p:nvPicPr>
        <p:blipFill>
          <a:blip r:embed="rId1"/>
          <a:stretch/>
        </p:blipFill>
        <p:spPr>
          <a:xfrm>
            <a:off x="6343560" y="1600200"/>
            <a:ext cx="647640" cy="2185920"/>
          </a:xfrm>
          <a:prstGeom prst="rect">
            <a:avLst/>
          </a:prstGeom>
          <a:ln w="0">
            <a:noFill/>
          </a:ln>
        </p:spPr>
      </p:pic>
      <p:pic>
        <p:nvPicPr>
          <p:cNvPr id="110" name="" descr=""/>
          <p:cNvPicPr/>
          <p:nvPr/>
        </p:nvPicPr>
        <p:blipFill>
          <a:blip r:embed="rId2"/>
          <a:stretch/>
        </p:blipFill>
        <p:spPr>
          <a:xfrm>
            <a:off x="7093080" y="1628640"/>
            <a:ext cx="647640" cy="2187720"/>
          </a:xfrm>
          <a:prstGeom prst="rect">
            <a:avLst/>
          </a:prstGeom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1" name="" descr=""/>
          <p:cNvPicPr/>
          <p:nvPr/>
        </p:nvPicPr>
        <p:blipFill>
          <a:blip r:embed="rId1"/>
          <a:stretch/>
        </p:blipFill>
        <p:spPr>
          <a:xfrm>
            <a:off x="2627280" y="-485640"/>
            <a:ext cx="2982960" cy="10080360"/>
          </a:xfrm>
          <a:prstGeom prst="rect">
            <a:avLst/>
          </a:prstGeom>
          <a:ln w="0">
            <a:noFill/>
          </a:ln>
        </p:spPr>
      </p:pic>
      <p:sp>
        <p:nvSpPr>
          <p:cNvPr id="112" name=""/>
          <p:cNvSpPr/>
          <p:nvPr/>
        </p:nvSpPr>
        <p:spPr>
          <a:xfrm>
            <a:off x="2268360" y="-819000"/>
            <a:ext cx="3527640" cy="3500280"/>
          </a:xfrm>
          <a:prstGeom prst="rect">
            <a:avLst/>
          </a:prstGeom>
          <a:solidFill>
            <a:srgbClr val="000000"/>
          </a:solidFill>
          <a:ln w="9360">
            <a:solidFill>
              <a:srgbClr val="000000"/>
            </a:solidFill>
            <a:miter/>
          </a:ln>
        </p:spPr>
        <p:style>
          <a:lnRef idx="0"/>
          <a:fillRef idx="0"/>
          <a:effectRef idx="0"/>
          <a:fontRef idx="minor"/>
        </p:style>
      </p:sp>
      <p:sp>
        <p:nvSpPr>
          <p:cNvPr id="113" name=""/>
          <p:cNvSpPr/>
          <p:nvPr/>
        </p:nvSpPr>
        <p:spPr>
          <a:xfrm>
            <a:off x="2268360" y="5273640"/>
            <a:ext cx="3527640" cy="3500640"/>
          </a:xfrm>
          <a:prstGeom prst="rect">
            <a:avLst/>
          </a:prstGeom>
          <a:solidFill>
            <a:srgbClr val="000000"/>
          </a:solidFill>
          <a:ln w="9360">
            <a:solidFill>
              <a:srgbClr val="000000"/>
            </a:solidFill>
            <a:miter/>
          </a:ln>
        </p:spPr>
        <p:style>
          <a:lnRef idx="0"/>
          <a:fillRef idx="0"/>
          <a:effectRef idx="0"/>
          <a:fontRef idx="minor"/>
        </p:style>
      </p:sp>
      <p:sp>
        <p:nvSpPr>
          <p:cNvPr id="114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4400" spc="-1" strike="noStrike">
                <a:solidFill>
                  <a:srgbClr val="ffffff"/>
                </a:solidFill>
                <a:latin typeface="Tahoma"/>
              </a:rPr>
              <a:t>A simple design</a:t>
            </a: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115" name=""/>
          <p:cNvSpPr/>
          <p:nvPr/>
        </p:nvSpPr>
        <p:spPr>
          <a:xfrm>
            <a:off x="1979640" y="6135840"/>
            <a:ext cx="4032360" cy="3500280"/>
          </a:xfrm>
          <a:prstGeom prst="rect">
            <a:avLst/>
          </a:prstGeom>
          <a:solidFill>
            <a:srgbClr val="ffcc0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116" name=""/>
          <p:cNvSpPr/>
          <p:nvPr/>
        </p:nvSpPr>
        <p:spPr>
          <a:xfrm>
            <a:off x="2125440" y="1557360"/>
            <a:ext cx="4696200" cy="520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6800" bIns="46800" anchor="t">
            <a:spAutoFit/>
          </a:bodyPr>
          <a:p>
            <a:pPr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800" spc="-1" strike="noStrike">
                <a:solidFill>
                  <a:srgbClr val="ffffff"/>
                </a:solidFill>
                <a:latin typeface="Arial"/>
              </a:rPr>
              <a:t>Keep the navigation buttons!</a:t>
            </a:r>
            <a:endParaRPr b="0" lang="en-IN" sz="28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  <a:miter/>
        </a:ln>
        <a:ln w="25400" cap="flat" cmpd="sng" algn="ctr">
          <a:solidFill>
            <a:schemeClr val="phClr"/>
          </a:solidFill>
          <a:prstDash val="solid"/>
          <a:miter/>
        </a:ln>
        <a:ln w="38100" cap="flat" cmpd="sng" algn="ctr">
          <a:solidFill>
            <a:schemeClr val="phClr"/>
          </a:solidFill>
          <a:prstDash val="solid"/>
          <a:miter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  <a:miter/>
        </a:ln>
        <a:ln w="25400" cap="flat" cmpd="sng" algn="ctr">
          <a:solidFill>
            <a:schemeClr val="phClr"/>
          </a:solidFill>
          <a:prstDash val="solid"/>
          <a:miter/>
        </a:ln>
        <a:ln w="38100" cap="flat" cmpd="sng" algn="ctr">
          <a:solidFill>
            <a:schemeClr val="phClr"/>
          </a:solidFill>
          <a:prstDash val="solid"/>
          <a:miter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23</TotalTime>
  <Application>LibreOffice/7.3.7.2$Linux_X86_64 LibreOffice_project/30$Build-2</Application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/>
  <dc:description/>
  <dc:language>en-IN</dc:language>
  <cp:lastModifiedBy>AMI</cp:lastModifiedBy>
  <dcterms:modified xsi:type="dcterms:W3CDTF">2004-12-06T16:07:45Z</dcterms:modified>
  <cp:revision>11</cp:revision>
  <dc:subject/>
  <dc:title>PowerPoint Presentation</dc:title>
</cp:coreProperties>
</file>