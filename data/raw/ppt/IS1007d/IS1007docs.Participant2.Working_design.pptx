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FF55DD-10C5-4602-8724-96BC241317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77965C-2B49-4AB8-ADDD-729B574BE9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E69F0E-298F-4309-A576-AAE0AD4376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76D562-7494-425D-ABB4-249DBDB9FC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AAAEA5-FFA5-488A-8FA1-5153F7F672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01A20-A859-4939-BC81-E4B91927F8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2665A0-D78C-467D-A031-5403C5D901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9944D5-5716-4B81-834D-3772DA6B68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81495F-8609-40A0-A932-C787248523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06EF55-D85B-49BB-98F4-79FA095C09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6393C-036F-41D8-A4E4-D8586706C0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BE0B96-6C09-4CDB-908F-E46F803595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FB1A66-08DC-46E1-9986-DE54DDB9F9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F85729-AA65-4771-901D-EAC78715BE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CD780F-50E7-4763-A58B-94B7BB3819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DF8967-FE78-41A6-B7DC-4839517119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FC5CEA-6FCB-4107-A938-EB53E663AC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E5F433-079C-46E0-97C5-5054A31CE8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0ED463-EF80-4CA6-B1D9-91C620246A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AD08C-85E2-4142-B90E-F465094595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E1C1BD-ACC4-4FD2-A1BD-BF74770D33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C48D6-E2CE-4FB0-98BB-BD97AF3EB8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91912B-1D73-4940-A0BF-6320702A09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63DC74-301E-4580-89A8-73F8B6AE6C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3654E8-14F4-421C-A84F-54E33439F39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1BBD1E-680B-4476-8725-68708906A30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Define the hardware material needed to achieve the required functionalities.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Build prototype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Add software functionalities (e.g. browse by content, remember favorites, …)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628280"/>
            <a:ext cx="8229600" cy="381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 used for alimentation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software functionalities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communication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Communication through infrared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>
            <a:off x="5724360" y="29242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468360" y="155736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691240" y="350208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4035600" y="2421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10688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 flipV="1">
            <a:off x="4467240" y="2997360"/>
            <a:ext cx="144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7" name=""/>
          <p:cNvGrpSpPr/>
          <p:nvPr/>
        </p:nvGrpSpPr>
        <p:grpSpPr>
          <a:xfrm>
            <a:off x="4754520" y="3614760"/>
            <a:ext cx="954000" cy="174600"/>
            <a:chOff x="4754520" y="361476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4754520" y="378756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5132160" y="361476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5378400" y="378936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3387600" y="3573360"/>
            <a:ext cx="673200" cy="665280"/>
            <a:chOff x="3387600" y="3573360"/>
            <a:chExt cx="673200" cy="665280"/>
          </a:xfrm>
        </p:grpSpPr>
        <p:sp>
          <p:nvSpPr>
            <p:cNvPr id="112" name=""/>
            <p:cNvSpPr/>
            <p:nvPr/>
          </p:nvSpPr>
          <p:spPr>
            <a:xfrm>
              <a:off x="3638520" y="3573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3827520" y="3724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3387600" y="3917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"/>
            <p:cNvSpPr/>
            <p:nvPr/>
          </p:nvSpPr>
          <p:spPr>
            <a:xfrm>
              <a:off x="3826080" y="3903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" name=""/>
          <p:cNvSpPr/>
          <p:nvPr/>
        </p:nvSpPr>
        <p:spPr>
          <a:xfrm>
            <a:off x="2522520" y="364644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Battery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979640" y="1989000"/>
            <a:ext cx="4968720" cy="2735280"/>
          </a:xfrm>
          <a:prstGeom prst="rect">
            <a:avLst/>
          </a:prstGeom>
          <a:noFill/>
          <a:ln w="255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FPGA for functionalities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Bluetooth for communications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2004-12-06T16:10:39Z</dcterms:modified>
  <cp:revision>14</cp:revision>
  <dc:subject/>
  <dc:title>PowerPoint Presentation</dc:title>
</cp:coreProperties>
</file>