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860510-1025-4D85-849E-A6524F57D7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AACB52-A2FF-4E52-A7CE-728954E2A9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A336A5-8021-45C6-9AF0-A74A9E9710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204BCD-6804-4C33-9E6F-E241502FD4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EDA3D9-378E-47C2-BEA0-8E80338940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4EB921-470B-4C2A-83A5-20CED25D8A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CF1E34-74C8-4765-8806-568C8A9E70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5FBC60-74EE-4057-A8B0-040602BAD4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FAD9ED-8746-4A67-B84B-2D2DFE7647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8892D4-3259-4D98-886E-85E9EB60DD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93F57B-AC56-47A8-8BD6-42AAF4F025C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D3761B-D091-4AB0-AD77-1469C263124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B69228-AC50-4FD6-AC9B-20A09E9871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5FDCF8-89AE-4EC3-9F45-BEFA3AA149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E301A1-5F4B-4603-B0D6-D34BE3E8F7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B17B1D-9685-470F-AEC2-33EC2FE1FE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3EE5DC-393F-4345-BAF9-12341F0F20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360427-250C-4142-B519-A4FD1F21AF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E64065-940C-45EA-91C2-E589C2AF95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AFF14C-F4CA-400D-AA7B-78393B81CA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78291B-140F-4A29-A719-6C46BA72ED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949246-D4B1-46D7-8C35-D227A23963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86E85E-9124-4C6A-9404-89F02DC83CB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2E8F2B-6C93-4B3A-8E90-6432C40073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3CC771-D9D3-40D0-A1B9-4B327B0BA4B9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69B308-94CE-4C03-8D2F-D308EA736A57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Product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Norman and Guillaume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Final Product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Two versions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Without LCDs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Both comes with: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charger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(add-on) parental control module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Detachable big buttons (for old people)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Other important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Detachable (add-on) speech recognizer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Security feature (robust to mishandlings; for kids)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Endurable battery life (high autonomy)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Robust-to-misplacement reminder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User-programmable channels and vocabulary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Pre-filtering of TV programs by genre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Cheap-to-produce and –manufacture materials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Light-weight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Fancy design and colors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Speech recognition feature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Demonstration of prototypes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2004-12-13T18:34:59Z</dcterms:modified>
  <cp:revision>19</cp:revision>
  <dc:subject/>
  <dc:title>PowerPoint Presentation</dc:title>
</cp:coreProperties>
</file>