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412F40-95AF-4DAA-9077-5685305D5F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82EC4-AB2C-44A1-8AC1-41305AC787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F17732-B5BD-4A94-9115-10882711C5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54E1FD-8737-4CD3-8CA2-59FDA055C5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B772C-C7F2-4EF7-879A-1413888F78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88794-EA5E-4DDF-B4B1-2BD9FD04D7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BF092E-EB76-4DC8-B3A9-9E575AA201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5E6CD7-3A38-4A3E-BE45-0AC324DA61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F19A49-055E-4FCD-9D28-55E6100941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93159-AB2C-4591-9BBC-D686B43640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4FE01A-249A-4AC9-8039-7B024F4453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DB5355-49EF-4BF3-9E58-2E29FF7E56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1C100F-8B1D-478C-8006-D847BE10AF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6F8AF-3A3B-431D-A535-DA15D5A864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1C2E6-B6C9-454E-AC3A-06F6E9D6D3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0ED845-2159-4DCE-A4B2-BC30D43D31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96368F-3458-407A-BFCF-02D5395894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6EDE8F-0B9E-49CF-AECF-1558EE50F2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15806A-6E6D-44EA-A0FF-549A02D87F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D8EE68-41ED-4D96-8EA3-4EB8C1AE9C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45AA6E-5C95-4EC6-8D1C-01C5A6E34B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80510A-C73D-49BC-BA6A-5E9EF45CA4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44AB02-8216-42BF-BA1D-043D6E5FBE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2C2FE8-547E-4DE7-A816-CD40B04238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0963DB-C77D-45B9-9544-825575A3438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E3587E-8C08-4DA3-8269-3A0CA1AB273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 Krishna ,Marketing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Responses from the questionnaires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Prizes for the most creative suggestions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Frustations-Present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 on charger to find the remote control (or Voice command)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2004-12-06T18:12:59Z</dcterms:modified>
  <cp:revision>8</cp:revision>
  <dc:subject/>
  <dc:title>PowerPoint Presentation</dc:title>
</cp:coreProperties>
</file>