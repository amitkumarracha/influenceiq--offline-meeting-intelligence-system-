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DFB256-9015-4601-AD7E-CF6B3AC874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F852EF-710A-4C22-AC93-4F1FB6D961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47AFC-68F3-4A75-AE60-05E5E0EC60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BC9B0-6647-4244-AB39-F99430A50E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4D7A2-80B6-4EAC-8CD7-3BBE8F216D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11665-215D-479E-9B1B-805CC0642C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17391-169F-496B-A0D7-8C39A4BDC6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D8F328-8E77-4874-B76C-2C19A3411A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9B0B40-47AA-4BA3-81C6-C6CEDCC83A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F900A7-472F-492C-B358-6521359FE1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589A3B-50F1-4EC5-8DA8-F70ADE864E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332F5-FBEE-43FB-AFEE-15F100A17E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EAF3BE-1090-453C-BF21-5B32CD64E5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310542-00D0-428F-97E5-F36F9E4870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76BC09-6001-4A18-82BB-D9B069FA94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8BFBD-B792-4478-9BA8-5FAE555808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D226BF-FEFB-4028-A6CA-1AC183C466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964868-ECFB-4900-8F14-0B86724B80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17318D-9E46-4A81-A808-93AC510D0B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519C2D-E5C1-4DA9-A827-E01B94C46E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A619D6-29A1-454C-B6AE-1BBD133A92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B83C3-45AA-4CFF-915C-DBDEBED7A5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1CBDB-2D7C-41E8-BFF3-E5C75A9165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AD015-B8B3-4B00-B2FE-CD1ED7CAC2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D1AB95-0C12-4B2D-8D0F-F2457EAB219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45D507-5799-43D8-9654-BE03D918BDF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Review of existing material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energy sources: solar, hand dynamo,…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case material: wood, rubber, titanium,…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interface: buttons, scrolls,…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kinetic or basic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single-curved,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Interface: rubber buttons (cheaper)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Electronic: regular chip (cheaper)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Rubber buttons are sufficient for our purposes (navigation). Moreover, only regular chip are necessary when using simple buttons (cheaper).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case: trendy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Is the kinetic method sufficient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2004-12-06T18:20:07Z</dcterms:modified>
  <cp:revision>11</cp:revision>
  <dc:subject/>
  <dc:title>PowerPoint Presentation</dc:title>
</cp:coreProperties>
</file>