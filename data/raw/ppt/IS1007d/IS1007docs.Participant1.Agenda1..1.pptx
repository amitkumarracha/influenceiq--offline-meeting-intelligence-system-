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4FC6E-32A8-476F-896F-F5E4FD9497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B98F1B-4AE9-4655-8239-8E23F69C43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2A876-5EF7-4B54-8CF8-DEB16EE70A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18C7C-BB75-49D4-8F54-56C2D8136A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76ED4-BCFE-4166-BE2A-1D857C506C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949612-E290-4DA4-8EC2-DFE9270B68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A5092-CDD7-4734-B1C3-30724757C4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2C8C2-1D00-4408-9226-F568900BB4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707D8A-2374-4AD0-92BF-8FBE064CE2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F4145F-793E-4797-BD94-BFDD8A1AA9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EA3F87-4F77-427E-9B3B-291BE25310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D5156B-C830-4060-B163-FAD705C2A6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486BB0-5BD4-4E89-BCE9-2D059948E9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788AF3-B262-4848-A271-FE5733CF10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9D76A7-2169-40F4-B355-3AD4AE4811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494B1A-247E-4BFB-8428-9AB7DE42EC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30BFA-44EA-469A-B2CD-28EBEB56FB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D1EA2D-ADCF-49D4-89C3-8D451C443F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0D2609-3728-4EF5-B758-1532E67460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392F6-36BF-4577-AFD3-CB11A65F4D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815CA1-F001-4339-9426-474B86E5ED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BE0E3-A6D6-40A6-8667-21ED462F6F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0E7F9-E551-4916-804F-6B864265F7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84C88C-31B5-41E8-BE9D-1EB7853AEF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CDD23F-64D4-4F7D-B323-C43CE871AED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76B4D5-55C0-450E-BD4B-64A57FFDF8F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&lt;BenZeghiba&gt;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2004-12-06T16:08:55Z</dcterms:modified>
  <cp:revision>19</cp:revision>
  <dc:subject/>
  <dc:title>PowerPoint Presentation</dc:title>
</cp:coreProperties>
</file>