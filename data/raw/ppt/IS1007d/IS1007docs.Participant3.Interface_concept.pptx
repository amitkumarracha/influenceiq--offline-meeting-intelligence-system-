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EEE1FF-AC39-4EE9-804A-9580BCBA26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D19B1-EF04-42BE-9512-544C50B9E8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CDA039-32AB-4897-84CB-FC6BC0D5CF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4EE0E-6142-431A-BA61-EFDDFC2461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F7186F-9CF0-4A51-852A-12EC9EB262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FDA5B2-1590-4886-8773-E0747885A9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0DB14F-424E-4B60-B5BF-33B6F9741F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139F65-5786-4E70-9927-C990CA020E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20B252-C5C8-4A01-91AF-6A10BED98A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A4040-316B-4D23-982D-FA77E96A95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8FB5D-5768-4F33-B6BE-BDC44F0E27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94BEB6-7A92-424E-8A23-36256AB620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A8A34-4F89-4753-AB9B-F485D1B7A7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5DF471-FEB5-41FB-BA83-59274CE54B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37560B-99A2-41E9-B4AC-D55000603B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DBF516-B782-478D-9FCE-55B6E1BE86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4E4B11-74FA-4E76-9A72-E68D19AA75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C9E22-AF30-437C-AABD-570693FEC3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B52B0D-AB86-4BE3-BC58-F2CD0671A7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77556A-C6DF-40C6-ACD6-3C501850B7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6F2CAF-C564-4DBE-A3EE-C137E446D6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BB6329-3EC7-4B93-B8CD-5EE0F17D5E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2DED5F-9FDC-4C82-A4EA-D3793B6783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9EDDE1-5049-4D68-83CB-52BD3584C5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BC22D7-83AB-477D-AD12-1C9F6E023AE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C40148-BF31-4CA5-A1CC-87719CE3057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- The aspects of a computer system or program which can be seen (or heard or otherwise perceived ) by the human user , and the commands and mechanisms the user uses to control its operation and input data . </a:t>
            </a:r>
            <a:br>
              <a:rPr sz="2800"/>
            </a:b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 graphical user interface emphasizes the use of pictures for output and a pointing device such as a mouse for input and control whereas a command line interface requires the user to type textual commands and input at a keyboard and produces a single stream of text as output 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some examples of remote controls: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Photo of a set of remote controls"/>
          <p:cNvPicPr/>
          <p:nvPr/>
        </p:nvPicPr>
        <p:blipFill>
          <a:blip r:embed="rId1"/>
          <a:stretch/>
        </p:blipFill>
        <p:spPr>
          <a:xfrm>
            <a:off x="826920" y="1341360"/>
            <a:ext cx="7286760" cy="321012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10920" y="4868640"/>
            <a:ext cx="7643880" cy="82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Tahoma"/>
              </a:rPr>
              <a:t>The interface exists of a clutter of button functions, colors, and forms. This inconsistent use of interface is confusing and doesn't improve the use of the product.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Voice recognition: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Control multiple devices and surf your favorite channels with your voice! Stores Up to 80 speech samples, Controls 4 Devices -TV, Cable/Satellite, VCR/DVD &amp; Audio. Record your own verbal labels that is connected to a remote control function. 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580000" y="2133720"/>
            <a:ext cx="1811520" cy="347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spinning wheel with LC display: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3457440" y="1957320"/>
            <a:ext cx="2229120" cy="381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3106800" cy="45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A scroll button with integrated push button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500720" y="907920"/>
            <a:ext cx="36129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TV remote control for special user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only the channels you want your kids to watch - all others are automatically blocked!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Child Friendly design and ease-of-operation ensures kids will love using their own remote!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Program in up to 10, 4-Digit channels. Dedicated buttons make getting to channels easy.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Supports TV's, TV/VCR, Analog and Digital Cable, DirecTV, Dish, TiVo, ReplayTV and Ultimate TV.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Secured and hidden programming and battery covers protect your settings.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More features and options.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857680" y="1971720"/>
            <a:ext cx="3429000" cy="378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Big Button, Oversized TV Remote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3132000" y="1557360"/>
            <a:ext cx="3103560" cy="430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Turn down the TV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2771640" y="1844640"/>
            <a:ext cx="2776680" cy="312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Big buttons are convenient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Voice recognition helps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Push buttons, scroll buttons, spinning wheels as navigation tools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User-customizable (kids, old people,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Simplicity is the key!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2004-12-06T18:18:45Z</dcterms:modified>
  <cp:revision>10</cp:revision>
  <dc:subject/>
  <dc:title>PowerPoint Presentation</dc:title>
</cp:coreProperties>
</file>