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74CED-DC26-46C4-8761-06789F9C19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BC9A0E-022D-4108-B495-D9915451B3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F0346-5952-4DEE-AD95-5DF9961353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A1DE5-C8A3-42C1-B7F3-61319D3996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A027B-3C85-4070-9FAB-CB2878F5E3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B253C-32B4-4C71-A86E-0F6EB0A66B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5DEB56-2E27-4AD7-9687-0D0BDFE35B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FE4A7-E1FC-40B8-BB5E-6C977578DB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BE4A60-AD6F-4915-86B7-FB11FCBEA1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C60DF-B48E-4EE7-8356-C0F7312020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2DBBBB-1C20-42E1-ADE4-EB727888A1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D71AE8-2CD1-43B9-817D-19553C1D1B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1A11D9-4002-4C7B-91A0-40B501BDB4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28FD5-3111-4885-94E4-3D6C9F8449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26AF65-3BBC-47CD-B74D-8D0BAF936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CDB900-9AC6-4FF3-AEA1-76A646A2D1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75CCC3-D302-4765-9C3F-BE447D4693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C5793B-7CE9-44B5-B07E-25A9B90201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F1F485-7CF9-4E97-8DE9-A9F1E5AF97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9CFB4-6BB5-4073-A774-31C7CE434B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A8561E-B745-4EA6-ACCF-D47454D24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C28D83-F6C7-4A83-80DA-727EA74C0D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17F346-68BE-4C3F-92C9-4B5B635ECD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7D34B8-7231-4332-B241-2B1CB62951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4D9730-BD50-449F-BEC1-C970828274C7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B74B80-EC94-4D2C-86CC-F0C734BC38A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2004-12-06T19:38:40Z</dcterms:modified>
  <cp:revision>18</cp:revision>
  <dc:subject/>
  <dc:title>PowerPoint Presentation</dc:title>
</cp:coreProperties>
</file>