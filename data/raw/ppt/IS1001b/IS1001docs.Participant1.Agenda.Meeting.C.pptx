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2F91B7-49BC-4547-AB8A-5EBA71E1DF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572907-DE4E-496B-82F5-70622C69A1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63DF69-BF59-4BE9-A875-009E7B0F8B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CFC8C2-14AD-46E8-AFD0-3D9B2C5C21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09CA3B-EE71-4945-9D43-0F7CBF4569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94B74C-42AD-4A39-9433-76661EBFE6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B003CD-9E19-41B7-A9FD-EAB6E87FD0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956E3B-7055-4783-8AA2-110E3DBE49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32ECCC-2B69-4DDA-842C-F686C9CD95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58C363-273E-418E-B680-F8389681F9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16203C-F51B-4DFE-9AC9-183C72E8D42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BBC039-B8B8-4B9A-B1DD-06FAEFCA2F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FD7A27-C4F7-45E2-A9B6-379A200401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B441A4-9257-4799-9ACB-064594315D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476E0C-979C-44F8-B01B-F61E74E066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D95AA3-8EB2-4721-8130-B83221967F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D9A191-C40E-44A7-960C-C328AAB537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B7C2E5-5A29-4A7F-AC94-6F8963F9F0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349369-E446-41B8-95AF-DCEABF81EE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510BC7-B8E9-4D80-A752-B3A63C98C5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9631AA-7614-4261-8253-75BD6A35DE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CC591F-2439-4552-908A-853508C7FB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4648A2-C5A2-4625-B1A4-F03EC626D28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22E63A-CBE7-44CB-92EE-AE4665DBF7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E99CF2F-4027-4024-AA7C-B5EE024FB3C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01A7D0-B418-4E8B-8E15-2194713EC5E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interface: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wheel, previous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Channel digit, protected by plastic cover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Volume up, down, mute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= easy to find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 LCD, Voice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fast development, low 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components, properties and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UID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Conceptual specification of user interface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Trend watching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2004-11-09T18:13:28Z</dcterms:modified>
  <cp:revision>20</cp:revision>
  <dc:subject/>
  <dc:title>PowerPoint Presentation</dc:title>
</cp:coreProperties>
</file>