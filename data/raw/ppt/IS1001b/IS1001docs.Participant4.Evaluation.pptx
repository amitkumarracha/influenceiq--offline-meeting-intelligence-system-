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DBE2087-38E9-4FAB-89C6-F7A20CE7415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E7E61D2-2E5A-46DE-998A-40053C6997E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D57F571-4EBF-4066-9304-E28DC62F677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A25C164-8CD9-488B-ACCA-F9A052C3D48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7D06574-825A-43EA-9824-914BEC1CD02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F213728-D19C-4967-8EA6-B5735D25366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81DE492-9936-408F-99CA-7FEA6E75451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033E53F-3119-44A4-9AA1-56A92154048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322ABCF-5AD5-4296-9A88-A1689E5A2E6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70DFE32-20F3-491B-A1BD-53A47B0BE57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3FC608B-4504-46A2-AC8D-DCBDB83AB5BC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D0421FE-63DE-4000-BD4B-39EA96927202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DEC25CD-AF82-4049-918A-6A2227AB3A7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E86D2C6-C7ED-49ED-90CD-F10A82DFEFF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B977288-58E3-41AE-8476-334AE70EFC8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BA7262D-2083-47DA-9E22-C416758C446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DD882C2-0ACE-485B-98F6-CE10FBFB6CC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7EE9425-F41A-48E7-A5FB-5EEF369D725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24BEEA7-2DD3-41A7-A6F2-9C8EA9ABD2D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6B64946-7D94-4289-8B92-D54DB9AE82D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041FD8A-B3AE-4FA0-B118-32E67E186C3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619EF30-597F-482E-B674-A82E201038E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039D663-3CC0-4979-8430-82E984266F49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5BA8277-0F6E-4685-A8D2-C0006FD0E081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11BCEB3-5680-4523-9B67-B6AF82EEB471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D73EF9B5-1B8D-422A-AE77-048147D14DE2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Evaluation criteria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participant 4, Marketing Expert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The evaluation criteria is made according to the users requirements and the market trends we talked about on the previous meetings.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Evaluation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6840" y="1599840"/>
            <a:ext cx="8147160" cy="4133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Fancy look-and-feel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Technological innovative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Easy-to-use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Fashion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Easy to find in a room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Robust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portable</cp:lastModifiedBy>
  <dcterms:modified xsi:type="dcterms:W3CDTF">2004-11-09T19:46:04Z</dcterms:modified>
  <cp:revision>15</cp:revision>
  <dc:subject/>
  <dc:title>PowerPoint Presentation</dc:title>
</cp:coreProperties>
</file>