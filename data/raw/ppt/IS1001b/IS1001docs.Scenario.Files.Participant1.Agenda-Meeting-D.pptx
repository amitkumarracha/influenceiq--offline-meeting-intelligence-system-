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CB10C0-4DFA-4F94-8293-888C5E0DD1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0D40B6-5919-4A78-AF60-F97AB98556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5D59F4-23E2-4143-B7A8-CCB8661C6E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E5A770-B0BC-49E8-BF00-8F1A4AE057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CADDC2-EC66-4A50-B096-AB0995AD0E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94E000-5F43-46EE-92C9-62016C193E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3133B4-757E-4F8B-8BFA-AAF66822D0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43F286-42C7-4C48-9F2F-4CEF8D1C37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018707-6A6E-4552-BB3E-00CD6A5D34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DCF8E4-ADBB-4949-8663-E1868BCE32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4C4DCE-7AF6-41B7-A26B-37B7497D0B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475C63-356A-4F6D-B99B-EB88EFCEB9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4A6980-F810-48AF-B8EF-1B1FD19DAE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D432DD-D095-4E64-ADAA-F321B88E52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96E161-0082-4B8A-AD31-CB4919388F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18D9F0-6CD2-4554-B9C4-1E4C81305F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384F2A-2733-4762-8286-259B29A54E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170650-A68D-490B-8613-5FEAF1EC1C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FFA08F-8143-425F-B8DE-0CABFC89C1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9F2E33-4A8E-445C-8B96-A2EF1D0430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2DC7A0-A2EF-4C47-91ED-8ABE17C79F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AF1CDF-181C-499F-BA69-8E0D4EC025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E1E171-FFD8-4C1A-8160-1D182493451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97CFFB-4734-4D2D-8BC2-3F71AE2DA1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A3FD13-832C-4049-9E36-138DA4C8C60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0796916-2F96-40F6-AF4A-4DF37C9A694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Production costs: 10.7 euros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Lower than 12.50 euro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Financial aspect: ok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What about project evaluation 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2004-11-09T19:41:39Z</dcterms:modified>
  <cp:revision>19</cp:revision>
  <dc:subject/>
  <dc:title>PowerPoint Presentation</dc:title>
</cp:coreProperties>
</file>