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DA747C-F803-4754-9C64-282E8E0D97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B8FBE4-5EB0-43A7-8C12-3A2EA18BD2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6F4D92-A29F-4703-9E66-3F2DD9B227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4944C7-E5F8-4105-8E82-F3033BC467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DB2949-212C-44AE-AD11-5EC1EA52B4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BC0215-D05F-4EBD-A401-51ACAF90B0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112984-4045-4D4F-B4C5-1770890165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25093F-4CA8-42E4-8866-22BA4C44F9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08D35A-0BA0-468F-B60E-185093A143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E99ED0-3D9B-427F-BBB1-2290EE2A89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B5F9E2-4D15-492D-9CBB-7A7A1AE70C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C8EC03-DD2E-4587-A0F9-F70CA386848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A3E2CA-914D-40C5-BD4D-DD19F92224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F0928C-4950-45AA-9BDF-1730B5D96D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EDB31F-02E4-42D9-8542-6A21CE7FA4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797044-A9F0-4717-B972-242F8A10EC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6A73F2-EA88-484C-8DFC-AC9D4B9B5D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8C6D3B-A92E-4448-8542-810CC44799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B672B4-DEF0-4908-A3DE-BCDA4634CA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80BDB0-D1C1-45D1-8A15-58147715E8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BCEA8E-EB2C-40A2-91AB-97987F4FB3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CC3F32-1320-4FD2-AA33-5AAD02A0BE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8B7295-5E49-44E1-8159-E5CFBF3DDE2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E95100-EDB9-4EE2-8C05-41D0ECD432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535F8D-4ADB-4D94-B948-BEF7C72BCCD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AAD33C-2369-473B-A59C-BE8B3612E21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Teletext becomes outdated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since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only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be used for the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television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corporate image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should stay recognizable in our products. Our corporate color and slogan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2004-11-09T16:17:07Z</dcterms:modified>
  <cp:revision>20</cp:revision>
  <dc:subject/>
  <dc:title>PowerPoint Presentation</dc:title>
</cp:coreProperties>
</file>