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D0884-2540-43A5-ACFF-62F0F998BD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3F159E-1615-432F-8048-AC4DE6086E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1B0338-95DC-4A22-A578-F33DCD97E8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622FC6-129C-4F68-8F02-9ABB68BF76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F3C68-C7B3-4739-816A-FC90BDB5C2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9C80F-E67A-45C0-A563-FA1817689F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04389C-7538-473B-9B9B-E45165B8AF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496486-392F-4A60-815F-0965C03E11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0F587D-9895-4F02-8866-9A09284EE8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A724F2-0F2A-4929-80BA-06A037FFA8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A09BFB-1C07-4700-81C6-FD4AB4EEE4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87A1F-BC7C-4E6C-9B2C-BE5B289359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FB2529-C6B1-4268-9898-10A2F10D8A16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Functional Requirements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Working method: internet research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100 subjects filled in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Users dislike the look-and-feel of current remote controls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75% of users find most remote controls ugly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50% of users say they only use 10% of the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User frustrations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often lost somewhere in the room (50%)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bad for RSI (26%)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LCD-screen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15-45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45- 65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Speech recognition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pay more for speech recognition in a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15-35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35- 65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User friendly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-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Most important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are the functions: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Channel- and volume selection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Less important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are the functions audio- and screen settings (mono/stereo, brightness, color etc.)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2004-08-31T15:02:03Z</dcterms:modified>
  <cp:revision>11</cp:revision>
  <dc:subject/>
  <dc:title>PowerPoint Presentation</dc:title>
</cp:coreProperties>
</file>