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86423-DC2F-4F41-9893-ED9E045A55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893A12-EEDE-41D2-90A4-CF700010F7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1ED18C-A77C-4E8D-AB76-38810502F7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1B1A1D-2B35-4658-BA12-2587A06D7B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493E59-BF2F-43A6-B657-043B62F737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E8DF59-A0F5-4B8D-8D28-1A23ACB32F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6CA93-6A99-447A-90CD-A701655945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89C88D-EA94-46DF-BA8C-C419C80850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CF5C77-BD0E-4E08-9DAD-115587764D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EA9CDC-7106-4912-969C-14179E0121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6F818D-7667-4816-8593-C8D0BCB824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10F49-1889-4E81-888B-625E92230A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1B3F66-5D6B-4C37-AC65-29ED3332F0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E3127C-5A63-4367-A6CD-16295CC8E5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9D6D5-59FF-4C5C-B824-8508702315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EFF96B-2487-42E2-86AF-FB6404210C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6E4AED-4C3E-43EC-8155-1E30DC8301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E70A1E-E788-415B-8B88-16649F29D8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E0CDE0-7840-431E-9A5D-D3BD5284D2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1177EC-6B7A-4AC7-9939-32D799AE40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314124-8171-432B-8239-57B585F13F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3D6CD6-7449-4F7B-91C4-C42E38942E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35BE23-1003-448B-9D1A-BEB000F4B7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42DB7D-A441-432A-9A46-144A2C6C68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5C3779-6D8E-4643-BA2A-12AC3BCF9BC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495D63-E8B5-459A-9F03-06613CBBD4F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