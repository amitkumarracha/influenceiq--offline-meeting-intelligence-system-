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794CA1-F4BE-4BDE-A1C3-230895223D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8FDF31-73B2-4640-BD3A-B12FEB8CFE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E0C2F7-3B29-43C2-A0F6-9FBDC917CC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707C4E-47BE-4C3D-A7B6-119939CF23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5492CC-C9B6-4337-9D38-0E6B8E8533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EBAC5F-0BFD-4ABF-98BE-BE7A3F3AC8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5F6C23-FB63-448B-A4CF-6BDEE1EEE0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FDD525-7427-4A69-90AD-ED7CE21DDA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3A5D89-AD1E-4A21-92C4-0C796B3D35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F98A7B-0F73-48BE-BB5F-FEF90E83A7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98176-1E30-4E2A-B8CC-750F98B973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1515D2-7BA2-4036-8FC7-766FD1A70C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01571F-BC1E-4880-8FC0-13FA49A29A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5CFB26-6F4C-4328-AB64-521340C10C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2F91F5-307E-4FFB-B707-03803DA442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D4EE13-CFF1-41DC-8344-4663482EF2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7499F7-1F38-4FDD-A7FC-8CC0057800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A5F23F-DD71-4A7C-A16A-FFB4993E40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644A53-7623-49B3-9F19-ADB053EDA8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14288-5008-453C-B392-8159AB3A6B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E7A812-5DD2-4B45-BDFD-F67A91E8CF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6B1E74-D06B-4477-9657-58129E6AFE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2CB2BB-4933-414C-93FF-3FD003CC03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C4E41C-9637-4BE8-A698-EAF4C0BF5E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F388E7-D64C-43DD-8501-E243228BB96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09049E-1AA5-4997-B3C7-D67F0D2348A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