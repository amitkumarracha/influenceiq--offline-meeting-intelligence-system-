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292549-992D-4F0F-B3AC-84C01B01A6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BD382D-2362-4DD7-B098-67441413F25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9B4029-D492-44A2-B391-42A7A27D19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0FFC49-A104-4AEA-847D-F152327AC3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9E63D4-8EB7-4D1D-B53D-9E748E4D57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F1A2F54-831D-4D66-81D4-C92227FD8C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458DA0-01EA-480E-B95B-9E30E5C252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D67451-04A6-4302-8ED6-648BD15993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5050AA-7B2F-4C7C-9EF7-05E15ACE864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4DD95F-3C51-41C0-BF89-E33DE890FC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D0FD19-E9DD-425E-A053-69006236DA4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7B7A29-1BA3-40BB-A475-DA147FFA2E8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D53BEC-ACB4-4AA2-8210-1B38ED6D3C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30A0DB-E54C-418F-96AA-A76446B674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175C9-26BD-469B-AF97-C00DBCAFF0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4E9EA2-ED0C-4FAB-81C4-D48DD71870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8BE952-545B-4989-92CE-42CA72C088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4514DA1-F18F-4D4C-9DF4-80BC2AC2759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7B3B12-6B3E-4A6B-A54E-49650DA531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ADA562-5E2D-4A80-B3A8-29D0722A80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44B322-635A-47E5-A2CB-75826579E9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748B546-8B11-46BF-82D0-1A452B54B1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997DC7-2377-4C9E-ADA8-9DD5E1D1EB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DECF7B-3EFB-4156-9C29-4F5E7933487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4D2815-0E26-40DE-B0C6-AD912FF6700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0626C6C-8577-4EB6-A4B8-3461169BE58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9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Teletext becomes outdated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since the popularity of the Internet.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The remote control should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only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be used for the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television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, otherwise the project becomes more complex, which endangers the time-to-market.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Our </a:t>
            </a:r>
            <a:r>
              <a:rPr b="1" lang="en-US" sz="2800" spc="-1" strike="noStrike">
                <a:solidFill>
                  <a:srgbClr val="ffffff"/>
                </a:solidFill>
                <a:latin typeface="Tahoma"/>
              </a:rPr>
              <a:t>corporate image</a:t>
            </a: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 should stay recognizable in our products. Our corporate color and slogan must be implemented in the new design.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Now: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2004-11-09T16:17:07Z</dcterms:modified>
  <cp:revision>20</cp:revision>
  <dc:subject/>
  <dc:title>PowerPoint Presentation</dc:title>
</cp:coreProperties>
</file>