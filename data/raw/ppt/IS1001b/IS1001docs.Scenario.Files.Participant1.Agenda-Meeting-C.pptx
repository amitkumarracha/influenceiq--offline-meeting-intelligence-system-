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DFDB2F-06AC-490F-8414-F737AC6CD2D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9735A2-84C6-4168-9CFA-BA77800A681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DA342D-568D-4CC1-BD81-4259F322E71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3BA1BE-930C-467D-8B58-88A045BC81B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5D96FD-FC15-42D6-81CA-CA26A881455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BC3802-AF70-48D5-BBBE-DDA32DD4E66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4ADB3C-994F-4298-8E68-6D1C38F31DC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335BA1-6B42-4C90-95CF-A9FA6AE650C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BB22B4-DBA6-4182-8BAE-1D640D91F30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88226C-0BC8-489F-9489-C68856D35A6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686ECA-239F-4F6B-8490-AF5D47C1E4E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DC63DB-201A-42E7-8A53-6AE5DD632C7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CD0540E-C716-4183-BF48-D0385E9410C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4DE499-0378-45C0-B77A-1B88EF96B1B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628E42F-C0E1-4E4D-BE80-8513B03713F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D7E68D-0AA6-429D-A0C0-D700ABC7B98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0EFD42-16E1-4333-97C2-9748258ADAC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EBCBF9-EB8C-4D36-A0AC-4CCE0AB0353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F4016B-8928-4D58-8DB4-1917E57010E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A883EE-CBB4-468E-899C-7E9916181EB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155BDF-7835-432F-ACCA-3D31E1E9EC0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F0E0D9-23AD-4CA2-A0EF-4FE4C39BAC7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E1815F8-014E-40D5-9E7C-377F3E12C8E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3F96B3-5059-4DE4-9B22-00DF92DF974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A4D5AE5-8614-4E63-8A1F-B93B547405F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7ED6319-9F92-4675-BE94-FBDB3D84035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Simple interface: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Channel wheel, previous channel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Channel digit, protected by plastic cover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Volume up, down, mute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On/off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Lightening = easy to find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No LCD, Voice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fast development, low cost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Presentations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• 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Conceptual specification of components, properties and materials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UID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• 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Conceptual specification of user interface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ME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• 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Trend watching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2004-11-09T18:13:28Z</dcterms:modified>
  <cp:revision>20</cp:revision>
  <dc:subject/>
  <dc:title>PowerPoint Presentation</dc:title>
</cp:coreProperties>
</file>