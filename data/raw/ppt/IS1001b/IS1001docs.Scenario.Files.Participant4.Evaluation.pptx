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46D2C60-01AB-4919-B121-44107C75A6D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1E00D3D-C498-46A9-980C-47D701E59A1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F95F09E-9AA7-4B0B-ACA3-7CC771F4168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F99A16D-20E3-440A-9388-66BA001A724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779DC9C-E5F0-4C13-A6D6-C39DF9882CC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85A1D4D-AEE5-4484-999F-756703A793A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77D69D4-A746-4291-A367-6C13E6EA3D3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6AD0977-47F1-4223-9592-4A47E839194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A459AFF-6FC3-45BB-A79B-DE44A4D02BB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591AF85-42A3-4772-B5F5-F137EE23CAA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56549A5-3BC6-4178-B35E-CDC81989BF3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EDCB874-885A-4B62-A480-7EE66FF3304B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587C843-C979-4ED1-910C-E6C53E134D4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730FE7B-F616-4540-A8F5-9482C246880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7F13834-FAF0-4504-9004-C0646AAECE3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47F0FE1-75B8-43C9-9F0C-3FA34ABE265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819FE5E-0EFC-4F82-83BB-73FB56B9D4B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3B07A89-1F7B-4BFB-9475-6EFE1EA37EA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72B4557-4FAA-4140-96A7-6E541A57B38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173FF4B-B35F-416E-B8E0-379CD23151B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3146ED3-32EF-4649-938B-7B095898FB0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0B166C7-8052-47AA-9945-8B5B5B4E443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B9D5513-7FE9-4D71-A11D-A0BCBE00FE2D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F06BAFF-42D3-49CD-9049-00DBB1FCCBD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D67F52C-B76F-4E5B-8369-9CC0A8E80474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590D813-F461-4940-BD20-0D4DAD11010D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Evaluation criteria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participant 4, Marketing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The evaluation criteria is made according to the users requirements and the market trends we talked about on the previous meetings.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Evaluation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6840" y="1599840"/>
            <a:ext cx="8147160" cy="4133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Fancy look-and-feel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Technological innovative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Easy-to-use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Fashion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Easy to find in a room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Robust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portable</cp:lastModifiedBy>
  <dcterms:modified xsi:type="dcterms:W3CDTF">2004-11-09T19:46:04Z</dcterms:modified>
  <cp:revision>15</cp:revision>
  <dc:subject/>
  <dc:title>PowerPoint Presentation</dc:title>
</cp:coreProperties>
</file>