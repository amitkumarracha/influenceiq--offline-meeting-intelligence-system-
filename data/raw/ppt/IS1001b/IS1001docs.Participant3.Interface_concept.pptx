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FB083E-A679-498B-8A83-50100096AA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673205-9AA4-4889-A53B-44674EEA11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54B02-94C7-4C60-9861-11FE58B395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E4856F-E333-415F-82F8-532B60AB3B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64D737-CA4B-405C-96FF-68312D1004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002BFC-4C71-4F8B-B761-FE7429FBED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650EB7-5573-4F9F-834D-F838F252B7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B530E7-66F1-49A9-95D9-56E16B2EA7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BBA482-3D5F-4B5F-A3FE-D47A6FFFA7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8209E9-3BC3-4CFD-8899-F61CCEDB13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D99DA4-866A-4C19-B7A8-F2493618B1B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E921D6-8AB4-45AF-AD47-30FA94AAED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BD5044-3E10-4A2E-B4FF-216BB6173C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E4335D-EC6E-45C6-A67C-71155DA0A3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5F4FD2-C181-4CE4-8A94-6EEB52DDDC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0D4F8D-2354-42D0-B2C7-E3A6BD3153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E6E3F9-DBF7-421B-BAE0-1D8FE36314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5EB693-1F3C-44C1-B033-E42DF1BABD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04771F-19A3-48D0-ACEA-EFE50FBCA2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625802-5EE1-4B58-BF2F-366A152D4C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23E750-11B3-47EF-8D9D-674906CE50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7166BB-FC41-42B7-B3D4-1BCC16921C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6A6031-A037-4F92-B4F7-49571B5820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DDE982-AAAC-47D6-9275-A95D0ECB5F9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729252-B045-4CF6-ACA1-2883497FBCC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C123F2-EB81-464D-83E1-BD16C17D63B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 select materials and designs that fit comfortably and non-intrusively in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We want a design that is as simple as possible, but not simpler. It must be robust.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SL-7000"/>
          <p:cNvPicPr/>
          <p:nvPr/>
        </p:nvPicPr>
        <p:blipFill>
          <a:blip r:embed="rId1"/>
          <a:stretch/>
        </p:blipFill>
        <p:spPr>
          <a:xfrm>
            <a:off x="1728720" y="1600200"/>
            <a:ext cx="1495440" cy="452592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3038400" y="1474920"/>
            <a:ext cx="376560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This is a simple remote similar to what we want.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5786280" y="1600200"/>
            <a:ext cx="176076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We must design something similar to these two, but without the extra buttons. We replace the channel up down button with a wheel. The wheel can be pushed down for channel recall(?)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A plastic opening for the channel numbers is unnecessary and cubersome. It is also prone to breakage. It suffices for digits to  be well separated from the rest of the buttons.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2004-11-09T18:25:49Z</dcterms:modified>
  <cp:revision>8</cp:revision>
  <dc:subject/>
  <dc:title>PowerPoint Presentation</dc:title>
</cp:coreProperties>
</file>