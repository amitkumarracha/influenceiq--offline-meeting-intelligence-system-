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859059-CB9A-4CB5-92FA-0D4B0F1B15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994DE-F3D3-45C9-92E1-B591CBBBE0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E256A7-8094-47DA-9664-C1251D7301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A0F38B-565D-4049-A2A5-F1B536D6E0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F8B230-86D2-490F-A6BD-5ED6AB317D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C1891E-8400-4389-8C61-0F76BC3E98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969A55-9495-43A3-B7C3-C14986CA18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D4725C-7357-41F5-BAFE-6D5FA12F69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9549C2-B381-4409-A443-564CC6DA50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86038-34B5-45D9-B47E-7921CA6916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666B6A-81F7-4BF8-A8C4-AA25EA0930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08EF05-5A25-4F4B-887F-ED9D6F1D1C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85F6D0-CE2F-442F-B60C-0441931960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00A73D-C64F-4975-B4CF-B6E368811C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20262B-A10C-4EBF-B752-FCB4077712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BAA1A9-31E7-4F22-A46C-80797B05D9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707CC6-10F6-410A-8700-AC8C505D05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4A0A23-D397-4452-A751-1D7F4E58A3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FAF41B-D98C-468A-8A2E-C434F19FC2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B316CB-82EC-4101-BB32-587DCCDCCC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E0A768-B3B9-4944-A73E-99F3B98B06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822F33-87B6-4ACE-83DE-3D8F15592A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EAB19F-E267-41AB-A57B-FE233F5D95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B2E5C3-15D5-49C5-86D4-D28D8799E3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894C16-D346-417F-B6E7-E539C2C6EC6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2ADE76-4EB7-44C5-AB73-58EF50E661E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