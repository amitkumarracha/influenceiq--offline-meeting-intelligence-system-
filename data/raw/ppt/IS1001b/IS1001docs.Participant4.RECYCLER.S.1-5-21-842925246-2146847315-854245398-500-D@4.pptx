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6070D8-ECEF-47FF-B604-3656915411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A62972-09A2-411B-8976-5BC4663112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9E7AB-3B92-4614-A6B1-F173C884E8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A1F1F2-1A7E-490B-B286-1F6B0C5EF9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1E4DBF-7405-4674-AE74-B0697D836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F31D6D-561E-4DD0-9700-860F077A74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B1CD2-4122-4F44-A048-17B0CA800B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955E8-9EFF-4A23-A44A-E90E9B6B68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AF8D7-A4B1-4046-8698-0DE1B09FF7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4D363-2C54-4CCD-A2C0-4C87088A2E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2097A0-F4A3-4876-996B-147F8607F1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EF70E0-2EB1-4E2F-83D7-97032658CD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7BD78B-6694-43F3-AA1D-DABEF8F0D3F0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 criteria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Times New Roman"/>
              </a:rPr>
              <a:t>Criteria: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fancy feel and look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Technologically innovative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Easy to use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Soft and curved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fruit design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Criteria rating with seven-point scale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2376360"/>
            <a:ext cx="9144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The remote control is according criteria X. 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1905120" y="3733920"/>
            <a:ext cx="3709800" cy="923760"/>
            <a:chOff x="1905120" y="3733920"/>
            <a:chExt cx="3709800" cy="923760"/>
          </a:xfrm>
        </p:grpSpPr>
        <p:grpSp>
          <p:nvGrpSpPr>
            <p:cNvPr id="52" name=""/>
            <p:cNvGrpSpPr/>
            <p:nvPr/>
          </p:nvGrpSpPr>
          <p:grpSpPr>
            <a:xfrm>
              <a:off x="1909800" y="3738240"/>
              <a:ext cx="3700440" cy="913680"/>
              <a:chOff x="1909800" y="3738240"/>
              <a:chExt cx="3700440" cy="913680"/>
            </a:xfrm>
          </p:grpSpPr>
          <p:grpSp>
            <p:nvGrpSpPr>
              <p:cNvPr id="53" name=""/>
              <p:cNvGrpSpPr/>
              <p:nvPr/>
            </p:nvGrpSpPr>
            <p:grpSpPr>
              <a:xfrm>
                <a:off x="1909800" y="3738240"/>
                <a:ext cx="841320" cy="456840"/>
                <a:chOff x="1909800" y="3738240"/>
                <a:chExt cx="841320" cy="45684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True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2751120" y="3738240"/>
                <a:ext cx="371520" cy="456840"/>
                <a:chOff x="2751120" y="3738240"/>
                <a:chExt cx="371520" cy="456840"/>
              </a:xfrm>
            </p:grpSpPr>
            <p:sp>
              <p:nvSpPr>
                <p:cNvPr id="57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9" name=""/>
              <p:cNvGrpSpPr/>
              <p:nvPr/>
            </p:nvGrpSpPr>
            <p:grpSpPr>
              <a:xfrm>
                <a:off x="3122640" y="3738240"/>
                <a:ext cx="371520" cy="456840"/>
                <a:chOff x="3122640" y="3738240"/>
                <a:chExt cx="371520" cy="456840"/>
              </a:xfrm>
            </p:grpSpPr>
            <p:sp>
              <p:nvSpPr>
                <p:cNvPr id="60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2" name=""/>
              <p:cNvGrpSpPr/>
              <p:nvPr/>
            </p:nvGrpSpPr>
            <p:grpSpPr>
              <a:xfrm>
                <a:off x="3494160" y="3738240"/>
                <a:ext cx="371520" cy="456840"/>
                <a:chOff x="3494160" y="3738240"/>
                <a:chExt cx="371520" cy="456840"/>
              </a:xfrm>
            </p:grpSpPr>
            <p:sp>
              <p:nvSpPr>
                <p:cNvPr id="63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4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5" name=""/>
              <p:cNvGrpSpPr/>
              <p:nvPr/>
            </p:nvGrpSpPr>
            <p:grpSpPr>
              <a:xfrm>
                <a:off x="3865680" y="3738240"/>
                <a:ext cx="371520" cy="456840"/>
                <a:chOff x="3865680" y="3738240"/>
                <a:chExt cx="371520" cy="456840"/>
              </a:xfrm>
            </p:grpSpPr>
            <p:sp>
              <p:nvSpPr>
                <p:cNvPr id="66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7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8" name=""/>
              <p:cNvGrpSpPr/>
              <p:nvPr/>
            </p:nvGrpSpPr>
            <p:grpSpPr>
              <a:xfrm>
                <a:off x="4237200" y="3738240"/>
                <a:ext cx="371520" cy="456840"/>
                <a:chOff x="4237200" y="3738240"/>
                <a:chExt cx="371520" cy="456840"/>
              </a:xfrm>
            </p:grpSpPr>
            <p:sp>
              <p:nvSpPr>
                <p:cNvPr id="69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0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1" name=""/>
              <p:cNvGrpSpPr/>
              <p:nvPr/>
            </p:nvGrpSpPr>
            <p:grpSpPr>
              <a:xfrm>
                <a:off x="4608720" y="3738240"/>
                <a:ext cx="1001520" cy="456840"/>
                <a:chOff x="4608720" y="3738240"/>
                <a:chExt cx="1001520" cy="456840"/>
              </a:xfrm>
            </p:grpSpPr>
            <p:sp>
              <p:nvSpPr>
                <p:cNvPr id="72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False 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3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4" name=""/>
              <p:cNvGrpSpPr/>
              <p:nvPr/>
            </p:nvGrpSpPr>
            <p:grpSpPr>
              <a:xfrm>
                <a:off x="1909800" y="4195080"/>
                <a:ext cx="841320" cy="456840"/>
                <a:chOff x="1909800" y="4195080"/>
                <a:chExt cx="841320" cy="456840"/>
              </a:xfrm>
            </p:grpSpPr>
            <p:sp>
              <p:nvSpPr>
                <p:cNvPr id="75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6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7" name=""/>
              <p:cNvGrpSpPr/>
              <p:nvPr/>
            </p:nvGrpSpPr>
            <p:grpSpPr>
              <a:xfrm>
                <a:off x="2751120" y="4195080"/>
                <a:ext cx="371520" cy="456840"/>
                <a:chOff x="2751120" y="4195080"/>
                <a:chExt cx="371520" cy="456840"/>
              </a:xfrm>
            </p:grpSpPr>
            <p:sp>
              <p:nvSpPr>
                <p:cNvPr id="78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9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0" name=""/>
              <p:cNvGrpSpPr/>
              <p:nvPr/>
            </p:nvGrpSpPr>
            <p:grpSpPr>
              <a:xfrm>
                <a:off x="3122640" y="4195080"/>
                <a:ext cx="371520" cy="456840"/>
                <a:chOff x="3122640" y="4195080"/>
                <a:chExt cx="371520" cy="456840"/>
              </a:xfrm>
            </p:grpSpPr>
            <p:sp>
              <p:nvSpPr>
                <p:cNvPr id="81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2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3" name=""/>
              <p:cNvGrpSpPr/>
              <p:nvPr/>
            </p:nvGrpSpPr>
            <p:grpSpPr>
              <a:xfrm>
                <a:off x="3494160" y="4195080"/>
                <a:ext cx="371520" cy="456840"/>
                <a:chOff x="3494160" y="4195080"/>
                <a:chExt cx="371520" cy="456840"/>
              </a:xfrm>
            </p:grpSpPr>
            <p:sp>
              <p:nvSpPr>
                <p:cNvPr id="84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5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6" name=""/>
              <p:cNvGrpSpPr/>
              <p:nvPr/>
            </p:nvGrpSpPr>
            <p:grpSpPr>
              <a:xfrm>
                <a:off x="3865680" y="4195080"/>
                <a:ext cx="371520" cy="456840"/>
                <a:chOff x="3865680" y="4195080"/>
                <a:chExt cx="371520" cy="456840"/>
              </a:xfrm>
            </p:grpSpPr>
            <p:sp>
              <p:nvSpPr>
                <p:cNvPr id="87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5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8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9" name=""/>
              <p:cNvGrpSpPr/>
              <p:nvPr/>
            </p:nvGrpSpPr>
            <p:grpSpPr>
              <a:xfrm>
                <a:off x="4237200" y="4195080"/>
                <a:ext cx="371520" cy="456840"/>
                <a:chOff x="4237200" y="4195080"/>
                <a:chExt cx="371520" cy="456840"/>
              </a:xfrm>
            </p:grpSpPr>
            <p:sp>
              <p:nvSpPr>
                <p:cNvPr id="90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6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1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92" name=""/>
              <p:cNvGrpSpPr/>
              <p:nvPr/>
            </p:nvGrpSpPr>
            <p:grpSpPr>
              <a:xfrm>
                <a:off x="4608720" y="4195080"/>
                <a:ext cx="1001520" cy="456840"/>
                <a:chOff x="4608720" y="4195080"/>
                <a:chExt cx="1001520" cy="456840"/>
              </a:xfrm>
            </p:grpSpPr>
            <p:sp>
              <p:nvSpPr>
                <p:cNvPr id="93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7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4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95" name=""/>
            <p:cNvSpPr/>
            <p:nvPr/>
          </p:nvSpPr>
          <p:spPr>
            <a:xfrm>
              <a:off x="1905120" y="3733920"/>
              <a:ext cx="3709800" cy="923760"/>
            </a:xfrm>
            <a:prstGeom prst="rect">
              <a:avLst/>
            </a:prstGeom>
            <a:noFill/>
            <a:ln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2004-08-31T18:22:24Z</dcterms:modified>
  <cp:revision>7</cp:revision>
  <dc:subject/>
  <dc:title>PowerPoint Presentation</dc:title>
</cp:coreProperties>
</file>