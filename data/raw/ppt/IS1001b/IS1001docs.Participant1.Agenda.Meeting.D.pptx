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E94F5-8386-4831-8F5C-4F8ADAE7F1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6BB252-33C5-4155-8298-399A9224D6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3BA6F-0A5D-446E-9053-EA4958C4BE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88BB0-742D-46E0-BD50-6856490936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659ECD-D52A-4412-B748-CF30901B69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07770D-B434-4837-930E-C5ACE30C06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30CA42-D514-4ACC-8970-FF28D23A0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E3124-D526-4698-843A-29B8CD508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44FA5-2A7F-4C03-ABD2-ED691DCB9B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524E2A-378A-43EE-BD72-07D95065BE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29A21D-99DE-4CC2-BF92-4CF5B3A038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EA5621-8DF8-4DC2-8190-762A1AB8ED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21EFDE-59ED-4327-83A9-601132EFD6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E3C34-FCF9-47EA-B022-D5AED72784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DCFB4B-2F8C-4558-9E39-B562CF9B8A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958B71-1FA7-4A67-84E8-3A12FCF379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B0E2B-80B3-410C-907A-7C664A90C9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2DCB8-497B-42F0-A877-7DE78CE857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950804-665A-44BC-8D47-BC5DAFDE8D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75216E-59B8-48CE-8C55-CAE75998C9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12E797-F9F3-4EAF-B873-7A92C0111F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F265BF-B1C6-4CA6-B8B8-15C2E5CD07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380EA6-CD99-46A9-BFD8-37211D9341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1013E-086C-4643-B36C-2EB356E3FC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35150C-EC9A-4CE6-BD38-9BCA8CD3557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CF61E5-C9AF-48B0-85FE-03520C5903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