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40C64A-E545-4D4A-9A42-ADD3FA4FAE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D5764E-37C1-480D-ABBF-9A885B6EB7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CAC99D-74E9-45F4-AFC8-A4789052A0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067847-3E86-49F6-8474-49426080C4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068AFB-F3D1-45BD-8B0F-21743136EC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04F9EB-6854-4AE4-8D23-FEEC1BA3C7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EF893A-7194-49EA-B5FF-04CFA43F98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E9493C-AD8B-4B46-85F3-C215E6CF0F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3E9E9A-CE51-478C-BFE1-F2E32D7A6C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D1BAB0-561C-4085-8691-1E110181F4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05A676-EDA9-414C-BE72-27D68B3F6DB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B32EC1-EF6D-4FAC-87AD-E02772CEC2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5E2007-68B9-4299-B9E5-F86D8278B6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A8FC82-D6E3-4665-90EB-7E68889971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481D07-A843-4E0A-B2FE-637E1CD9F0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B8DEE0-F04E-4323-BEFB-8D155DC6E5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809431-AA77-4448-9293-105E59B2A7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9E2EF1-E79C-46DD-B56E-5202320B6F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65E0E3-AF5C-474A-82DE-C184AE2ACA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36DCDF-1BE8-4684-B3F2-6BBF5FCFA6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41459A-8E8B-408E-9C2A-E5002F28CE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780758-3CE0-4332-BB7E-BD1A0B0A8C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93EA70-AB42-4854-86D2-8A53F03064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E0A3FA-C6FB-44B4-816B-4E1EFED684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8D7617-F467-4CAA-883C-B87696F290F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0DB375-72E1-496A-AA8B-190D9B9E58D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Choose a fruit or a vegetable to design the remote control?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What material can we use to make the remote control spongy?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2004-11-09T18:26:28Z</dcterms:modified>
  <cp:revision>8</cp:revision>
  <dc:subject/>
  <dc:title>PowerPoint Presentation</dc:title>
</cp:coreProperties>
</file>