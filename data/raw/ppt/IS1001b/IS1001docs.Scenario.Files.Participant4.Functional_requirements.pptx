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60B5A3-B7F6-4953-8279-6CBE857B1D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C4DD96-158D-4BF4-90B5-225AAE60B4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A64141-27B2-483A-BA27-044EF7A441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21FB65-5947-4644-A20B-63F68767BF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210C4D-2557-425B-A513-992DEB2AA2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E92F30-F610-4B61-8522-DEF8F9BB7B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7BC79B-0DC8-4817-92EB-060BB15DEC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4B2EF1-20EB-4E3B-BD69-6A111F87FB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549F86-35C2-4DDA-A395-33C062D944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0A8116-6077-485C-8C7B-C20A0C6301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32E3AA-BCEB-47DB-883E-A50F7A6B32A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D16A07-0973-478A-B0D9-FE4824A04B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0AD282-65FE-45FB-8732-766F92045E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618EC0-1005-4B8E-826A-491517DDBA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0A1F54-7CFA-4A29-A07C-6C56C90D53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7900E8-413A-4E8D-8E33-FDA8E38523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612EE3-6B07-4D7E-97A5-4FC7E50D6E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89D27B-DB05-476C-B255-9081F8E269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D099BA-34FB-4AE1-AFAB-D1160CB311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F553AD-944F-498E-93EE-2ECB0446C1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77E5F7-9B82-415A-B72E-69793ED7BC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A7C7F8-081E-4C94-90B7-ABDF0376AA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54349E-F26C-476A-9FE5-88FAE1E0737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3DC757-C9C0-43A3-9FD2-E3204F2E088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A90D479-2D9E-44C6-94CE-15994FC30E0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1B66078-BF9F-4FF9-BDA0-F1CBD1DA10B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participant 4,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 our usability lab we observed the remote control use among 100 subjects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They also filled in a questionnaire.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 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biggest frustrations users expressed: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Questions asked: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Would you prefer an LCD screen on a multifunction remote control?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 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Would you pay more for speech recognition in a remote control?</a:t>
            </a:r>
            <a:r>
              <a:rPr b="1" lang="fr-CH" sz="36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Results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116000" y="2637000"/>
            <a:ext cx="5667480" cy="310500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1838160" y="2395440"/>
            <a:ext cx="5467680" cy="293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Lightening in the dark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too many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 way to find it easily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2004-11-09T16:16:42Z</dcterms:modified>
  <cp:revision>15</cp:revision>
  <dc:subject/>
  <dc:title>PowerPoint Presentation</dc:title>
</cp:coreProperties>
</file>