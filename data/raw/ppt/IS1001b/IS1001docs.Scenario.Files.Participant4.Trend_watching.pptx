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8C61DE-9EC6-4983-8865-623582F4E3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DB2EB0-3A84-4F2B-8533-4BE0AE4A42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5E8944-A7B8-4D9B-8423-139AE5233C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2839EC-B81D-4AF2-8960-0C5873BEC1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91BB55-CEC8-48F1-BB07-8D9742EC2E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ED206A-E51E-48FB-9A2A-B85CF3C946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2F058D-0649-4FB1-A8B6-7676616FF5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80A4BD-AF24-4C81-9524-172A4F15BD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7A5D4B-F257-4FDC-B059-BD531BBF6E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5FB104-D62B-4C4D-BE9D-0AC7695B07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72B786-16BE-455E-BBAB-1CB91D2F68B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2F56AE-674B-4B72-BEA0-F831074E348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184DAF-B744-4655-B723-DD39282142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DC6AC0-B73E-40D0-B53D-B5A6574443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537512-1015-41AC-AB6D-FA8391C567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4606B4-C675-4F46-BEAC-58A9F29F9D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44B4E3-C62C-4499-800D-632BC3B499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788962-354E-418B-B336-D45670987B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1DECCE-B406-439F-AC85-FAD3381622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15CBF5-2E5E-4E2D-AD81-CB9FB0D269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6BD5AE-3AF4-46B3-A645-6553080EF0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AFAF8F-7A14-4E68-9F0C-CF77021EFF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9FDA95-2529-4595-9962-68D573F5A80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6634DB-8DA9-4CBD-9630-3EF7156D034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446945E-B0C4-4687-9B0B-D963935F5D7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91076F-EFAA-40E7-A608-4EC5EBC0E94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most important aspect for remote controls happens to be a fancy look-and-feel, instead of the current functional look-and-feel. This aspect is twice as important as the second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second most important aspect is that a remote control should be technological innovative. In turn, this aspect is twice as important as the next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third most important aspect is that the remote control should be easy-to-use.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 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trends: 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- This year, 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Choose a fruit or a vegetable to design the remote control?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What material can we use to make the remote control spongy?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2004-11-09T18:26:28Z</dcterms:modified>
  <cp:revision>8</cp:revision>
  <dc:subject/>
  <dc:title>PowerPoint Presentation</dc:title>
</cp:coreProperties>
</file>