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343EE-3F30-40D4-8516-BFFB3AC83D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93EC49-DD31-4A47-AEA2-78EC2B310F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A8E821-2BA1-40BC-9DB4-014517D49F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C76A50-46DA-4AE4-98B9-34CE784D4B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F7F744-4710-435E-94D8-AFDE62FE4B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3B29AD-76B8-47A9-93BF-DBA8A970EF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8DC68E-1885-4B98-91DA-C394625751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A579E9-7B56-476B-811A-2181CF6773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90C0C5-7BBC-4556-9A3A-8A48C6AF85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51DB58-332D-4457-8E1D-E6CCE6EDD5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F5B998-A832-43E0-815F-2DE831B1752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DCD940-9644-4A32-BDE7-EE1179755AF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7E2CE4-EF97-45E4-8CDC-DABA300D06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8FED4B-DB10-4EB5-AA5B-25F80E6177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9FA508-6B78-427F-A063-45DEDEBD26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47F466-B9D1-439C-BC86-794E7B81DF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A239E1-E82B-445B-9BA6-0B15805FF7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B3F7C5-D641-421F-8A72-E58300BB66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462AC2-57E5-42FB-B229-025572E168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14C283-A81A-43D1-8360-153DFDD8E9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262F3B-3B75-4D5C-AE58-E599AA8F12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7F32F0-6ADD-48A8-85BD-9876221DB6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AC1242-876F-4F6D-A2B7-E392A474CE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90650B-68CC-4B3E-A9D4-D547F5FABAB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2CC6EBE-24B3-4732-A0E4-3DC51883505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B990E7-BB0F-453E-AE96-53E2C3393F6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UID,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23320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Standard chip for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 study for wheel sensor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 study for standard BP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Standard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TA11835 element for RC coding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 of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off the shelf PCP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 of standard wheel sensor (price)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2004-11-09T18:29:00Z</dcterms:modified>
  <cp:revision>12</cp:revision>
  <dc:subject/>
  <dc:title>PowerPoint Presentation</dc:title>
</cp:coreProperties>
</file>