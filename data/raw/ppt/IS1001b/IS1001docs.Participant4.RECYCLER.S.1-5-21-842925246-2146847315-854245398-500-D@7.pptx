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FF60F5-287E-4C53-907D-D7F2C914DD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1850D1-A5B6-4520-98FD-ECE241B880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A2632A-1AFD-476B-B514-DF89BEF8BF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1C5292-552C-4439-8EB7-5ECBF86D09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E1585E-393E-46B8-8B30-F74AB113B3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609120"/>
            <a:ext cx="77724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1819A1-1ED2-44CB-9124-E42D85ECFD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B2DFF1-5364-4C02-B2EE-0B4BFE85E0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FA3B32-EE57-437A-BD22-886B97FBF4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E184B9-73E9-4643-A3C2-578257518F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85800" y="4130640"/>
            <a:ext cx="77724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ED461E-D908-45FB-8F24-44201807E6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8480" y="198108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8580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8480" y="4130640"/>
            <a:ext cx="379260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95023A-5AD0-4A56-8495-80AED307C9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31380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41440" y="198108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85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31380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41440" y="4130640"/>
            <a:ext cx="2502360" cy="19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2597BE-B712-4B4F-BBBE-E386BA9AA7A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981661-6A2F-41E2-9D77-40B43F2976F6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Trend Watching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Presented by: Karin de Groot,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Marketing Expert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3" name=""/>
          <p:cNvGrpSpPr/>
          <p:nvPr/>
        </p:nvGrpSpPr>
        <p:grpSpPr>
          <a:xfrm>
            <a:off x="108000" y="73080"/>
            <a:ext cx="1584360" cy="1701720"/>
            <a:chOff x="108000" y="73080"/>
            <a:chExt cx="1584360" cy="1701720"/>
          </a:xfrm>
        </p:grpSpPr>
        <p:sp>
          <p:nvSpPr>
            <p:cNvPr id="44" name=""/>
            <p:cNvSpPr/>
            <p:nvPr/>
          </p:nvSpPr>
          <p:spPr>
            <a:xfrm>
              <a:off x="108000" y="21780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684360" y="730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Findings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000000"/>
              </a:buClr>
              <a:buFont typeface="Times New Roman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 fancy look-and-feel, instead of the current functional look-and-feel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2.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 remote control should be technological innovative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3.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the remote control should be easy-to-use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Market trends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This year,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 fruit 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will be the most important theme for clothes, shoes, and furniture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In contrast to last year, the feel of material is expected to be 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soft </a:t>
            </a:r>
            <a:r>
              <a:rPr b="0" lang="en-IN" sz="3200" spc="-1" strike="noStrike">
                <a:solidFill>
                  <a:srgbClr val="000000"/>
                </a:solidFill>
                <a:latin typeface="Times New Roman"/>
              </a:rPr>
              <a:t>and</a:t>
            </a:r>
            <a:r>
              <a:rPr b="0" i="1" lang="en-IN" sz="3200" spc="-1" strike="noStrike">
                <a:solidFill>
                  <a:srgbClr val="000000"/>
                </a:solidFill>
                <a:latin typeface="Times New Roman"/>
              </a:rPr>
              <a:t> curved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imes New Roman"/>
              </a:rPr>
              <a:t>Personal Preferences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3200" spc="-1" strike="noStrike">
                <a:solidFill>
                  <a:srgbClr val="000000"/>
                </a:solidFill>
                <a:latin typeface="Times New Roman"/>
              </a:rPr>
              <a:t>“</a:t>
            </a:r>
            <a:r>
              <a:rPr b="1" i="1" lang="en-IN" sz="3200" spc="-1" strike="noStrike">
                <a:solidFill>
                  <a:srgbClr val="000000"/>
                </a:solidFill>
                <a:latin typeface="Times New Roman"/>
              </a:rPr>
              <a:t>We put the fashion into electronics”</a:t>
            </a:r>
            <a:r>
              <a:rPr b="1" i="1" lang="en-IN" sz="2800" spc="-1" strike="noStrike">
                <a:solidFill>
                  <a:srgbClr val="000000"/>
                </a:solidFill>
                <a:latin typeface="Times New Roman"/>
              </a:rPr>
              <a:t>,</a:t>
            </a:r>
            <a:r>
              <a:rPr b="0" lang="en-IN" sz="2800" spc="-1" strike="noStrike">
                <a:solidFill>
                  <a:srgbClr val="000000"/>
                </a:solidFill>
                <a:latin typeface="Times New Roman"/>
              </a:rPr>
              <a:t> so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1.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Let’s use a fruit design for a fancy look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Let’s use some soft and curved materials for a fancy feel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Maybe the remote control can spread a fruity smell, to be innovative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Times New Roman"/>
              <a:buAutoNum type="arabicPeriod" startAt="4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Times New Roman"/>
              </a:rPr>
              <a:t>Don’t forget: the remote control should be easy-to-use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2004-08-31T17:06:11Z</dcterms:modified>
  <cp:revision>6</cp:revision>
  <dc:subject/>
  <dc:title>PowerPoint Presentation</dc:title>
</cp:coreProperties>
</file>