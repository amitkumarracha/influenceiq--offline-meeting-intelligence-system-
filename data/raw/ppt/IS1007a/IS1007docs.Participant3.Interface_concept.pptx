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A8964D-FCC5-4DC2-9A3E-50827DEF75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43739-FC5C-46DE-875F-2E982EBEFD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B93A69-B51A-4C26-B762-E3295A96A1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E3D5DF-D32A-4F2F-AD91-DF1FD33C31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507EB-0B5A-4662-B646-7B2219038B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C4FD9-086D-467C-A171-520203FFA5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CEB6AB-39A1-4534-B70E-E0AFAF0D86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C6C949-57FD-4D5A-9A12-28323A2BE3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4EC29B-A799-4FAB-9582-0DD6E989A6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063FE3-517A-41C2-BCC2-3E9017905E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0DE03-FE95-4505-9F73-72527360AB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5C261A-DC56-422A-825C-26C395E408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BC8CCE-D871-460D-9294-C8BCA77760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CDBF90-35E4-4942-B1F7-8480573618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E2C396-DE4E-4D18-AE10-1387975BE9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A3C861-0893-4D31-87C9-ABEBBE3C87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295C62-7D60-4586-AA86-7B7D7E26C9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CBC5B5-E46D-42EF-A9F2-675C1E0922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625EE7-A6C4-4909-9AF5-DB1A8EAF40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9A7581-158E-4010-A9A7-505411A513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73A618-BA75-4B26-9815-21888A0FF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EB36E7-73A2-4907-99A2-55C2026CF1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106CAA-8E75-41BB-B143-9B649FBBE9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222BAF-F5FA-48BE-920D-B5A398A61E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490361-BD87-4018-AD1C-DA970D42C0B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6BCBEC-0AFC-49A8-AD38-8AFB0F7416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- The aspects of a computer system or program which can be seen (or heard or otherwise perceived ) by the human user , and the commands and mechanisms the user uses to control its operation and input data . </a:t>
            </a:r>
            <a:br>
              <a:rPr sz="2800"/>
            </a:b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 graphical user interface emphasizes the use of pictures for output and a pointing device such as a mouse for input and control whereas a command line interface requires the user to type textual commands and input at a keyboard and produces a single stream of text as output 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some examples of remote controls: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826920" y="1341360"/>
            <a:ext cx="7286760" cy="321012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10920" y="4868640"/>
            <a:ext cx="7643880" cy="82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Tahoma"/>
              </a:rPr>
              <a:t>The interface exists of a clutter of button functions, colors, and forms. This inconsistent use of interface is confusing and doesn't improve the use of the product.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Control multiple devices and surf your favorite channels with your voice! Stores Up to 80 speech samples, Controls 4 Devices -TV, Cable/Satellite, VCR/DVD &amp; Audio. Record your own verbal labels that is connected to a remote control function. 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580000" y="2133720"/>
            <a:ext cx="1811520" cy="347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spinning wheel with LC display: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3457440" y="1957320"/>
            <a:ext cx="2229120" cy="381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3106800" cy="45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scroll button with integrated push button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500720" y="907920"/>
            <a:ext cx="36129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Child Friendly design and ease-of-operation ensures kids will love using their own remote!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Supports TV's, TV/VCR, Analog and Digital Cable, DirecTV, Dish, TiVo, ReplayTV and Ultimate TV.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More features and options.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857680" y="1971720"/>
            <a:ext cx="3429000" cy="378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Big Button, Oversized TV Remote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132000" y="1557360"/>
            <a:ext cx="3103560" cy="430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Turn down the TV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2771640" y="1844640"/>
            <a:ext cx="2776680" cy="312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Big buttons are convenient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 helps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Push buttons, scroll buttons, spinning wheels as navigation tools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User-customizable (kids, old people,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Simplicity is the key!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2004-12-06T18:18:45Z</dcterms:modified>
  <cp:revision>10</cp:revision>
  <dc:subject/>
  <dc:title>PowerPoint Presentation</dc:title>
</cp:coreProperties>
</file>