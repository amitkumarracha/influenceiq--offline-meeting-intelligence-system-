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0B640-748B-4A82-96E2-0B8E45FC1F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2E5B1-B782-4129-B1E1-C9A8248602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33DD1-1742-4161-BE5F-F9FC71CA44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75A4F-046C-4745-8DAE-FA49C14EFB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D4FD63-488E-45A6-9B6E-3F51CAC21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D248F7-25C8-4800-A17E-49EF281F64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761183-FF86-4DE7-BCD7-C953D95D3E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8802D-6C5D-4E36-BEDE-5D1DFE92C6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D718EA-82F7-4693-919C-6253C8BC95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DE955-8700-47B1-AE58-1AA12DE234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296B9-DF51-48C3-8324-478A2B6F0F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19CB5-D14D-4443-AD21-476FE9B1DD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6262EF-A182-471E-A41E-4CCA1B69AA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130989-26A9-4E78-A1F9-ADF0B78338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1BF4E7-9AE1-49E9-989F-0549359A3B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F26A7D-C84D-4E54-9234-E859B31684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AB1CF0-A7F0-4999-B52C-27FABBDE5D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C39054-D673-4D84-B85C-6813905D53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CC35B2-A06F-476C-83A3-0AC8FE69A2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72DF8-CB13-4278-9275-00058C13E1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605CE0-826E-4FED-9C7D-641616E282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23B005-BB96-4AAE-AC1F-59F3B96AE4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310EE6-A043-409D-A09C-F867428DFB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479DD3-C7D8-4C32-93FA-51E0DF7470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177225-2983-47AC-AF7A-FD87EA0CB70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BAC984-18B7-46DE-8248-5373E5FC503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Maganti HariKrishna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2004-12-06T19:38:24Z</dcterms:modified>
  <cp:revision>13</cp:revision>
  <dc:subject/>
  <dc:title>PowerPoint Presentation</dc:title>
</cp:coreProperties>
</file>