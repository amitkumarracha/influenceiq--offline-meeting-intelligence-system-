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F92AEEB-0CA7-49EC-A0F8-E6B77514499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864D439-1B01-4D07-ACAC-35E32F602FA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1B93B33-1902-4CD8-9D7F-E360A416357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611AAF9-F763-4533-AE3B-7BC0AD35BA6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FEADC43-B6C7-4552-9BB4-C021C09DCAA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0E5D227-0600-4A8B-BFFE-EB631DEA710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9ECBE60-3882-4705-B30A-F484E5ED962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052E918-EBB2-441C-8792-089E071D657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2FF11AF-EAB5-404B-8CC9-D09857A21A6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4BBBA80-CE0A-46A6-B28D-7B94717E722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050512D-17B4-42DB-8223-65E97454833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404FA0-8225-47E6-B963-5DE3690464E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A2A024D-E5A1-4663-87B9-DA732091229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C1832FC-9440-43FF-9EF2-C36BB279BAC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50B337D-4BE7-46CB-A37F-680115FFDA1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53EF1FB-BDBD-4ACF-9C21-783676E0828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5272717-A8E0-4360-BCB0-1D3ED8F31C4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CF9E7D4-FF43-4125-8306-9FFF00EDF2B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25CCE24-2C05-4B88-A6B8-8CD4C4CF13A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F17CD51-1AE4-4CCA-B650-A448549ADB1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4A276DD-FBAC-47B3-8C70-8C1C9CE5E7E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CD5506E-6CA7-4671-946C-DA254E67953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ABF9543-2B75-47A0-B74B-7254854CBBA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C2B3060-1AEA-44E2-BCB5-158134080DD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A45643F-718D-4537-8DFA-88DB9A83DFE7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4FBB868-8CFA-495A-8F60-C40119477490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Trend Watching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Maganti Hari Krishna ,Marketing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Responses from the questionnaires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Prizes for the most creative suggestions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4000"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75% of users find most remote controls ugly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80% of users would spend more money when a remote control would look fancy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Current remote controls do not match well the operating behavior of the user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75% of users said they zap a lot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50% of users say they only use 10% of the buttons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000" spc="-1" strike="noStrike">
                <a:solidFill>
                  <a:srgbClr val="ffffff"/>
                </a:solidFill>
                <a:latin typeface="Tahoma"/>
              </a:rPr>
              <a:t>Frustations-Present Remote Controls</a:t>
            </a:r>
            <a:endParaRPr b="0" lang="en-IN" sz="40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Remote controls are often lost somewhere in the room (50%)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It takes too much time to learn how to use a new remote control (34%)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LCD on remote controls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Speech Recognition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Button on charger to find the remote control (or Voice command)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Fancy look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2004-12-06T18:12:59Z</dcterms:modified>
  <cp:revision>8</cp:revision>
  <dc:subject/>
  <dc:title>PowerPoint Presentation</dc:title>
</cp:coreProperties>
</file>