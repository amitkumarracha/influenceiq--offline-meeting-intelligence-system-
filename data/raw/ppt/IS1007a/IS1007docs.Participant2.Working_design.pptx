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8F22D8-4604-467D-ACFE-834727457D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5AEE60-B08C-48A4-A445-30BF90B1BB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7E9344-6708-4817-9B65-567ECB2698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CE8625-41A8-403C-B3E1-C15BA814C9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98EBD-2B99-4DD4-B6B4-690039B12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8BD15-38DE-4EA3-9202-BE295E7EDB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BCEBA-BE7C-482A-843B-17C5A987E4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B592F8-8D85-4B38-820A-56521980E9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18DCFC-E68D-457D-ACEC-7FBAC1B72C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61D67D-BD15-4D73-9716-299929D85E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45D44F-91D5-41F8-8BF5-8FB871EA957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BCD10B-2924-44E5-9CA7-36FC796671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458357-2285-4F1C-ACF8-9CAA495443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355114-54DE-49C5-BBE9-ACB66BB282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0E91FC-0D06-47D2-AFEF-79C3A6DE33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8CE5CF-96C1-4629-903C-FFE0F7386B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51B64A-14B7-45FF-8D79-72C0F3AAA2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F4CF86-3039-4267-B460-EC0528036D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C5533B-0709-4664-9D2A-33E0F920E4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9CABFD-467B-4F0F-9C64-AEC30D4E70A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98588F-3F6F-42DE-841D-74B04288B8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F10834-A30E-494F-BB5D-4BE67F09E0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2CDA60-4175-404F-B9C3-097AEFAE53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2EA3B8-DB2E-4832-A80E-7BE466DE5F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46ADF2-AC1E-4EC3-A8E2-B3BAEB21A1E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26B779-E8F5-4FB0-872B-6A3FA9EEA7F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Define the hardware material needed to achieve the required functionalities.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Build prototype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Add software functionalities (e.g. browse by content, remember favorites, …)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628280"/>
            <a:ext cx="8229600" cy="381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 used for alimentation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software functionalities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 for communication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Communication through infrared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>
            <a:off x="5724360" y="29242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468360" y="155736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691240" y="350208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4035600" y="24210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106880" y="3573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 flipV="1">
            <a:off x="4467240" y="2997360"/>
            <a:ext cx="144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7" name=""/>
          <p:cNvGrpSpPr/>
          <p:nvPr/>
        </p:nvGrpSpPr>
        <p:grpSpPr>
          <a:xfrm>
            <a:off x="4754520" y="3614760"/>
            <a:ext cx="954000" cy="174600"/>
            <a:chOff x="4754520" y="3614760"/>
            <a:chExt cx="954000" cy="174600"/>
          </a:xfrm>
        </p:grpSpPr>
        <p:sp>
          <p:nvSpPr>
            <p:cNvPr id="108" name=""/>
            <p:cNvSpPr/>
            <p:nvPr/>
          </p:nvSpPr>
          <p:spPr>
            <a:xfrm>
              <a:off x="4754520" y="378756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5132160" y="361476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5378400" y="378936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3387600" y="3573360"/>
            <a:ext cx="673200" cy="665280"/>
            <a:chOff x="3387600" y="3573360"/>
            <a:chExt cx="673200" cy="665280"/>
          </a:xfrm>
        </p:grpSpPr>
        <p:sp>
          <p:nvSpPr>
            <p:cNvPr id="112" name=""/>
            <p:cNvSpPr/>
            <p:nvPr/>
          </p:nvSpPr>
          <p:spPr>
            <a:xfrm>
              <a:off x="3638520" y="3573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3827520" y="3724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3387600" y="3917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"/>
            <p:cNvSpPr/>
            <p:nvPr/>
          </p:nvSpPr>
          <p:spPr>
            <a:xfrm>
              <a:off x="3826080" y="3903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" name=""/>
          <p:cNvSpPr/>
          <p:nvPr/>
        </p:nvSpPr>
        <p:spPr>
          <a:xfrm>
            <a:off x="2522520" y="364644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Battery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979640" y="1989000"/>
            <a:ext cx="4968720" cy="2735280"/>
          </a:xfrm>
          <a:prstGeom prst="rect">
            <a:avLst/>
          </a:prstGeom>
          <a:noFill/>
          <a:ln w="25560">
            <a:solidFill>
              <a:srgbClr val="000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FPGA for functionalities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Bluetooth for communications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2004-12-06T16:10:39Z</dcterms:modified>
  <cp:revision>14</cp:revision>
  <dc:subject/>
  <dc:title>PowerPoint Presentation</dc:title>
</cp:coreProperties>
</file>