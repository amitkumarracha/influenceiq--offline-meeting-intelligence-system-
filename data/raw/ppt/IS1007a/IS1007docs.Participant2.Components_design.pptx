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78A63A-5807-442F-844F-15E72A8DB8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8F647A-3820-4E07-9845-A5791AEE76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D2B522-47B5-445C-AA71-0AD0D6FA97E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6860F5-DEA4-4BC6-9A04-CC1321D0C8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7F17B6-323F-4F57-A9F7-0340D6F12B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3E1BA1-E9A1-415B-8B1E-416BF67D782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0430E2-86B4-404C-8EB9-E56BA2FBC8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44AA89-E628-4292-8629-3377781E481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4BD08B-721C-45D8-8856-1D7313F9F2E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BF5673-FB73-4D7E-A5FE-7EF175FDFDA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E46DD1-2A5B-4EE3-8261-92C3F025678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F116BA-3A70-4EA9-BC40-0168ABBAD40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529583-A82A-4185-A905-82E9E0EC3E9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A9A601-D64F-4865-8539-2DEBD4FF73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5BA0D9-FA49-4FFC-80B2-136AC97E3C2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FF95B5-7C57-4F2D-88BA-2178DF15BD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AD21A0-ADD9-4239-A1D2-DBAF777A62E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59ED74-3901-4A12-BC9E-1FB5C682ECB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D82896-AA56-492C-A735-379BC03B4E3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DD8C89C-61D4-46B5-9068-700A40E38D2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13346B-E7DD-42AB-9BB0-6F28743E015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50A082-A635-4A2D-9A4B-E6183D04C9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6E5F0A-E8EC-4B1F-B26E-DADC290E511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F830D0-8BF3-4293-B204-0F7CE738249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A560AD7-0DAF-4186-AF32-E9DFBB7D000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B5933F5-46E8-4929-8112-D2A8B193639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Guillaume,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Review of existing material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energy sources: solar, hand dynamo,…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case material: wood, rubber, titanium,…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interface: buttons, scrolls,…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- chips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Energy: kinetic or basic battery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Case: single-curved, titanium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Interface: rubber buttons (cheaper)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Electronic: regular chip (cheaper)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Rubber buttons are sufficient for our purposes (navigation). Moreover, only regular chip are necessary when using simple buttons (cheaper).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Titanium case: trendy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Energy: Is the kinetic method sufficient 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2004-12-06T18:20:07Z</dcterms:modified>
  <cp:revision>11</cp:revision>
  <dc:subject/>
  <dc:title>PowerPoint Presentation</dc:title>
</cp:coreProperties>
</file>