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9DD655-D9B0-4BB8-BB6A-29942B86C2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A697AD-3C65-401C-8D0C-14679B80C2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72FA4A-109E-4BBC-B728-8C060FBEFB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B513D-2108-4DE7-ABA7-8B03A8EDD9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5C289E-AD95-4653-8CB3-BB0639F8D2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01525B-E0C7-4F84-90D2-F48DAEE6A2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E2D7DD-3CAF-40A9-9D2C-F1A04B0F9A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0D4DD7-A424-4DF8-9C66-70764A9744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93035D-D234-42B5-ABB7-18DE66DBFF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C3F8D6-9956-4087-82DC-BE51764EB0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A51D5-254A-40D7-AA6A-2EA46AB011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48AEE3-11C8-455B-80EB-A524776B6B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F0D3DF-DF1F-47CB-858E-DC87D0B2FF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F72417-3B66-48C1-9323-1387A45936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A74351-E389-46D6-943A-74C709B193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79815F-1603-4BC2-BE2C-0F55A3C31A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9A0737-0683-4428-B19C-FD845DB0BA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F66EDD-9DA5-40B3-8C0B-7178D08FA6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A2903B-CF55-4E2D-BD1D-8966C43E7E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9F2E8E-6058-48FB-B0A4-5D2F9E4DDD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420B2C-9C68-4829-BF2F-0F9457BCB9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9959BA-AA4D-4E7F-BBF9-E352CC5080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EB047E-FF0D-4DA8-8AEF-7D97715840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16A0C5-4EDF-45C2-99B5-A698FF4E5B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EAF4B5-9713-4825-AC0E-9EBD43BA276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AEE848-4326-4719-A757-6F245311D9B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should the apparatus have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The followings are two examples of a remote control interface through which the functions are fulfilled.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692360" y="1125360"/>
            <a:ext cx="1339920" cy="45262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5867280" y="981000"/>
            <a:ext cx="13399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57704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Too many buttons; complex user manual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7308720" y="1628640"/>
            <a:ext cx="64800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Proposal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Easy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Navigate on TV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Pre-filter users’ preference by program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Having the TV connected to the Internet to access XML plus some preprocessing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KIV: speech recognition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7093080" y="1628640"/>
            <a:ext cx="64764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627280" y="-485640"/>
            <a:ext cx="2982960" cy="1008036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2268360" y="-819000"/>
            <a:ext cx="3527640" cy="350028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2268360" y="5273640"/>
            <a:ext cx="3527640" cy="350064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 simple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5" name=""/>
          <p:cNvSpPr/>
          <p:nvPr/>
        </p:nvSpPr>
        <p:spPr>
          <a:xfrm>
            <a:off x="1979640" y="6135840"/>
            <a:ext cx="4032360" cy="3500280"/>
          </a:xfrm>
          <a:prstGeom prst="rect">
            <a:avLst/>
          </a:prstGeom>
          <a:solidFill>
            <a:srgbClr val="ff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2125440" y="1557360"/>
            <a:ext cx="46962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Keep the navigation buttons!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2004-12-06T16:07:45Z</dcterms:modified>
  <cp:revision>11</cp:revision>
  <dc:subject/>
  <dc:title>PowerPoint Presentation</dc:title>
</cp:coreProperties>
</file>