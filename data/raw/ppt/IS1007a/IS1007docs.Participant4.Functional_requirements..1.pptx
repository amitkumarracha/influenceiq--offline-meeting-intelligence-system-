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2E173B-C434-4892-8C82-4148456204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2CD9AF-2C3E-4FF8-8E7A-B2877ACCEA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86F2A2-C10B-422A-BD1E-194E7EA5F2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4ABB6D-9AED-417A-81DD-FAAE3CF180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6F5ECD-0E92-4EC1-9965-140E4A8695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6E4D09-C52C-4C99-A75A-BEA50187B3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A88C99-4D63-4DE8-BFAD-4917650D8C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83DC03-1F83-4895-89E1-4558EE6B4F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1CC0B4-8FEB-4CC7-9CEE-6E49645F65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012F64-A834-44D5-A886-C8682424F0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F57974-374D-4F91-A06F-E2B3BB6A58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305433-891A-402C-A519-000D3FCFE12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FD50AB-0F52-4FA0-AAAC-C66F7DB17B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3119C0-720C-4A0B-B78A-A380F17AE0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D33370-68D4-43A0-B688-608CBAD82E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001E0D-7032-40AA-BF2B-CF2541EBD8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7ABBE0-D28D-49E5-B93F-54428364ED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732781-A94F-4992-AE92-FE40B7A36C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216DB6-4DDF-4E8B-8216-A5D80548E2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8B33C4-01E2-4AF2-91FF-AD187861A8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04337F-8EC0-4A23-9431-D0B74418F0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43A3F5-E5A0-4CEB-A8FC-8CE05E9CFE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856E10-70FC-4D06-8308-3252183FBBC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A6ED10-4BAE-4D36-B830-36CC5F5D73D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A6293F-9F0C-43E9-AA91-FE3BDD75758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409C70B-80E5-4858-80D1-2A5803F1718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Maganti HariKrishna,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Find most interesting features the users would like to have.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Get feedback from the users by providing feedback forms in magazines, journals,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Interface adds up the value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Slim 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Less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Teletext for various languages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Teletext option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Lighting Adaptive option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Task Remainder display option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2004-12-06T15:59:31Z</dcterms:modified>
  <cp:revision>14</cp:revision>
  <dc:subject/>
  <dc:title>PowerPoint Presentation</dc:title>
</cp:coreProperties>
</file>