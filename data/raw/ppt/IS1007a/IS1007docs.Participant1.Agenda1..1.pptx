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_rels/slideMaster2.xml.rels" ContentType="application/vnd.openxmlformats-package.relationships+xml"/>
  <Override PartName="/ppt/slideMasters/_rels/slideMaster1.xml.rels" ContentType="application/vnd.openxmlformats-package.relationship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_rels/presentation.xml.rels" ContentType="application/vnd.openxmlformats-package.relationships+xml"/>
  <Override PartName="/ppt/slideLayouts/slideLayout13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_rels/slideLayout22.xml.rels" ContentType="application/vnd.openxmlformats-package.relationships+xml"/>
  <Override PartName="/ppt/slideLayouts/_rels/slideLayout7.xml.rels" ContentType="application/vnd.openxmlformats-package.relationships+xml"/>
  <Override PartName="/ppt/slideLayouts/_rels/slideLayout4.xml.rels" ContentType="application/vnd.openxmlformats-package.relationships+xml"/>
  <Override PartName="/ppt/slideLayouts/_rels/slideLayout17.xml.rels" ContentType="application/vnd.openxmlformats-package.relationships+xml"/>
  <Override PartName="/ppt/slideLayouts/_rels/slideLayout19.xml.rels" ContentType="application/vnd.openxmlformats-package.relationships+xml"/>
  <Override PartName="/ppt/slideLayouts/_rels/slideLayout21.xml.rels" ContentType="application/vnd.openxmlformats-package.relationships+xml"/>
  <Override PartName="/ppt/slideLayouts/_rels/slideLayout6.xml.rels" ContentType="application/vnd.openxmlformats-package.relationships+xml"/>
  <Override PartName="/ppt/slideLayouts/_rels/slideLayout3.xml.rels" ContentType="application/vnd.openxmlformats-package.relationships+xml"/>
  <Override PartName="/ppt/slideLayouts/_rels/slideLayout16.xml.rels" ContentType="application/vnd.openxmlformats-package.relationships+xml"/>
  <Override PartName="/ppt/slideLayouts/_rels/slideLayout18.xml.rels" ContentType="application/vnd.openxmlformats-package.relationships+xml"/>
  <Override PartName="/ppt/slideLayouts/_rels/slideLayout5.xml.rels" ContentType="application/vnd.openxmlformats-package.relationships+xml"/>
  <Override PartName="/ppt/slideLayouts/_rels/slideLayout13.xml.rels" ContentType="application/vnd.openxmlformats-package.relationships+xml"/>
  <Override PartName="/ppt/slideLayouts/_rels/slideLayout12.xml.rels" ContentType="application/vnd.openxmlformats-package.relationships+xml"/>
  <Override PartName="/ppt/slideLayouts/_rels/slideLayout11.xml.rels" ContentType="application/vnd.openxmlformats-package.relationships+xml"/>
  <Override PartName="/ppt/slideLayouts/_rels/slideLayout1.xml.rels" ContentType="application/vnd.openxmlformats-package.relationships+xml"/>
  <Override PartName="/ppt/slideLayouts/_rels/slideLayout14.xml.rels" ContentType="application/vnd.openxmlformats-package.relationships+xml"/>
  <Override PartName="/ppt/slideLayouts/_rels/slideLayout10.xml.rels" ContentType="application/vnd.openxmlformats-package.relationships+xml"/>
  <Override PartName="/ppt/slideLayouts/_rels/slideLayout24.xml.rels" ContentType="application/vnd.openxmlformats-package.relationships+xml"/>
  <Override PartName="/ppt/slideLayouts/_rels/slideLayout9.xml.rels" ContentType="application/vnd.openxmlformats-package.relationships+xml"/>
  <Override PartName="/ppt/slideLayouts/_rels/slideLayout23.xml.rels" ContentType="application/vnd.openxmlformats-package.relationships+xml"/>
  <Override PartName="/ppt/slideLayouts/_rels/slideLayout8.xml.rels" ContentType="application/vnd.openxmlformats-package.relationships+xml"/>
  <Override PartName="/ppt/slideLayouts/_rels/slideLayout15.xml.rels" ContentType="application/vnd.openxmlformats-package.relationships+xml"/>
  <Override PartName="/ppt/slideLayouts/_rels/slideLayout2.xml.rels" ContentType="application/vnd.openxmlformats-package.relationships+xml"/>
  <Override PartName="/ppt/slideLayouts/_rels/slideLayout20.xml.rels" ContentType="application/vnd.openxmlformats-package.relationships+xml"/>
  <Override PartName="/ppt/slideLayouts/slideLayout6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22.xml" ContentType="application/vnd.openxmlformats-officedocument.presentationml.slideLayout+xml"/>
  <Override PartName="/ppt/presProps.xml" ContentType="application/vnd.openxmlformats-officedocument.presentationml.presProps+xml"/>
  <Override PartName="/ppt/slides/slide1.xml" ContentType="application/vnd.openxmlformats-officedocument.presentationml.slide+xml"/>
  <Override PartName="/ppt/slides/_rels/slide3.xml.rels" ContentType="application/vnd.openxmlformats-package.relationships+xml"/>
  <Override PartName="/ppt/slides/_rels/slide2.xml.rels" ContentType="application/vnd.openxmlformats-package.relationships+xml"/>
  <Override PartName="/ppt/slides/_rels/slide1.xml.rels" ContentType="application/vnd.openxmlformats-package.relationships+xml"/>
  <Override PartName="/ppt/slides/slide2.xml" ContentType="application/vnd.openxmlformats-officedocument.presentationml.slide+xml"/>
  <Override PartName="/ppt/slides/slide3.xml" ContentType="application/vnd.openxmlformats-officedocument.presentationml.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  <p:sldMasterId id="2147483661" r:id="rId3"/>
  </p:sldMasterIdLst>
  <p:sldIdLst>
    <p:sldId id="256" r:id="rId4"/>
    <p:sldId id="257" r:id="rId5"/>
    <p:sldId id="258" r:id="rId6"/>
  </p:sldIdLst>
  <p:sldSz cx="9144000" cy="6858000"/>
  <p:notesSz cx="6858000" cy="91440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Master" Target="slideMasters/slideMaster2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D4385D48-A469-4530-871C-05E7BC6A6AA4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1" name="PlaceHolder 2"/>
          <p:cNvSpPr>
            <a:spLocks noGrp="1"/>
          </p:cNvSpPr>
          <p:nvPr>
            <p:ph type="subTitle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52E02418-B084-4816-BC24-ADBFBA1007FD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3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F6091E6A-D148-4182-9398-EE1A53080D39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5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6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6A208A35-D42D-4984-BED3-33142CC13BB6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57DF541D-4EEF-4C6D-B1FE-103432169C0D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PlaceHolder 1"/>
          <p:cNvSpPr>
            <a:spLocks noGrp="1"/>
          </p:cNvSpPr>
          <p:nvPr>
            <p:ph type="subTitle"/>
          </p:nvPr>
        </p:nvSpPr>
        <p:spPr>
          <a:xfrm>
            <a:off x="457200" y="274320"/>
            <a:ext cx="8229600" cy="5299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52B6E5ED-0C25-48EF-8039-617C858E5E35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0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1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2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79178176-C968-4CF1-843E-C3BBCBFAC003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4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5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6" name="PlaceHolder 4"/>
          <p:cNvSpPr>
            <a:spLocks noGrp="1"/>
          </p:cNvSpPr>
          <p:nvPr>
            <p:ph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42AA8A51-B272-42FE-8425-202304928588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8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9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0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61C0400E-C23E-40C2-8900-FA259EC2E106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2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3" name="PlaceHolder 3"/>
          <p:cNvSpPr>
            <a:spLocks noGrp="1"/>
          </p:cNvSpPr>
          <p:nvPr>
            <p:ph/>
          </p:nvPr>
        </p:nvSpPr>
        <p:spPr>
          <a:xfrm>
            <a:off x="457200" y="396432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72626447-3435-4AF3-A36C-AB2E6E34B466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5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6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7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8" name="PlaceHolder 5"/>
          <p:cNvSpPr>
            <a:spLocks noGrp="1"/>
          </p:cNvSpPr>
          <p:nvPr>
            <p:ph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8" name="PlaceHolder 7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4EFF692C-5A5D-441D-A2FA-49714E3DDAEC}" type="slidenum">
              <a:t>&lt;#&gt;</a:t>
            </a:fld>
          </a:p>
        </p:txBody>
      </p:sp>
      <p:sp>
        <p:nvSpPr>
          <p:cNvPr id="9" name="PlaceHolder 8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0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1" name="PlaceHolder 3"/>
          <p:cNvSpPr>
            <a:spLocks noGrp="1"/>
          </p:cNvSpPr>
          <p:nvPr>
            <p:ph/>
          </p:nvPr>
        </p:nvSpPr>
        <p:spPr>
          <a:xfrm>
            <a:off x="323964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2" name="PlaceHolder 4"/>
          <p:cNvSpPr>
            <a:spLocks noGrp="1"/>
          </p:cNvSpPr>
          <p:nvPr>
            <p:ph/>
          </p:nvPr>
        </p:nvSpPr>
        <p:spPr>
          <a:xfrm>
            <a:off x="602208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3" name="PlaceHolder 5"/>
          <p:cNvSpPr>
            <a:spLocks noGrp="1"/>
          </p:cNvSpPr>
          <p:nvPr>
            <p:ph/>
          </p:nvPr>
        </p:nvSpPr>
        <p:spPr>
          <a:xfrm>
            <a:off x="45720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4" name="PlaceHolder 6"/>
          <p:cNvSpPr>
            <a:spLocks noGrp="1"/>
          </p:cNvSpPr>
          <p:nvPr>
            <p:ph/>
          </p:nvPr>
        </p:nvSpPr>
        <p:spPr>
          <a:xfrm>
            <a:off x="323964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5" name="PlaceHolder 7"/>
          <p:cNvSpPr>
            <a:spLocks noGrp="1"/>
          </p:cNvSpPr>
          <p:nvPr>
            <p:ph/>
          </p:nvPr>
        </p:nvSpPr>
        <p:spPr>
          <a:xfrm>
            <a:off x="602208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" name="PlaceHolder 8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10" name="PlaceHolder 9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92CC5735-0696-4BE0-8756-0DA74071CABE}" type="slidenum">
              <a:t>&lt;#&gt;</a:t>
            </a:fld>
          </a:p>
        </p:txBody>
      </p:sp>
      <p:sp>
        <p:nvSpPr>
          <p:cNvPr id="11" name="PlaceHolder 10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100D5EAF-5D3F-4D8C-B51E-D1588C4D36F4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9" name="PlaceHolder 2"/>
          <p:cNvSpPr>
            <a:spLocks noGrp="1"/>
          </p:cNvSpPr>
          <p:nvPr>
            <p:ph type="subTitle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61B4C163-DE15-4979-8823-A20A02CE4DD8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1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8117174D-FB33-48AA-B845-291709B05D0A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3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4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2BD3E139-5116-41E0-A6D4-32472DA3A3C8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D4AF83F2-F54B-4663-8058-C06003FB2DA6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PlaceHolder 1"/>
          <p:cNvSpPr>
            <a:spLocks noGrp="1"/>
          </p:cNvSpPr>
          <p:nvPr>
            <p:ph type="subTitle"/>
          </p:nvPr>
        </p:nvSpPr>
        <p:spPr>
          <a:xfrm>
            <a:off x="457200" y="274320"/>
            <a:ext cx="8229600" cy="5299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D35C1D1C-3FF0-4431-9C6B-C87CE0E40A1F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8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9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0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9DA48913-017D-45FF-8BD5-7C2CA4CAB4A8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2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3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4" name="PlaceHolder 4"/>
          <p:cNvSpPr>
            <a:spLocks noGrp="1"/>
          </p:cNvSpPr>
          <p:nvPr>
            <p:ph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36A14476-0339-4219-AD93-AC0FAE7B9864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6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7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8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BDF39A28-E868-46C7-96FD-6DA3861D65C0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0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1" name="PlaceHolder 3"/>
          <p:cNvSpPr>
            <a:spLocks noGrp="1"/>
          </p:cNvSpPr>
          <p:nvPr>
            <p:ph/>
          </p:nvPr>
        </p:nvSpPr>
        <p:spPr>
          <a:xfrm>
            <a:off x="457200" y="396432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12DE007A-599E-4ACD-9A18-DD0B03DCD165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3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4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5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6" name="PlaceHolder 5"/>
          <p:cNvSpPr>
            <a:spLocks noGrp="1"/>
          </p:cNvSpPr>
          <p:nvPr>
            <p:ph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8" name="PlaceHolder 7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E1663F7F-E357-4AD8-B7D5-668E802C29E3}" type="slidenum">
              <a:t>&lt;#&gt;</a:t>
            </a:fld>
          </a:p>
        </p:txBody>
      </p:sp>
      <p:sp>
        <p:nvSpPr>
          <p:cNvPr id="9" name="PlaceHolder 8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8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9" name="PlaceHolder 3"/>
          <p:cNvSpPr>
            <a:spLocks noGrp="1"/>
          </p:cNvSpPr>
          <p:nvPr>
            <p:ph/>
          </p:nvPr>
        </p:nvSpPr>
        <p:spPr>
          <a:xfrm>
            <a:off x="323964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0" name="PlaceHolder 4"/>
          <p:cNvSpPr>
            <a:spLocks noGrp="1"/>
          </p:cNvSpPr>
          <p:nvPr>
            <p:ph/>
          </p:nvPr>
        </p:nvSpPr>
        <p:spPr>
          <a:xfrm>
            <a:off x="602208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1" name="PlaceHolder 5"/>
          <p:cNvSpPr>
            <a:spLocks noGrp="1"/>
          </p:cNvSpPr>
          <p:nvPr>
            <p:ph/>
          </p:nvPr>
        </p:nvSpPr>
        <p:spPr>
          <a:xfrm>
            <a:off x="45720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2" name="PlaceHolder 6"/>
          <p:cNvSpPr>
            <a:spLocks noGrp="1"/>
          </p:cNvSpPr>
          <p:nvPr>
            <p:ph/>
          </p:nvPr>
        </p:nvSpPr>
        <p:spPr>
          <a:xfrm>
            <a:off x="323964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3" name="PlaceHolder 7"/>
          <p:cNvSpPr>
            <a:spLocks noGrp="1"/>
          </p:cNvSpPr>
          <p:nvPr>
            <p:ph/>
          </p:nvPr>
        </p:nvSpPr>
        <p:spPr>
          <a:xfrm>
            <a:off x="602208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" name="PlaceHolder 8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10" name="PlaceHolder 9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2C21CEF4-63F7-4B78-BE76-42F0788DBE66}" type="slidenum">
              <a:t>&lt;#&gt;</a:t>
            </a:fld>
          </a:p>
        </p:txBody>
      </p:sp>
      <p:sp>
        <p:nvSpPr>
          <p:cNvPr id="11" name="PlaceHolder 10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<Relationship Id="rId13" Type="http://schemas.openxmlformats.org/officeDocument/2006/relationships/slideLayout" Target="../slideLayouts/slideLayout12.xml"/>
</Relationships>
</file>

<file path=ppt/slideMasters/_rels/slideMaster2.xml.rels><?xml version="1.0" encoding="UTF-8"?>
<Relationships xmlns="http://schemas.openxmlformats.org/package/2006/relationships"><Relationship Id="rId1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3" Type="http://schemas.openxmlformats.org/officeDocument/2006/relationships/slideLayout" Target="../slideLayouts/slideLayout14.xml"/><Relationship Id="rId4" Type="http://schemas.openxmlformats.org/officeDocument/2006/relationships/slideLayout" Target="../slideLayouts/slideLayout15.xml"/><Relationship Id="rId5" Type="http://schemas.openxmlformats.org/officeDocument/2006/relationships/slideLayout" Target="../slideLayouts/slideLayout16.xml"/><Relationship Id="rId6" Type="http://schemas.openxmlformats.org/officeDocument/2006/relationships/slideLayout" Target="../slideLayouts/slideLayout17.xml"/><Relationship Id="rId7" Type="http://schemas.openxmlformats.org/officeDocument/2006/relationships/slideLayout" Target="../slideLayouts/slideLayout18.xml"/><Relationship Id="rId8" Type="http://schemas.openxmlformats.org/officeDocument/2006/relationships/slideLayout" Target="../slideLayouts/slideLayout19.xml"/><Relationship Id="rId9" Type="http://schemas.openxmlformats.org/officeDocument/2006/relationships/slideLayout" Target="../slideLayouts/slideLayout20.xml"/><Relationship Id="rId10" Type="http://schemas.openxmlformats.org/officeDocument/2006/relationships/slideLayout" Target="../slideLayouts/slideLayout21.xml"/><Relationship Id="rId11" Type="http://schemas.openxmlformats.org/officeDocument/2006/relationships/slideLayout" Target="../slideLayouts/slideLayout22.xml"/><Relationship Id="rId12" Type="http://schemas.openxmlformats.org/officeDocument/2006/relationships/slideLayout" Target="../slideLayouts/slideLayout23.xml"/><Relationship Id="rId13" Type="http://schemas.openxmlformats.org/officeDocument/2006/relationships/slideLayout" Target="../slideLayouts/slideLayout24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"/>
          <p:cNvSpPr/>
          <p:nvPr/>
        </p:nvSpPr>
        <p:spPr>
          <a:xfrm>
            <a:off x="0" y="6135840"/>
            <a:ext cx="9140760" cy="718920"/>
          </a:xfrm>
          <a:prstGeom prst="rect">
            <a:avLst/>
          </a:prstGeom>
          <a:solidFill>
            <a:srgbClr val="ffff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Click to edit the title text format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Click to edit the outline text format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spcBef>
                <a:spcPts val="799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Second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2" marL="1143000" indent="-22860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Third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3" marL="1600200" indent="-228600">
              <a:spcBef>
                <a:spcPts val="799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Fourth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4" marL="2057400" indent="-228600">
              <a:spcBef>
                <a:spcPts val="799"/>
              </a:spcBef>
              <a:buClr>
                <a:srgbClr val="ffffff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Fifth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5" marL="2057400" indent="-228600">
              <a:spcBef>
                <a:spcPts val="799"/>
              </a:spcBef>
              <a:buClr>
                <a:srgbClr val="000000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Sixth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6" marL="2057400" indent="-228600">
              <a:spcBef>
                <a:spcPts val="799"/>
              </a:spcBef>
              <a:buClr>
                <a:srgbClr val="000000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Seventh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3"/>
          <p:cNvSpPr>
            <a:spLocks noGrp="1"/>
          </p:cNvSpPr>
          <p:nvPr>
            <p:ph type="dt" idx="1"/>
          </p:nvPr>
        </p:nvSpPr>
        <p:spPr>
          <a:xfrm>
            <a:off x="45684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solidFill>
                  <a:srgbClr val="ffffff"/>
                </a:solidFill>
                <a:latin typeface="Tahoma"/>
              </a:defRPr>
            </a:lvl1pPr>
          </a:lstStyle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pc="-1" strike="noStrike">
                <a:solidFill>
                  <a:srgbClr val="ffffff"/>
                </a:solidFill>
                <a:latin typeface="Tahoma"/>
              </a:rPr>
              <a:t>&lt;date/time&gt;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4" name="PlaceHolder 4"/>
          <p:cNvSpPr>
            <a:spLocks noGrp="1"/>
          </p:cNvSpPr>
          <p:nvPr>
            <p:ph type="ftr" idx="2"/>
          </p:nvPr>
        </p:nvSpPr>
        <p:spPr>
          <a:xfrm>
            <a:off x="3124080" y="6244920"/>
            <a:ext cx="289584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solidFill>
                  <a:srgbClr val="ffffff"/>
                </a:solidFill>
                <a:latin typeface="Tahoma"/>
              </a:defRPr>
            </a:lvl1pPr>
          </a:lstStyle>
          <a:p>
            <a: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pc="-1" strike="noStrike">
                <a:solidFill>
                  <a:srgbClr val="ffffff"/>
                </a:solidFill>
                <a:latin typeface="Tahoma"/>
              </a:rPr>
              <a:t>&lt;footer&gt;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5" name="PlaceHolder 5"/>
          <p:cNvSpPr>
            <a:spLocks noGrp="1"/>
          </p:cNvSpPr>
          <p:nvPr>
            <p:ph type="sldNum" idx="3"/>
          </p:nvPr>
        </p:nvSpPr>
        <p:spPr>
          <a:xfrm>
            <a:off x="655272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solidFill>
                  <a:srgbClr val="ffffff"/>
                </a:solidFill>
                <a:latin typeface="Tahoma"/>
              </a:defRPr>
            </a:lvl1pPr>
          </a:lstStyle>
          <a:p>
            <a: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fld id="{EC58AE22-A8AC-4B25-91E5-4799655AE026}" type="slidenum">
              <a:rPr b="0" lang="en-IN" sz="1400" spc="-1" strike="noStrike">
                <a:solidFill>
                  <a:srgbClr val="ffffff"/>
                </a:solidFill>
                <a:latin typeface="Tahoma"/>
              </a:rPr>
              <a:t>&lt;number&gt;</a:t>
            </a:fld>
            <a:endParaRPr b="0" lang="en-IN" sz="1400" spc="-1" strike="noStrike">
              <a:latin typeface="Times New Roman"/>
            </a:endParaRPr>
          </a:p>
        </p:txBody>
      </p:sp>
      <p:sp>
        <p:nvSpPr>
          <p:cNvPr id="6" name=""/>
          <p:cNvSpPr/>
          <p:nvPr/>
        </p:nvSpPr>
        <p:spPr>
          <a:xfrm>
            <a:off x="4572000" y="6165720"/>
            <a:ext cx="4464000" cy="58140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 algn="r">
              <a:lnSpc>
                <a:spcPct val="100000"/>
              </a:lnSpc>
              <a:spcBef>
                <a:spcPts val="2001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IN" sz="3200" spc="-1" strike="noStrike">
                <a:solidFill>
                  <a:srgbClr val="000000"/>
                </a:solidFill>
                <a:latin typeface="Tahoma"/>
              </a:rPr>
              <a:t>Real Reaction</a:t>
            </a:r>
            <a:endParaRPr b="0" lang="en-IN" sz="3200" spc="-1" strike="noStrike">
              <a:solidFill>
                <a:srgbClr val="000000"/>
              </a:solidFill>
              <a:latin typeface="Times New Roman"/>
            </a:endParaRPr>
          </a:p>
        </p:txBody>
      </p:sp>
      <p:grpSp>
        <p:nvGrpSpPr>
          <p:cNvPr id="7" name=""/>
          <p:cNvGrpSpPr/>
          <p:nvPr/>
        </p:nvGrpSpPr>
        <p:grpSpPr>
          <a:xfrm>
            <a:off x="34920" y="5973840"/>
            <a:ext cx="1332000" cy="986760"/>
            <a:chOff x="34920" y="5973840"/>
            <a:chExt cx="1332000" cy="986760"/>
          </a:xfrm>
        </p:grpSpPr>
        <p:sp>
          <p:nvSpPr>
            <p:cNvPr id="8" name=""/>
            <p:cNvSpPr/>
            <p:nvPr/>
          </p:nvSpPr>
          <p:spPr>
            <a:xfrm>
              <a:off x="34920" y="6043680"/>
              <a:ext cx="1008000" cy="91692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lnSpc>
                  <a:spcPct val="100000"/>
                </a:lnSpc>
                <a:spcBef>
                  <a:spcPts val="3376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IN" sz="5400" spc="-1" strike="noStrike">
                  <a:solidFill>
                    <a:srgbClr val="808080"/>
                  </a:solidFill>
                  <a:latin typeface="Arial"/>
                </a:rPr>
                <a:t>R</a:t>
              </a:r>
              <a:endParaRPr b="0" lang="en-IN" sz="5400" spc="-1" strike="noStrike">
                <a:solidFill>
                  <a:srgbClr val="000000"/>
                </a:solidFill>
                <a:latin typeface="Times New Roman"/>
              </a:endParaRPr>
            </a:p>
          </p:txBody>
        </p:sp>
        <p:sp>
          <p:nvSpPr>
            <p:cNvPr id="9" name=""/>
            <p:cNvSpPr/>
            <p:nvPr/>
          </p:nvSpPr>
          <p:spPr>
            <a:xfrm>
              <a:off x="358920" y="5973840"/>
              <a:ext cx="1008000" cy="91692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lnSpc>
                  <a:spcPct val="100000"/>
                </a:lnSpc>
                <a:spcBef>
                  <a:spcPts val="3376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IN" sz="5400" spc="-1" strike="noStrike">
                  <a:solidFill>
                    <a:srgbClr val="808080"/>
                  </a:solidFill>
                  <a:latin typeface="Arial"/>
                </a:rPr>
                <a:t>R</a:t>
              </a:r>
              <a:endParaRPr b="0" lang="en-IN" sz="5400" spc="-1" strike="noStrike">
                <a:solidFill>
                  <a:srgbClr val="000000"/>
                </a:solidFill>
                <a:latin typeface="Times New Roman"/>
              </a:endParaRPr>
            </a:p>
          </p:txBody>
        </p:sp>
      </p:grp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</p:sldLayoutIdLst>
</p:sldMaster>
</file>

<file path=ppt/slideMasters/slideMaster2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"/>
          <p:cNvSpPr/>
          <p:nvPr/>
        </p:nvSpPr>
        <p:spPr>
          <a:xfrm>
            <a:off x="0" y="6135840"/>
            <a:ext cx="9140760" cy="718920"/>
          </a:xfrm>
          <a:prstGeom prst="rect">
            <a:avLst/>
          </a:prstGeom>
          <a:solidFill>
            <a:srgbClr val="ffff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47" name="PlaceHolder 1"/>
          <p:cNvSpPr>
            <a:spLocks noGrp="1"/>
          </p:cNvSpPr>
          <p:nvPr>
            <p:ph type="title"/>
          </p:nvPr>
        </p:nvSpPr>
        <p:spPr>
          <a:xfrm>
            <a:off x="685800" y="2130120"/>
            <a:ext cx="7772400" cy="14698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Click to edit the title text format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8" name="PlaceHolder 2"/>
          <p:cNvSpPr>
            <a:spLocks noGrp="1"/>
          </p:cNvSpPr>
          <p:nvPr>
            <p:ph type="dt" idx="4"/>
          </p:nvPr>
        </p:nvSpPr>
        <p:spPr>
          <a:xfrm>
            <a:off x="45684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latin typeface="Tahoma"/>
              </a:defRPr>
            </a:lvl1pPr>
          </a:lstStyle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pc="-1" strike="noStrike">
                <a:latin typeface="Tahoma"/>
              </a:rPr>
              <a:t>&lt;date/time&gt;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49" name="PlaceHolder 3"/>
          <p:cNvSpPr>
            <a:spLocks noGrp="1"/>
          </p:cNvSpPr>
          <p:nvPr>
            <p:ph type="ftr" idx="5"/>
          </p:nvPr>
        </p:nvSpPr>
        <p:spPr>
          <a:xfrm>
            <a:off x="3124080" y="6244920"/>
            <a:ext cx="289584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latin typeface="Tahoma"/>
              </a:defRPr>
            </a:lvl1pPr>
          </a:lstStyle>
          <a:p>
            <a: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pc="-1" strike="noStrike">
                <a:latin typeface="Tahoma"/>
              </a:rPr>
              <a:t>&lt;footer&gt;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50" name="PlaceHolder 4"/>
          <p:cNvSpPr>
            <a:spLocks noGrp="1"/>
          </p:cNvSpPr>
          <p:nvPr>
            <p:ph type="sldNum" idx="6"/>
          </p:nvPr>
        </p:nvSpPr>
        <p:spPr>
          <a:xfrm>
            <a:off x="655272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latin typeface="Tahoma"/>
              </a:defRPr>
            </a:lvl1pPr>
          </a:lstStyle>
          <a:p>
            <a: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fld id="{E0BAA77D-7395-4DA8-AF80-3D7FC6BF9E3C}" type="slidenum">
              <a:rPr b="0" lang="en-IN" sz="1400" spc="-1" strike="noStrike">
                <a:latin typeface="Tahoma"/>
              </a:rPr>
              <a:t>&lt;number&gt;</a:t>
            </a:fld>
            <a:endParaRPr b="0" lang="en-IN" sz="1400" spc="-1" strike="noStrike">
              <a:latin typeface="Times New Roman"/>
            </a:endParaRPr>
          </a:p>
        </p:txBody>
      </p:sp>
      <p:grpSp>
        <p:nvGrpSpPr>
          <p:cNvPr id="51" name=""/>
          <p:cNvGrpSpPr/>
          <p:nvPr/>
        </p:nvGrpSpPr>
        <p:grpSpPr>
          <a:xfrm>
            <a:off x="34920" y="-287280"/>
            <a:ext cx="1584360" cy="1701720"/>
            <a:chOff x="34920" y="-287280"/>
            <a:chExt cx="1584360" cy="1701720"/>
          </a:xfrm>
        </p:grpSpPr>
        <p:sp>
          <p:nvSpPr>
            <p:cNvPr id="52" name=""/>
            <p:cNvSpPr/>
            <p:nvPr/>
          </p:nvSpPr>
          <p:spPr>
            <a:xfrm>
              <a:off x="34920" y="-142560"/>
              <a:ext cx="1008000" cy="155700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lnSpc>
                  <a:spcPct val="100000"/>
                </a:lnSpc>
                <a:spcBef>
                  <a:spcPts val="6001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IN" sz="9600" spc="-1" strike="noStrike">
                  <a:solidFill>
                    <a:srgbClr val="808080"/>
                  </a:solidFill>
                  <a:latin typeface="Arial"/>
                </a:rPr>
                <a:t>R</a:t>
              </a:r>
              <a:endParaRPr b="0" lang="en-IN" sz="9600" spc="-1" strike="noStrike">
                <a:solidFill>
                  <a:srgbClr val="000000"/>
                </a:solidFill>
                <a:latin typeface="Times New Roman"/>
              </a:endParaRPr>
            </a:p>
          </p:txBody>
        </p:sp>
        <p:sp>
          <p:nvSpPr>
            <p:cNvPr id="53" name=""/>
            <p:cNvSpPr/>
            <p:nvPr/>
          </p:nvSpPr>
          <p:spPr>
            <a:xfrm>
              <a:off x="611280" y="-287280"/>
              <a:ext cx="1008000" cy="155700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lnSpc>
                  <a:spcPct val="100000"/>
                </a:lnSpc>
                <a:spcBef>
                  <a:spcPts val="6001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IN" sz="9600" spc="-1" strike="noStrike">
                  <a:solidFill>
                    <a:srgbClr val="808080"/>
                  </a:solidFill>
                  <a:latin typeface="Arial"/>
                </a:rPr>
                <a:t>R</a:t>
              </a:r>
              <a:endParaRPr b="0" lang="en-IN" sz="9600" spc="-1" strike="noStrike">
                <a:solidFill>
                  <a:srgbClr val="000000"/>
                </a:solidFill>
                <a:latin typeface="Times New Roman"/>
              </a:endParaRPr>
            </a:p>
          </p:txBody>
        </p:sp>
      </p:grpSp>
      <p:sp>
        <p:nvSpPr>
          <p:cNvPr id="54" name=""/>
          <p:cNvSpPr/>
          <p:nvPr/>
        </p:nvSpPr>
        <p:spPr>
          <a:xfrm>
            <a:off x="2771640" y="444600"/>
            <a:ext cx="6193080" cy="70344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 algn="r">
              <a:lnSpc>
                <a:spcPct val="100000"/>
              </a:lnSpc>
              <a:spcBef>
                <a:spcPts val="2500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IN" sz="4000" spc="-1" strike="noStrike">
                <a:solidFill>
                  <a:srgbClr val="ffffff"/>
                </a:solidFill>
                <a:latin typeface="Tahoma"/>
              </a:rPr>
              <a:t>Real Reaction</a:t>
            </a:r>
            <a:endParaRPr b="0" lang="en-IN" sz="40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5" name=""/>
          <p:cNvSpPr/>
          <p:nvPr/>
        </p:nvSpPr>
        <p:spPr>
          <a:xfrm>
            <a:off x="2700360" y="1171440"/>
            <a:ext cx="6192720" cy="45972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 algn="r">
              <a:lnSpc>
                <a:spcPct val="100000"/>
              </a:lnSpc>
              <a:spcBef>
                <a:spcPts val="1500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i="1" lang="en-IN" sz="2400" spc="-1" strike="noStrike">
                <a:solidFill>
                  <a:srgbClr val="ffff66"/>
                </a:solidFill>
                <a:latin typeface="Tahoma"/>
              </a:rPr>
              <a:t>We put fashion in electronics</a:t>
            </a:r>
            <a:endParaRPr b="0" lang="en-IN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6" name=""/>
          <p:cNvSpPr/>
          <p:nvPr/>
        </p:nvSpPr>
        <p:spPr>
          <a:xfrm flipH="1">
            <a:off x="107640" y="1197000"/>
            <a:ext cx="8785080" cy="0"/>
          </a:xfrm>
          <a:prstGeom prst="line">
            <a:avLst/>
          </a:prstGeom>
          <a:ln w="38160">
            <a:solidFill>
              <a:srgbClr val="ffffff"/>
            </a:solidFill>
            <a:prstDash val="sysDot"/>
            <a:miter/>
          </a:ln>
        </p:spPr>
        <p:style>
          <a:lnRef idx="0"/>
          <a:fillRef idx="0"/>
          <a:effectRef idx="0"/>
          <a:fontRef idx="minor"/>
        </p:style>
      </p:sp>
      <p:sp>
        <p:nvSpPr>
          <p:cNvPr id="57" name="PlaceHolder 5"/>
          <p:cNvSpPr>
            <a:spLocks noGrp="1"/>
          </p:cNvSpPr>
          <p:nvPr>
            <p:ph type="body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algn="ctr">
              <a:spcBef>
                <a:spcPts val="799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Click to edit the outline text format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1" marL="457200" algn="ctr">
              <a:spcBef>
                <a:spcPts val="700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800" spc="-1" strike="noStrike">
                <a:solidFill>
                  <a:srgbClr val="ffffff"/>
                </a:solidFill>
                <a:latin typeface="Tahoma"/>
              </a:rPr>
              <a:t>Second Outline Level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lvl="2" marL="914400" algn="ctr">
              <a:spcBef>
                <a:spcPts val="601"/>
              </a:spcBef>
              <a:buClr>
                <a:srgbClr val="ffffff"/>
              </a:buClr>
              <a:buFont typeface="Tahoma"/>
              <a:buChar char="•"/>
              <a:tabLst>
                <a:tab algn="l" pos="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400" spc="-1" strike="noStrike">
                <a:solidFill>
                  <a:srgbClr val="ffffff"/>
                </a:solidFill>
                <a:latin typeface="Tahoma"/>
              </a:rPr>
              <a:t>Third Outline Level</a:t>
            </a:r>
            <a:endParaRPr b="0" lang="en-IN" sz="2400" spc="-1" strike="noStrike">
              <a:solidFill>
                <a:srgbClr val="ffffff"/>
              </a:solidFill>
              <a:latin typeface="Tahoma"/>
            </a:endParaRPr>
          </a:p>
          <a:p>
            <a:pPr lvl="3" marL="1371600" algn="ctr">
              <a:spcBef>
                <a:spcPts val="499"/>
              </a:spcBef>
              <a:buClr>
                <a:srgbClr val="ffffff"/>
              </a:buClr>
              <a:buFont typeface="Tahoma"/>
              <a:buChar char="–"/>
              <a:tabLst>
                <a:tab algn="l" pos="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pc="-1" strike="noStrike">
                <a:solidFill>
                  <a:srgbClr val="ffffff"/>
                </a:solidFill>
                <a:latin typeface="Tahoma"/>
              </a:rPr>
              <a:t>Fourth Outline Level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  <a:p>
            <a:pPr lvl="4" marL="1828800" algn="ctr">
              <a:spcBef>
                <a:spcPts val="499"/>
              </a:spcBef>
              <a:buClr>
                <a:srgbClr val="ffffff"/>
              </a:buClr>
              <a:buFont typeface="Tahoma"/>
              <a:buChar char="»"/>
              <a:tabLst>
                <a:tab algn="l" pos="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pc="-1" strike="noStrike">
                <a:solidFill>
                  <a:srgbClr val="ffffff"/>
                </a:solidFill>
                <a:latin typeface="Tahoma"/>
              </a:rPr>
              <a:t>Fifth Outline Level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  <a:p>
            <a:pPr lvl="5" marL="1828800">
              <a:spcBef>
                <a:spcPts val="499"/>
              </a:spcBef>
              <a:buClr>
                <a:srgbClr val="000000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pc="-1" strike="noStrike">
                <a:solidFill>
                  <a:srgbClr val="ffffff"/>
                </a:solidFill>
                <a:latin typeface="Tahoma"/>
              </a:rPr>
              <a:t>Sixth Outline Level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  <a:p>
            <a:pPr lvl="6" marL="1828800">
              <a:spcBef>
                <a:spcPts val="499"/>
              </a:spcBef>
              <a:buClr>
                <a:srgbClr val="000000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pc="-1" strike="noStrike">
                <a:solidFill>
                  <a:srgbClr val="ffffff"/>
                </a:solidFill>
                <a:latin typeface="Tahoma"/>
              </a:rPr>
              <a:t>Seventh Outline Level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4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PlaceHolder 1"/>
          <p:cNvSpPr>
            <a:spLocks noGrp="1"/>
          </p:cNvSpPr>
          <p:nvPr>
            <p:ph type="title"/>
          </p:nvPr>
        </p:nvSpPr>
        <p:spPr>
          <a:xfrm>
            <a:off x="685800" y="2130120"/>
            <a:ext cx="7772400" cy="14698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Functional Design meeting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5" name="PlaceHolder 2"/>
          <p:cNvSpPr>
            <a:spLocks noGrp="1"/>
          </p:cNvSpPr>
          <p:nvPr>
            <p:ph type="subTitle"/>
          </p:nvPr>
        </p:nvSpPr>
        <p:spPr>
          <a:xfrm>
            <a:off x="1371600" y="3886200"/>
            <a:ext cx="6400800" cy="17524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p>
            <a:pPr algn="ctr">
              <a:spcBef>
                <a:spcPts val="799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3200" spc="-1" strike="noStrike">
                <a:solidFill>
                  <a:srgbClr val="ffffff"/>
                </a:solidFill>
                <a:latin typeface="Tahoma"/>
              </a:rPr>
              <a:t>Presented by: &lt;BenZeghiba&gt; Project Manager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Agenda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7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Opening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Project Manager = secretary (minutes)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3 presentations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New project requirements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Decision on remote control functions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Closing (we have 40 minutes!)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Closing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9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 fontScale="95000"/>
          </a:bodyPr>
          <a:p>
            <a:pPr marL="343080" indent="-343080">
              <a:spcBef>
                <a:spcPts val="700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800" spc="-1" strike="noStrike">
                <a:solidFill>
                  <a:srgbClr val="ffffff"/>
                </a:solidFill>
                <a:latin typeface="Tahoma"/>
              </a:rPr>
              <a:t>Now: lunch break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00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800" spc="-1" strike="noStrike">
                <a:solidFill>
                  <a:srgbClr val="ffffff"/>
                </a:solidFill>
                <a:latin typeface="Tahoma"/>
              </a:rPr>
              <a:t>Then 30 minutes of individual work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00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800" spc="-1" strike="noStrike">
                <a:solidFill>
                  <a:srgbClr val="ffffff"/>
                </a:solidFill>
                <a:latin typeface="Tahoma"/>
              </a:rPr>
              <a:t>PM: puts minutes in Project Documents folder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00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800" spc="-1" strike="noStrike">
                <a:solidFill>
                  <a:srgbClr val="ffffff"/>
                </a:solidFill>
                <a:latin typeface="Tahoma"/>
              </a:rPr>
              <a:t>Individual actions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spcBef>
                <a:spcPts val="601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400" spc="-1" strike="noStrike">
                <a:solidFill>
                  <a:srgbClr val="ffffff"/>
                </a:solidFill>
                <a:latin typeface="Tahoma"/>
              </a:rPr>
              <a:t>ID: the components concept </a:t>
            </a:r>
            <a:endParaRPr b="0" lang="en-IN" sz="24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spcBef>
                <a:spcPts val="601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400" spc="-1" strike="noStrike">
                <a:solidFill>
                  <a:srgbClr val="ffffff"/>
                </a:solidFill>
                <a:latin typeface="Tahoma"/>
              </a:rPr>
              <a:t>UID: the user interface concept </a:t>
            </a:r>
            <a:endParaRPr b="0" lang="en-IN" sz="24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spcBef>
                <a:spcPts val="601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400" spc="-1" strike="noStrike">
                <a:solidFill>
                  <a:srgbClr val="ffffff"/>
                </a:solidFill>
                <a:latin typeface="Tahoma"/>
              </a:rPr>
              <a:t>ME: trend watching </a:t>
            </a:r>
            <a:endParaRPr b="0" lang="en-IN" sz="24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00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800" spc="-1" strike="noStrike">
                <a:solidFill>
                  <a:srgbClr val="ffffff"/>
                </a:solidFill>
                <a:latin typeface="Tahoma"/>
              </a:rPr>
              <a:t>Specific instructions will be sent to you by your personal coach.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7</TotalTime>
  <Application>LibreOffice/7.3.7.2$Linux_X86_64 LibreOffice_project/30$Build-2</Application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/>
  <dc:description/>
  <dc:language>en-IN</dc:language>
  <cp:lastModifiedBy>ami</cp:lastModifiedBy>
  <dcterms:modified xsi:type="dcterms:W3CDTF">2004-12-06T16:08:55Z</dcterms:modified>
  <cp:revision>19</cp:revision>
  <dc:subject/>
  <dc:title>PowerPoint Presentation</dc:title>
</cp:coreProperties>
</file>