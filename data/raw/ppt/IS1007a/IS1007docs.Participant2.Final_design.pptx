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B49425-631D-4CB6-82F0-601972E1AFA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99E58C-A90F-4343-928C-0C39816412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1DDB02-98D6-479F-9F4F-552D505801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BC7E38-4E5C-4BD5-9B28-09FFE3FFBF3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1F5183-3867-4EF0-B92B-9C277C02788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2F420D-D316-47FE-8C1B-5262DAC2B78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C3BBED-F0CA-40E0-9A99-835E3D6393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FEA6DA-1563-4DB3-AF92-6BD168BD79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D2D6F3-3794-4861-A9A9-26F8A0439AC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FD6CBE-483D-48AD-AE6A-25A7773DC7C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E4A7F4-4027-474E-B6DD-EBF90556AED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6CF1A6-2092-4E00-A54A-5B7DD818737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AD02EF-A9AE-44B3-944C-B38BE489D4C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0165B3-870A-4181-9298-1B000CD335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FAB8D5-1215-40AE-A280-D75079397C2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66BCB3-6DDF-43E0-A3C1-BDA4A338114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B870A8-C82E-4E60-9F14-28336132089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13E814-79A8-4A4C-AD0B-FCCFBEE2FD8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D007E7-51B8-456F-8B76-58B3AED8827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E9C305-0802-41F8-AC78-44E687D969C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9E5CB1-30F5-46F0-9E9B-7C94F464AC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70E3FF-1142-4859-863A-827FECCAB9D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C1AD97-E309-489E-9AB9-0B5DB2F7747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F89858-9B5F-489B-ABCA-041DC655E54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B92F1CA-1963-4723-A1FA-CE85B4418045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0968479-4F4F-40E3-A409-81D240AAC607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Product Prototypes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Norman and Guillaume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Final Product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Two versions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With LCDs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Without LCDs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Both comes with: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charger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Detachable (add-on) parental control module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Detachable big buttons (for old people)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Other important features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Detachable (add-on) speech recognizer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Security feature (robust to mishandlings; for kids)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Endurable battery life (high autonomy)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Robust-to-misplacement reminder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User-programmable channels and vocabulary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Pre-filtering of TV programs by genre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Cheap-to-produce and –manufacture materials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Light-weight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Fancy design and colors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Demonstration of prototypes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2004-12-06T19:38:40Z</dcterms:modified>
  <cp:revision>18</cp:revision>
  <dc:subject/>
  <dc:title>PowerPoint Presentation</dc:title>
</cp:coreProperties>
</file>