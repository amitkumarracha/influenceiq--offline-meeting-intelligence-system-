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12A226-4FB3-4E06-B642-08A747784D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0E1728-C4A6-4910-B1D2-0B3771F1EC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F787B9-41F7-4D4C-AC6D-6E619C6F81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A31EE2-2087-4E58-84FE-2F9D658E64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BE63F2-3B1A-40F1-A0B3-24785B7327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11C495-149B-4DE6-B394-A653283D35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E46C53-4FBF-46FD-A704-A832219183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9B247A-727C-4164-A741-D419BBC4A6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B57BE5-0F7B-4DB3-AA55-F2D0C3D5DF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382ACE-AA30-4A0C-A140-48AE06DA87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57C171-04ED-42B8-8C73-7AC22BA870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902E62-307F-4161-9EF4-CADE32B747B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2B1C24-D1E2-485D-BE41-57226C2D97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39DCCC-FE0B-493A-B5A1-01CFF294B0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2B991F-0042-455E-AB89-4863D2A4E3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95CA76-3A36-41C6-AF3E-2BC80B56CF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43433D-F55B-4C5F-A5EA-1D2BA47F78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EF008D-CF3B-490C-86C1-68ADAE737A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221DC1-B1F6-4C24-9276-CBDD18ECE3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8E776C-035F-445F-9104-831D949E9C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FB047A-47BB-4DE9-B96C-DE8F1CF179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BEC089-9B77-4C70-9437-0A39626D84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56F0B0-C398-4976-BCF5-030C429FA6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799B3E-75A5-4651-818D-81686401FF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097D23-F596-42A2-B99B-C0F305BA86A6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30AC23-0EF4-4C53-9B15-3E77A8B8F1CB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Norman and Guillaume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Product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Two versions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Without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Both comes with: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charger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(add-on) parental control module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big buttons (for old people)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Other important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Detachable (add-on) speech recognizer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Security feature (robust to mishandlings; for kids)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Endurable battery life (high autonomy)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Robust-to-misplacement reminder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User-programmable channels and vocabulary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Pre-filtering of TV programs by genre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Cheap-to-produce and –manufacture materials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Light-weight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Fancy design and colors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Speech recognition feature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Demonstration of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2004-12-13T18:34:59Z</dcterms:modified>
  <cp:revision>19</cp:revision>
  <dc:subject/>
  <dc:title>PowerPoint Presentation</dc:title>
</cp:coreProperties>
</file>