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0950E1-DCCC-4AA0-9DF6-32D498339D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2CBAF4-CE56-4B14-B85F-F884BFEA60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D24EA1-4FD6-4925-B752-A846023493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95E416-B2A3-4219-B79B-7739A329C0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B556FD-440E-4665-A534-BBFB93EF9D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B8524C-4B82-4694-8B1C-AA5E77EC9F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0672C2-976E-4DA7-8851-B0D8E0A16E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DAACD3-AE5B-4E25-86A2-77462D0EC1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F36E8F-8051-470B-BA8D-758313B261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FA2981-9EEF-4FDF-BDDC-2233E5BFF8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4827B8-06E8-45C3-9B66-58A6B415B0F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15A711-1658-48EF-BFF8-D28FE1B3209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B8EB0F-DF35-4A98-BF8B-5579F7B7F8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C69A6F-DED7-40B0-BD01-3F97A6CC01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9CCA8A-C671-4261-9FCD-25B438A100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D3A83D-5629-4D72-98A3-A56B486045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5ADD24-6727-406D-9D7F-A6EDE77B95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EC94F7-4A4A-4877-8592-7701BE0D9A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CC3D26-F44E-409D-8D7C-4F96C1122E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A92A75-1BEF-4CCB-B2A5-CE94AA7C3B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32167E-0873-4ACE-B130-A757ABE2CA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36AC1F-FA1E-4765-A85B-5A119FD207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88EAEF-89DE-4B6E-A133-E698CA9D18E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4F4773-B759-4993-B08D-939C87147FE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2E39132-7C11-4DCE-B18C-1479C0791F1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DD9DD79-4844-4C9C-B76B-970ED86A4DC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