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BAED1-5C72-4479-9190-6213AB093E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3CC3E7-9745-46F8-ADC7-050E3E3942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51117-3357-4D8A-AA90-813BA826A3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1AD078-C2CC-424C-AED6-82FE14849F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1C84AE-9F83-437B-9A86-EA4A7BA385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F09E1F-A3B9-42B8-A0F3-147CFEF158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1521C4-BB1D-4589-ABCE-5BACABA52A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5806F3-DE3F-4E7B-9730-C5C2DAEAA9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D6ABBD-C0A3-46DD-93AE-5AC9EAE933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CE6BBA-3CDC-4211-8A3E-DAB9380EFC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C1BB9F-DAB9-4D4C-9783-A2D5E989CF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1FC58-06FD-456B-9207-1C56EA5D6E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1F2F63-2B95-49CA-A01A-6AC06957F4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6274D5-7BCA-4291-B415-E4032C2D64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056272-D5B6-4DB8-8DA2-87D8AEE87C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48EF3F-683A-4B63-9BBB-623C177687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191059-FEE4-4095-8751-13974BFF3D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C0844C-35B7-4E53-B0C4-5B01124AEC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393A38-E72B-4FDE-B1B7-7496DB690A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77ADCE-794E-422A-9C1E-E4D7895B58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00262A-945C-4F26-AB5A-FCCC40858A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F2D3D7-5AC7-4340-A85B-197298E459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2588C0-244E-41A2-9260-1954B96F2B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34C109-6D4F-4489-8DF4-7A06392473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91B3A3-FC84-4856-829E-1D6763ECE86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309438-EB5F-4961-9422-C155DCC6825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2004-12-15T19:32:11Z</dcterms:modified>
  <cp:revision>20</cp:revision>
  <dc:subject/>
  <dc:title>PowerPoint Presentation</dc:title>
</cp:coreProperties>
</file>