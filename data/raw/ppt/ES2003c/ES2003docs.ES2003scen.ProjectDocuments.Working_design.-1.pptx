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79DFBD-9502-426C-B863-D48FF49BDF6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133BD2-17EC-475B-B632-019408E5029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8AE0A8-4DA3-4180-A857-2A1580D8150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A5FBB0-B685-44A5-AC40-54AF58D4E2F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145CED-F3C6-46E3-921E-6DC7F0A3FAC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1D6CCB-5731-4C02-87CC-2507954FB02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B817C9-884C-4E74-A059-5042B70E99C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549E23-915E-4041-BA2A-41171544CDD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DAD0C9-4091-4F15-896F-6D5878BD75D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CF6B85-A6C1-4C55-90C5-08EDF514B84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BE357C-C9FA-49B7-9F41-8D7506938DB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5E0E51-BAC9-41AB-97E9-07AC8C0E692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0BA107-5BD4-447D-9A32-F8EDB953BA8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FA67CE-69C8-4700-9CF9-979DE58E86C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79B773F-B0E0-41DE-8F0D-966F724FE19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709852-D951-407F-B7E6-DB1DC0ABCC9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C61417F-5960-4922-AF93-03B8390CF35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6683FD-8A84-487F-AA14-4BA74DF1332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AF34D5-013E-4EF8-8151-6970C517EE1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5A948B-B99E-4A65-A7F5-DD4C3581B79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1BA8B2-6AE9-4BB5-9D54-79CB87A75CD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98C018-469F-4D88-BEAF-82C30891E97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6757E1F-CAF9-4149-B4F4-DE3E375E755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629C96-4441-434A-BFDA-3F484D07CB2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336B85F-A4C0-4C2F-B45E-4485AD3076B1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EA68D40-DCA2-46BE-9F0B-7C25D57DCE75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Tarik Rahman,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6840" y="1600200"/>
            <a:ext cx="893916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Energy Source -&gt; Sender------</a:t>
            </a:r>
            <a:r>
              <a:rPr b="0" lang="en-GB" sz="2800" spc="-1" strike="noStrike">
                <a:solidFill>
                  <a:srgbClr val="ffffff"/>
                </a:solidFill>
                <a:latin typeface="Wingdings"/>
                <a:ea typeface="Wingdings"/>
              </a:rPr>
              <a:t></a:t>
            </a: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 Receiver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                                               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                             </a:t>
            </a: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                        </a:t>
            </a: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User 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8" name=""/>
          <p:cNvSpPr/>
          <p:nvPr/>
        </p:nvSpPr>
        <p:spPr>
          <a:xfrm>
            <a:off x="2700360" y="2133720"/>
            <a:ext cx="719280" cy="64764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"/>
          <p:cNvSpPr/>
          <p:nvPr/>
        </p:nvSpPr>
        <p:spPr>
          <a:xfrm>
            <a:off x="1763640" y="2205000"/>
            <a:ext cx="1295640" cy="151128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"/>
          <p:cNvSpPr/>
          <p:nvPr/>
        </p:nvSpPr>
        <p:spPr>
          <a:xfrm flipV="1">
            <a:off x="4067280" y="3213000"/>
            <a:ext cx="0" cy="50328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"/>
          <p:cNvSpPr/>
          <p:nvPr/>
        </p:nvSpPr>
        <p:spPr>
          <a:xfrm flipV="1">
            <a:off x="4211640" y="2204640"/>
            <a:ext cx="0" cy="36036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Do we need to control multiple appliances?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Do we need many buttons?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More light bulbs on hand held device as indicators, too much power?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Joystick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 the elements on the next slide (copy paste) to form the right schema of the working of the remote control.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Be inspired by the illustration on the web page Working_design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"/>
          <p:cNvSpPr/>
          <p:nvPr/>
        </p:nvSpPr>
        <p:spPr>
          <a:xfrm>
            <a:off x="250920" y="2133720"/>
            <a:ext cx="8280360" cy="367164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"/>
          <p:cNvSpPr/>
          <p:nvPr/>
        </p:nvSpPr>
        <p:spPr>
          <a:xfrm>
            <a:off x="179280" y="26028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8" name=""/>
          <p:cNvSpPr/>
          <p:nvPr/>
        </p:nvSpPr>
        <p:spPr>
          <a:xfrm>
            <a:off x="7164360" y="2781360"/>
            <a:ext cx="60948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9" name=""/>
          <p:cNvGrpSpPr/>
          <p:nvPr/>
        </p:nvGrpSpPr>
        <p:grpSpPr>
          <a:xfrm>
            <a:off x="2700360" y="2924280"/>
            <a:ext cx="954000" cy="174600"/>
            <a:chOff x="2700360" y="2924280"/>
            <a:chExt cx="954000" cy="174600"/>
          </a:xfrm>
        </p:grpSpPr>
        <p:sp>
          <p:nvSpPr>
            <p:cNvPr id="110" name=""/>
            <p:cNvSpPr/>
            <p:nvPr/>
          </p:nvSpPr>
          <p:spPr>
            <a:xfrm>
              <a:off x="2700360" y="309708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1" name=""/>
            <p:cNvSpPr/>
            <p:nvPr/>
          </p:nvSpPr>
          <p:spPr>
            <a:xfrm>
              <a:off x="3078000" y="292428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" name=""/>
            <p:cNvSpPr/>
            <p:nvPr/>
          </p:nvSpPr>
          <p:spPr>
            <a:xfrm>
              <a:off x="3324240" y="309888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3" name=""/>
          <p:cNvSpPr/>
          <p:nvPr/>
        </p:nvSpPr>
        <p:spPr>
          <a:xfrm>
            <a:off x="4140360" y="278136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"/>
          <p:cNvSpPr/>
          <p:nvPr/>
        </p:nvSpPr>
        <p:spPr>
          <a:xfrm flipV="1">
            <a:off x="1074600" y="77328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"/>
          <p:cNvSpPr/>
          <p:nvPr/>
        </p:nvSpPr>
        <p:spPr>
          <a:xfrm>
            <a:off x="2340000" y="4221000"/>
            <a:ext cx="67932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"/>
          <p:cNvSpPr/>
          <p:nvPr/>
        </p:nvSpPr>
        <p:spPr>
          <a:xfrm>
            <a:off x="4284720" y="4941720"/>
            <a:ext cx="846000" cy="60984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"/>
          <p:cNvSpPr/>
          <p:nvPr/>
        </p:nvSpPr>
        <p:spPr>
          <a:xfrm>
            <a:off x="4693680" y="342900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7331400" y="364500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2817360" y="33577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1177200" y="227664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1568880" y="479736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2902320" y="551664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124" name=""/>
          <p:cNvGrpSpPr/>
          <p:nvPr/>
        </p:nvGrpSpPr>
        <p:grpSpPr>
          <a:xfrm>
            <a:off x="1547640" y="2708280"/>
            <a:ext cx="673200" cy="665280"/>
            <a:chOff x="1547640" y="2708280"/>
            <a:chExt cx="673200" cy="665280"/>
          </a:xfrm>
        </p:grpSpPr>
        <p:sp>
          <p:nvSpPr>
            <p:cNvPr id="125" name=""/>
            <p:cNvSpPr/>
            <p:nvPr/>
          </p:nvSpPr>
          <p:spPr>
            <a:xfrm>
              <a:off x="1798560" y="2708280"/>
              <a:ext cx="1260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6" name=""/>
            <p:cNvSpPr/>
            <p:nvPr/>
          </p:nvSpPr>
          <p:spPr>
            <a:xfrm>
              <a:off x="1987560" y="2859120"/>
              <a:ext cx="1260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" name=""/>
            <p:cNvSpPr/>
            <p:nvPr/>
          </p:nvSpPr>
          <p:spPr>
            <a:xfrm>
              <a:off x="1547640" y="3052800"/>
              <a:ext cx="235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8" name=""/>
            <p:cNvSpPr/>
            <p:nvPr/>
          </p:nvSpPr>
          <p:spPr>
            <a:xfrm>
              <a:off x="1986120" y="30384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29" name=""/>
          <p:cNvGrpSpPr/>
          <p:nvPr/>
        </p:nvGrpSpPr>
        <p:grpSpPr>
          <a:xfrm>
            <a:off x="3116160" y="973080"/>
            <a:ext cx="673200" cy="665280"/>
            <a:chOff x="3116160" y="973080"/>
            <a:chExt cx="673200" cy="665280"/>
          </a:xfrm>
        </p:grpSpPr>
        <p:sp>
          <p:nvSpPr>
            <p:cNvPr id="130" name=""/>
            <p:cNvSpPr/>
            <p:nvPr/>
          </p:nvSpPr>
          <p:spPr>
            <a:xfrm>
              <a:off x="3367080" y="973080"/>
              <a:ext cx="1260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1" name=""/>
            <p:cNvSpPr/>
            <p:nvPr/>
          </p:nvSpPr>
          <p:spPr>
            <a:xfrm>
              <a:off x="3556080" y="1123920"/>
              <a:ext cx="1260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" name=""/>
            <p:cNvSpPr/>
            <p:nvPr/>
          </p:nvSpPr>
          <p:spPr>
            <a:xfrm>
              <a:off x="3116160" y="1317600"/>
              <a:ext cx="235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" name=""/>
            <p:cNvSpPr/>
            <p:nvPr/>
          </p:nvSpPr>
          <p:spPr>
            <a:xfrm>
              <a:off x="3554640" y="13032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4" name=""/>
          <p:cNvSpPr/>
          <p:nvPr/>
        </p:nvSpPr>
        <p:spPr>
          <a:xfrm>
            <a:off x="4788000" y="3068640"/>
            <a:ext cx="2448000" cy="730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"/>
          <p:cNvSpPr/>
          <p:nvPr/>
        </p:nvSpPr>
        <p:spPr>
          <a:xfrm flipH="1">
            <a:off x="1042920" y="3068640"/>
            <a:ext cx="504720" cy="122400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"/>
          <p:cNvSpPr/>
          <p:nvPr/>
        </p:nvSpPr>
        <p:spPr>
          <a:xfrm>
            <a:off x="522000" y="3952800"/>
            <a:ext cx="160092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User interface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1763640" y="3357720"/>
            <a:ext cx="720720" cy="9349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"/>
          <p:cNvSpPr/>
          <p:nvPr/>
        </p:nvSpPr>
        <p:spPr>
          <a:xfrm>
            <a:off x="2987640" y="4581360"/>
            <a:ext cx="1297080" cy="7192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Different lights on the remote to notify which appliances are 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2004-12-15T19:03:21Z</dcterms:modified>
  <cp:revision>14</cp:revision>
  <dc:subject/>
  <dc:title>PowerPoint Presentation</dc:title>
</cp:coreProperties>
</file>