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media/image2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D747282-1EBE-44BB-B59D-8F9CF90D9E6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E3E5486-0054-4503-9D6B-DB9E3628663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D1EDCC1-FD9C-4F44-B2BA-2BF9C32ADAE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B85354D-A335-479B-8549-D7998F22557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96B2F8C-C837-4770-8CD3-E8693E896A4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9D54C99-C467-4359-9C0F-C73A94F3E16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6853D57-3B02-467B-9AE2-69E9016C9CD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61A68E8-5984-43C7-A2FB-C8B57085822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656C4B5-F2F3-40E9-BCE8-21A47FFE4C4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D8028D8-C64F-4AA1-80C3-B104A73769C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30EAD69-B496-4E48-9B3A-0D7495A1BFA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F0D4BEB-3617-4275-95EC-221E2E2BF03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B2C46A1-A65A-4879-A3BB-E88F63E5B72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317E5AE-1C01-4F84-8501-1A8F8604A74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AA6FE30-6B49-45C4-A3DF-7CC7130BC42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8904AF2-1658-422C-A154-B3CC500C773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431EB06-4906-4B75-934D-DC573B98CC9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A119C7F-08EB-4F21-B7BD-A27B0946690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B05F107-8B09-45A4-B0D5-571C22B6FCB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1DDD77B-C270-4F30-8AD5-808FEAF1480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EEB8F60-862B-45D5-A509-214C667D869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6F22F61-2DE1-4728-A0C9-9298E50EAF0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F1FD3CA-03B8-4DFB-AD4A-9822F37C24A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C4BE226-A2EC-4201-90E1-A24DDA45509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E30E5F3-C68E-45DF-A982-FB42570F3B78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2AE7416-77C5-47D9-80A6-60312FE4A26F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Tarik Rahman,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case (properties: solid; material: hard plastic)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Infra red transmitter (off the shelf)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joystick (material: plastic)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buttons (rubber, plastic, touch)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Batteries (off the shelf) –sufficient for l.e.d., speaker, and buttons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LCD screen(plastic cover)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68360" y="2599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Internal Components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3848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translate key-press into infrared light signals that are received by the TV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chip detects key press, translates the key into that key’s signal and sends signal to Txer to amplify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0" name="" descr=""/>
          <p:cNvPicPr/>
          <p:nvPr/>
        </p:nvPicPr>
        <p:blipFill>
          <a:blip r:embed="rId1"/>
          <a:stretch/>
        </p:blipFill>
        <p:spPr>
          <a:xfrm>
            <a:off x="4648320" y="2374920"/>
            <a:ext cx="4038480" cy="2976480"/>
          </a:xfrm>
          <a:prstGeom prst="rect">
            <a:avLst/>
          </a:prstGeom>
          <a:ln w="0">
            <a:noFill/>
          </a:ln>
        </p:spPr>
      </p:pic>
      <p:sp>
        <p:nvSpPr>
          <p:cNvPr id="101" name=""/>
          <p:cNvSpPr/>
          <p:nvPr/>
        </p:nvSpPr>
        <p:spPr>
          <a:xfrm>
            <a:off x="5435640" y="1700280"/>
            <a:ext cx="431640" cy="1224000"/>
          </a:xfrm>
          <a:prstGeom prst="line">
            <a:avLst/>
          </a:prstGeom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2" name=""/>
          <p:cNvSpPr/>
          <p:nvPr/>
        </p:nvSpPr>
        <p:spPr>
          <a:xfrm>
            <a:off x="5724360" y="1413000"/>
            <a:ext cx="86364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chip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3" name=""/>
          <p:cNvSpPr/>
          <p:nvPr/>
        </p:nvSpPr>
        <p:spPr>
          <a:xfrm>
            <a:off x="5292720" y="1268280"/>
            <a:ext cx="136692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9360">
            <a:solidFill>
              <a:srgbClr val="fffff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chip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4" name=""/>
          <p:cNvSpPr/>
          <p:nvPr/>
        </p:nvSpPr>
        <p:spPr>
          <a:xfrm>
            <a:off x="4500720" y="1700280"/>
            <a:ext cx="71892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chip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3848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4000"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For each button there is a black conductive disk. When the disk touches the contacts on the printed circuit board, it connects them and the chip can sense that connection.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7" name="" descr=""/>
          <p:cNvPicPr/>
          <p:nvPr/>
        </p:nvPicPr>
        <p:blipFill>
          <a:blip r:embed="rId1"/>
          <a:stretch/>
        </p:blipFill>
        <p:spPr>
          <a:xfrm>
            <a:off x="4648320" y="1963800"/>
            <a:ext cx="4038480" cy="3797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8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Battery: i) a hand dynamo 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ii) kinetic 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             </a:t>
            </a: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iii) use of solar cells. 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Case: -&gt; Shape i) uncurved (flat)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                           </a:t>
            </a:r>
            <a:r>
              <a:rPr b="0" lang="en-US" sz="2000" spc="-1" strike="noStrike">
                <a:solidFill>
                  <a:srgbClr val="ffffff"/>
                </a:solidFill>
                <a:latin typeface="Tahoma"/>
              </a:rPr>
              <a:t>ii) single curved or even double curved. 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Tahoma"/>
              </a:rPr>
              <a:t>            </a:t>
            </a:r>
            <a:r>
              <a:rPr b="0" lang="en-GB" sz="2000" spc="-1" strike="noStrike">
                <a:solidFill>
                  <a:srgbClr val="ffffff"/>
                </a:solidFill>
                <a:latin typeface="Tahoma"/>
              </a:rPr>
              <a:t>-&gt; Material i) plastic, rubber, wood, titanium (not double curved)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Tahoma"/>
              </a:rPr>
              <a:t>Buttons – scroll wheel, LCD, rubber (if double curve rubber, must use rubber buttons)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Tahoma"/>
              </a:rPr>
              <a:t>Chip – button -&gt; simple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Tahoma"/>
              </a:rPr>
              <a:t>          </a:t>
            </a:r>
            <a:r>
              <a:rPr b="0" lang="en-GB" sz="2000" spc="-1" strike="noStrike">
                <a:solidFill>
                  <a:srgbClr val="ffffff"/>
                </a:solidFill>
                <a:latin typeface="Tahoma"/>
              </a:rPr>
              <a:t>scroll wheel -&gt; regular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4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000" spc="-1" strike="noStrike">
                <a:solidFill>
                  <a:srgbClr val="ffffff"/>
                </a:solidFill>
                <a:latin typeface="Tahoma"/>
              </a:rPr>
              <a:t>             </a:t>
            </a:r>
            <a:r>
              <a:rPr b="0" lang="en-GB" sz="2000" spc="-1" strike="noStrike">
                <a:solidFill>
                  <a:srgbClr val="ffffff"/>
                </a:solidFill>
                <a:latin typeface="Tahoma"/>
              </a:rPr>
              <a:t>LCD -&gt; advanced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2004-12-15T19:36:42Z</dcterms:modified>
  <cp:revision>11</cp:revision>
  <dc:subject/>
  <dc:title>PowerPoint Presentation</dc:title>
</cp:coreProperties>
</file>