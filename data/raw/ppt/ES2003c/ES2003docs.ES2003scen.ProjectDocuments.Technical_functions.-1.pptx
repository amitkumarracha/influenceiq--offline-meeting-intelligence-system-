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42673A-2BCC-4E33-A2B0-F24F91B9BE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C28AEA-FA7D-4FD7-BD95-6FF89AAEEF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C6521-A355-4BEC-9443-7CD6FD7DF3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EE0733-50AE-430E-8535-68C3759668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070725-3401-4044-B898-0FFA55624D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297FE-3C9D-44A4-9FFB-39B6EB8CDC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9EFE79-908E-4068-B2E9-5EBA6CB4A7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2A512C-0771-40D0-A3D6-0F6D47207A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DB2F0-0FF1-49F4-88AE-81C090DACC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C6597-AB72-412C-BA07-3558C8C551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B248DB-E218-41FF-91CB-05FEA59C7B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844866-F0E9-4F1D-96AC-EC4DB4F8EA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025EF-B41F-40CD-90DA-CC2D3F0D23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AFFBE9-7385-4C3F-A2D2-B0ADFB8E87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53212D-4D40-4695-B5A7-8F4B29E13B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177FC7-4103-4D02-9326-ED398A4EF6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F05D6D-FF3D-49EE-ACE7-5A30445775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08D5CC-EA37-4889-A4B0-954B151394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45F5EF-F72C-436A-B80A-356166DEA0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8B68A-5510-4E27-982A-29F0C8165D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63E064-4573-482E-8CC5-AD3BD78BF3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B0C81D-9546-4382-A05E-2769C37D9B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3E52CA-6688-492F-B2DD-8CC745C358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262A1F-460A-4A47-9E12-76AD107F69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61C0B3-F390-4A77-8B14-18A6342B15C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A620D6-53E0-426F-B170-7F8CCAFC0C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have looked at previous RC models for general design principles and considered how they may be improved on.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 remote control sends commands to appliances, in order to save the user from getting out of the chair.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Two main trends in RC design practice;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Engineering focused – aims to cram in as many functions as possible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User focused – aims to make the device as simple and intuitive to use as possible, but at the expense of some (presumably marginal) functions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 paring functions down to the basics, those most commonly retained are;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Channel control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Play, pause, stop, rew, ff (rec for vcr)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 user-focused design, but sufficiently adaptive and programmable to allow the user to decide what functions are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a small number of function buttons, plus joystick, with flexible functions – plus a display to inform the user what is set to do what.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2004-12-15T17:26:34Z</dcterms:modified>
  <cp:revision>9</cp:revision>
  <dc:subject/>
  <dc:title>PowerPoint Presentation</dc:title>
</cp:coreProperties>
</file>