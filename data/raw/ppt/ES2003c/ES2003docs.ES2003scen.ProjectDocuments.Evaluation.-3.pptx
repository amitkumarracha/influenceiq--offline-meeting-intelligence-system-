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81F26-AFC1-4351-A036-636153552B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09AF07-DCE3-454C-A7C4-95953449B1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E55506-4E36-4A0D-8B06-69B40FF9B6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B64DA0-35D0-40E5-B4E9-9FBA776728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AA1BC-2458-4ED7-A285-9B7F667068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B1DEB-4D42-4F72-83DC-4C7AC25822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603C4E-991D-421B-AED3-FC6A9FDFC4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C0FDA4-7C19-4024-86BD-B4344933DF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AA65E8-E9EC-4EF3-85ED-A2453EEF1D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D90D3-F932-4B79-A0EF-0868F91AFF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802A58-8517-4A7F-8A7B-794F26A4B98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5BFC3F-0D2E-4F55-8512-FF86028FBA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94CF57-8C3D-49AB-854A-7A03A6A482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0F779C-03D6-4D96-A0EF-F2E2C07DB9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1FCA1D-678D-4B5A-89C3-5127D6507D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6A02F0-D113-4AF3-91D5-F89E37C7E6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870A26-E044-43A4-9660-BCE6D4D76E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091771-63FC-4C39-84FE-996A3DB8D0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F9A881-ABA4-45DD-BC40-7D6DB27087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CC351A-1876-4386-9849-19E070FD31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101369-F164-4E2E-9FA2-ED219C4EDE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3B584B-0E5E-49AD-8157-51CFBCD597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601B1E-5982-4BD3-B041-BF43BE1437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8A6AA1-F535-4074-A5DE-9A402B1355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8F3841-8A8F-4596-91FA-EAD1B227EC2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F7088E-5903-4685-98DF-85BF4F86B71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1912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 have a list of criteria from the user requirements and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have to rate the product by each criteria as a group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average score will give us an idea of how well a realisation our prototype product is the abstract product 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Ability to stop remotes being lost or to find them once they are lost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Reduce the number of unused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for visitors (similar or same as above)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Fancy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Material that people find pleasing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Inspired by the latest interior and clothing fashion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points are: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2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6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Average of 7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2004-12-15T21:35:20Z</dcterms:modified>
  <cp:revision>16</cp:revision>
  <dc:subject/>
  <dc:title>PowerPoint Presentation</dc:title>
</cp:coreProperties>
</file>