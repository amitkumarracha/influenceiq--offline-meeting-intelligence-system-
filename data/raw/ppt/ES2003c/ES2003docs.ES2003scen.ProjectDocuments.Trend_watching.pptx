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991C9A-5751-45CF-BF55-2C3C1F9133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71D512-082C-44F3-AB23-7615B000A7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19A033-70C3-46A4-A1C6-F3EA0C4B73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20B18D-8848-4DDC-A72B-EEE0129238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DC6C1C-406A-4C6E-886F-61086A17D3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A2A9E6-D6B2-441A-A771-2A15815EC6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2AC42B-CF4C-40C1-8135-EF7C268E97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8DC6CF-1787-459F-ABD9-74F2767E67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1B53BF-1F46-4C94-B71C-2BBBA8580F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D35A69-EF96-44FF-B3D5-C03A0E906B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C86E66-7B6E-4ABD-9BBD-3089CCE1040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9D4626-6F71-4355-BB19-471C43424E1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5E9FAE-A180-49A0-A5F3-4E62F95FED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2093AA-61FF-452C-8941-E54FA2F3A8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3C770C-C5F1-498F-8268-E24F064518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1CDBDC-2AEC-41E6-8A34-576B7AF369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6E911B-25D0-4674-B545-E70B9570CD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3AFA6E-9577-46B8-B90C-1ED6371EA7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B9D66C-F64E-437B-80FE-7A9A8F30BF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F0146B-AB5C-4A9B-AFF0-99C5AD5115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A79100-0303-427B-AD68-3A8D3326B4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A70E1B-EC34-4B4D-81B7-0E839CFB0F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BE5E89-27EE-4705-83EA-C1CCA5C5588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DEB78E-A63D-4012-80C0-E4E01D7EDB6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8D4F62A-FF8D-4E5A-9DC9-5416300AF30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60949C-7620-4B15-BBBA-DED39337414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Ebenezer Ademisoye,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Compared functionality against appearance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Researched recently fashion trends from Europe 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 order of importance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Fancy look and feel instead of functional L&amp;F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Technological innovative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Fruit &amp; Veg. most important for clothes, shoes, furniture.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Spongy is the new black for material.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We want something fancy and technological innovative… what we need is something from the future but not tacky….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Fruit and veg for clothes and other stuff… two options: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Stay well away from fruit and veg.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Incorporate the whole idea into the product, e.g. a potato peeler.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practical is spongy material for an electrical product? How do LEDs fit in? Can stress it is long lasting!!!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2004-12-15T19:18:19Z</dcterms:modified>
  <cp:revision>9</cp:revision>
  <dc:subject/>
  <dc:title>PowerPoint Presentation</dc:title>
</cp:coreProperties>
</file>