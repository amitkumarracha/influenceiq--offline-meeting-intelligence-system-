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4DD97B-2B35-4371-90C2-451F0031023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977341-4979-4EB3-8B75-EBE2356D08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880374-6876-4CBC-B9DE-EB5D6B01C88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3AFAB3-1F20-4E3E-AB4F-D015F3F045D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0FF44B-FF93-4785-ADD4-32B8E456D73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C7EA33-FE01-4899-A238-0EBD0EF4BAE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5C2FD3-D5F2-4928-861F-66915BF4FC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DA0E99-662A-4774-A307-8035CCBF6BE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C5ED6A-00D9-46B4-A4D2-902960875D5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366BCD-2AFD-41DC-8B1F-E3382AE1626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0D29D9-05B1-43DC-8851-135F09735F0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2E6EE4-25D3-4DC8-A82C-CB5991F1DD4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EAAC74-C756-4BA2-8C89-1B5E959336F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1F3724-035A-4DF4-A348-BDA8B7927C1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8D5674-BE05-4CC7-90A0-C417BF8EAC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316C13-0C9A-47FF-B2DE-8E1AB343D29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9BBCD6-892E-49A3-9A7C-DD3EAA1B673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8E01F2-F8C3-4D66-9CE5-F282EA3546E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4CED1A-4520-4725-BF79-B2DC0FD6C23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22AFD8-5D56-4C82-8366-32B18D95E0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3670E2-510A-431F-BBC6-00E83D8E236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6129DD-33B6-4A42-BDBC-5EBC364A16E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14562C-431D-4DBB-A314-D392CFD20DA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473D73-229F-499C-AA73-777F6F97FF2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BBA8E1A-943E-45A3-8F16-E057504EC35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791E989-4F90-4036-B94A-7B4100962D6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Adam,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16.5 Euro for current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Cost mainly stems from use of LCD, buttons and joystick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499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Will have to go with plastic and a solid unit with a single curved design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499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with, for example: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Don’t forget to complete final questionnaire and meeting summary!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2004-12-15T20:50:39Z</dcterms:modified>
  <cp:revision>21</cp:revision>
  <dc:subject/>
  <dc:title>PowerPoint Presentation</dc:title>
</cp:coreProperties>
</file>