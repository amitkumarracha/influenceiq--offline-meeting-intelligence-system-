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F2D5E4-C03C-4C51-BDD0-3AE2679115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819C32-8788-4CA7-8DC7-A0A722BA30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634353-8E6C-42EF-92D2-AEF94BB3ED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7243E3-30F5-44BE-A523-A82E83630A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C4D40D-D313-4235-A202-D78B74E736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C3AF87-9B53-4D59-B1FE-AB398BA8CD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653B93-C105-4481-9E8A-B2B77E7288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805486-206A-43E8-80FC-C3FE511EC9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579553-86E0-4C7A-9481-A465812880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E753EB-DE56-4C6D-990A-EA2BFB77B0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998744-D064-4A80-9F61-DC2113F2D33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634C83-9CB3-40C7-ADE6-BB4DB42AF3D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EAB9BA-BA88-4F6C-9CF4-BF4E33DAE9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4B0BBB-0E8C-46E7-B583-6B31A89B14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0FCE11-28A3-4277-836F-58B0EB604BA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D6B2EC-3058-4B1D-91D7-50648EA076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B87DF7-3F35-4277-B8E2-8717920834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2B5E91-5E68-4E48-ACDE-9DB5E34717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7D81B2-AE76-445A-B6CC-166267A038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F455EB-3037-492A-976F-60EB184547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FC03A4-FF34-41C8-B77A-58F92BD6EA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206477-A22E-42D4-8436-D6423432E8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133B21-DEF9-463E-A053-D899BBD02F7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21A663-F7B2-4511-A4CD-29A4BB60DC8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892B314-4E59-4596-97A4-7177E6104038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BDF5B9C-27B2-4418-8014-B2443CDCFB1F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Ebenezer,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673200" y="1816200"/>
            <a:ext cx="822960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Asked 100 people what the thought about remote controls…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got a lot of complaints as there were open end questions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got some good reactions to specific questions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Bad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Remotes are often lost (50%)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Most buttons are not even used (50%)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Takes too long to master (34%),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Good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people between the age of 15-25 would love to have voice recognition. And want fancy pretty remotes.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 exists already and is available as open source so there is no need to spend huge amounts in R&amp;D. Yes it is sketchy at times but this is limited vocabulary.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Kill 3 proverbial birds.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People will buy it but is it practical and will they return it? What about visit\fors and training.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2004-12-15T17:28:36Z</dcterms:modified>
  <cp:revision>14</cp:revision>
  <dc:subject/>
  <dc:title>PowerPoint Presentation</dc:title>
</cp:coreProperties>
</file>