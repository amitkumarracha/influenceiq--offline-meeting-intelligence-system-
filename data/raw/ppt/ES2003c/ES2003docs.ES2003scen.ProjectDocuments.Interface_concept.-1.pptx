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FA251-2CA9-4273-BA49-C86275B2DF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E97831-45DD-491A-916A-302FC4868A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B0BEC9-77B6-4DBD-98DB-F153C9DACD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7DB50-3267-496B-86E8-AB469A7382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4B5FF-BB25-4AB8-81DA-D1AA918ED3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F4BCA-9DBE-452C-B0FC-B21E845451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8AB22-FCCA-4755-B037-BDDFB5A8C8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E2DE2-E37B-4DF0-B5AC-CB1D1AE5F9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EDAA8D-C091-4F62-943B-BF45F3FA60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F9EDE-FA1F-4E6D-954C-6B484FFE05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6BEB3-3C62-4878-8484-4FC1777CB7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71FE9-2577-4DF6-8DA7-86623B1C8A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13C8EB-FBAD-4A74-A013-2F726B86ED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A91C81-3EFB-4510-BD7B-A265F4F77C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A2D77-D82A-4E6F-888D-8956866F50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8F3C8C-2503-4103-9D56-16F688650F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F97F4C-6A93-4552-A5D1-3D1B478A7C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6E0A71-97C6-4E08-A099-4785C367A5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90406-5675-420B-945A-1AE7C6BE48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D09D07-44DD-4618-BCFD-FAA92AED61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244E39-9ADD-4F1B-8250-9FB7BB9C2F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6124CA-D975-4297-8AC3-F44D6467D9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EACFB-B1FE-4A14-B2CC-24AB7D1363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7267EB-04EC-4FBD-8C94-96DDB55166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868E6A-8321-4BCC-B372-ECFDC6CEF8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B5AA0F-05EF-4856-8E10-0E14AE37BBA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Ditch preconceptions and just think about how the remote will sit in the user’s hand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will have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2 function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Lcd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Also, 2 modes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Menu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optimal ergonomic properties, must be articulated so as to be usable for both left and right handed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 to rest over joint of forefinger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Mid grip section to house function buttons, positioned for forefinger and middle 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to rest on wrist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FB is power button in basic, enter in menu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FB switches modes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USB to download programmes, or customise on computer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2004-12-15T19:43:17Z</dcterms:modified>
  <cp:revision>9</cp:revision>
  <dc:subject/>
  <dc:title>PowerPoint Presentation</dc:title>
</cp:coreProperties>
</file>