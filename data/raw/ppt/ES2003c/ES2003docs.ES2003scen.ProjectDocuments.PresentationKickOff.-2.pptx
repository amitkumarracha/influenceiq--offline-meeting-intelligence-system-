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D438C-80A2-4476-A7E7-36DDE89E46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6171EE-54D0-4169-A429-140A8800EB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246FB-DEC9-49CE-B77F-A8AE0FAB95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81CBA2-FE59-46E9-A480-F43C613987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FF1412-2BEB-4702-8BC6-03971D966D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E23930-F13F-46C0-9605-95B33385C4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EADA05-98AF-4943-85BA-0D77672424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FE996-C5E2-4396-80E2-29166471C6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76CD81-CA1C-4216-AFAF-010152F902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CF7F88-312F-4B5B-8FD6-C6FBD68305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6A5626-2257-472E-AADB-7676DA1DAF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4F15E3-7652-4D4E-BC96-C022717CD6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7165D2-3C7F-4726-9FB7-6A314E9600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2BF64B-3D6C-42B7-A1CF-207F666FE2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BFC5B4-EE24-498C-A79B-C3BB3C0BAD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38C216-C52D-4DC6-AACA-3772DFE2ED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3FC4D5-698A-498A-98D5-15E3B9066E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57B645-B8C2-469F-845E-590F672C37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B0BBEE-0071-4EF5-949C-76AFB1F617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4EE95F-A8E4-41A1-8576-208CB629E3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25F033-62B9-46B8-902F-41EA460006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C8CDF7-A10C-4742-8FEC-53216F8B9C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4701B5-5543-4917-A5AA-49BDFBBA08C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60C5EE-A658-4308-A700-1F9F5571C3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C9C309-D476-4C9F-95D3-4A677DE18B4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F27AC4-DF8F-4C4C-BD08-DB4DD551AB0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Adam Duguid,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2004-12-15T17:02:46Z</dcterms:modified>
  <cp:revision>33</cp:revision>
  <dc:subject/>
  <dc:title>PowerPoint Presentation</dc:title>
</cp:coreProperties>
</file>