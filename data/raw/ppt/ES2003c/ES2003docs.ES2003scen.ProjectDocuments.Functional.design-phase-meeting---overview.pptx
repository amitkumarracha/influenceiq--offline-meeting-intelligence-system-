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9BD247-5A10-4FA3-A263-8C3859281C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6528E8-1A09-4AA6-844F-D6501D659A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1EDF07-D0CF-497D-BB4C-6EDDEE2BDF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CDBB5D-8AE3-4164-867D-D561EBB853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522F04-393B-463B-B66F-4CDABC5403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4C21E4-9335-4424-8246-8B6C3BE6E02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EBF633-7AAC-4F29-A143-ED57C2BD27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08A3D6-27CF-4660-91DB-C0B06A6D8F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38C8CF-E15B-4B36-83AA-95F5CC7C79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84768E-AABE-4081-8036-B36F78F2C8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C0FFE1-D1CD-48CA-BF86-97C84753685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4CAF8C-6377-49B5-B634-0DA248F6D66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4078D9-B8CB-471C-AEE1-387B5AF1BC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98DB5C-0FB1-401F-902E-EBD62B46BF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1EB403-ABB8-494D-B2EA-1DC4E5CC93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D09581-9B48-42F3-8F92-A2969847ED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5B5B24-D2FF-44A1-AEFB-9682466C33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4B582F-69C9-4410-B681-059C9C98CB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9077F5-1975-45EE-954D-485CB60995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8D3048-4C72-43DF-8107-21D13E4FEA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7DB7B6-3BC4-4284-B2A7-FF403B3EF5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9A8891-446B-4129-8068-67C54EBC7FF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0417F4-19DA-4798-8304-F6BD0BEAD5D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05C852-8BE5-4CC5-9FC5-C78ABCC7318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F79469C-A74F-40C5-8B90-8992BC36E36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0C3E233-B491-4EE3-939F-B2087D9B226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Adam,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New User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Teletext has become outdated, due to the popularity of the Internet.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remote control should only be used for the television, otherwise the project becomes more complex, which endangers the time-to-market.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Our corporate image should stay recognizable in our products. Our corporate </a:t>
            </a:r>
            <a:r>
              <a:rPr b="0" i="1" lang="en-US" sz="2800" spc="-1" strike="noStrike">
                <a:solidFill>
                  <a:srgbClr val="ffffff"/>
                </a:solidFill>
                <a:latin typeface="Tahoma"/>
              </a:rPr>
              <a:t>color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and </a:t>
            </a:r>
            <a:r>
              <a:rPr b="0" i="1" lang="en-US" sz="2800" spc="-1" strike="noStrike">
                <a:solidFill>
                  <a:srgbClr val="ffffff"/>
                </a:solidFill>
                <a:latin typeface="Tahoma"/>
              </a:rPr>
              <a:t>slogan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must be implemented in the new design as can be seen below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2004-12-15T18:03:10Z</dcterms:modified>
  <cp:revision>21</cp:revision>
  <dc:subject/>
  <dc:title>PowerPoint Presentation</dc:title>
</cp:coreProperties>
</file>