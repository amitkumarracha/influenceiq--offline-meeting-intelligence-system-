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49D048-BA2D-4592-B6F9-5317776F7F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226FD3-17E3-456F-AFD1-CCEA97B27B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11EC6C-B1FB-45D3-9E9C-F8023EBC74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D0AF2F-7A02-44CA-9A36-8D9894FCA1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E34D2B-6060-4537-9244-C7EFD336B9C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1E9843-1D20-42DC-B4BF-572615F494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DE0960-2F86-400D-A338-6B36E9783F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E6897B-FA1B-414F-BE87-8A86408A90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9F7E77-B5C2-4064-9184-7C7EDD8AEE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3D101C-B0A6-4682-9F9F-5D1830A15A6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FC94F5-43FC-49AD-8944-9E78191160E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D86743-BD15-4AB8-B7F2-57770998F68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F81CB4-2B9E-4C1D-B98A-BF677EE769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F1B96B-5055-4239-9F99-1CD15F5DD0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AA0DE1-B7C9-4A94-B29F-843F1A4150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4B1AA8-FA34-474F-9794-D7A526167E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41A917-41A4-4192-8207-BAF586713D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CB8FBC-DC7F-4FAE-9ED4-24FA90371C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6B0874-9472-43A0-BADB-8873993D91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DF0520-94E5-4753-8447-7E7C6DCD6C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DF4A7F-3645-4711-8F69-AF5A02AABC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32B5FB-48AF-40DB-90AA-179D067839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80E6A2-67DC-496D-A759-B9233DAE7C5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E18C18-C929-48EC-874C-500212B75A9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187A634-2EC3-43E6-A79A-F5356505FA5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5DD1759-9354-4173-84F8-905581C0D0A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2004-12-14T17:34:13Z</dcterms:modified>
  <cp:revision>20</cp:revision>
  <dc:subject/>
  <dc:title>PowerPoint Presentation</dc:title>
</cp:coreProperties>
</file>