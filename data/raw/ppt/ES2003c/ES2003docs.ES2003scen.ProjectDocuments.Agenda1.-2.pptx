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143198-A54C-4D6B-8A58-6C6D8650FA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CFBC18-56AE-40B1-99EF-3946B9992F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A20DFC-894A-4A41-B82B-EE8520678B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D32A85-B607-4C31-9C48-1A70920210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F8D6CE-B712-41C2-8814-0B6CFB8D38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FCCE6-739D-44BA-89C0-A7CBC685BD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17310-EBEF-4087-959C-2BE873F57E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915B5-0A4A-482C-B17B-7D027A2572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236A6-8E0B-4AFC-BF92-CF7DC639BD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4CF5FD-3B03-4DE6-BFF8-95A66BA6BD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4AB346-AE60-47C6-A604-EB47B2334D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209C89-AF1A-4500-9106-59A0A416CA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02ADD9-DCAF-47C5-975E-7A2E540567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9AC8F-C2E9-4154-963F-72D6E9A6BD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0C004-496D-4E59-8243-D96D6EC880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EE990E-39A4-4333-861E-C2D24D3FBE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127D39-FB6B-40E2-AEFE-04B0975FE6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51D52-B8F8-4B00-94EE-0195012C10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1D51A0-F9DA-478D-80FA-79A93B3AA0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CF1893-A059-4E34-B998-2DB0750634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E49AB9-5A13-4F10-8D5B-8F0C5BE7F4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457943-2D78-4BCC-A6AC-19D1B90398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7CDA9-7DEE-4FE6-B7F4-049826C9C6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77D71E-9DBB-4BCA-BEE0-B6DF1B0765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B37372-2E1E-44FA-892E-5682E614792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F225A1-88B8-4E00-A527-E87F40FB3CE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