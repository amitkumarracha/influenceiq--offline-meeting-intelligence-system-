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575566-7440-4AFD-A91E-CFA7756572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032CEB-4DBE-43D6-9AA7-72A8ED3E6C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5F54FB-B7EB-48C8-868D-117E830E56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A70DD5-94B9-45C2-867A-27493D4398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6CE321-975A-443E-89CA-D1629695C3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D31A2B-193F-4035-924F-366D612512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76D506-4584-431D-9179-E7AD46C3E1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44AA9E-2B16-43D7-911E-DEAE1D0497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EBB999-C87C-4CB8-9309-C384151BFB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DD5D0E-9DD4-4A77-8C84-65D32A0AF4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99FB47-0827-4C1C-A2CF-DF62CEBA41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E7DE74-A809-4977-AC5E-37F0617DA1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B97E1C-4C2D-4259-A1AB-0D478B79ED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038A12-74B0-4591-9188-614C835FC6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F28BDC-9CB3-471F-B445-01327B8A51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D74612-565B-499D-941A-F6F9904343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CF7241-CF5A-4ACB-8F83-4AC20F9E34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515FD7-019A-49AD-8CA1-FB9C47BA85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4EBD45-B64C-492D-ACEF-379FCAF771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1EA4F6-6650-42D1-84DE-253F0447FD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A3F7B4-739B-4770-B97D-6EE0510F72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545774-F7D9-403E-93BE-88BC99801A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11FC7B-3006-48F8-A784-058E6A9367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8717B5-D31D-4C12-90FC-92361D00E3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D7A354-542B-4795-B6B6-ABC9E2C8F55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05ACB1-641E-4709-99A5-50DBA8C4665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Gaurav Malhotra,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Feedback for constraints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Integration with other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Update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a remote control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Components and processes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outdated!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Uniqeness (colour and slogan)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95280" y="1773360"/>
            <a:ext cx="8280360" cy="3671640"/>
            <a:chOff x="395280" y="1773360"/>
            <a:chExt cx="8280360" cy="3671640"/>
          </a:xfrm>
        </p:grpSpPr>
        <p:sp>
          <p:nvSpPr>
            <p:cNvPr id="102" name=""/>
            <p:cNvSpPr/>
            <p:nvPr/>
          </p:nvSpPr>
          <p:spPr>
            <a:xfrm>
              <a:off x="395280" y="1773360"/>
              <a:ext cx="8280360" cy="36716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"/>
            <p:cNvGrpSpPr/>
            <p:nvPr/>
          </p:nvGrpSpPr>
          <p:grpSpPr>
            <a:xfrm>
              <a:off x="2698920" y="1773360"/>
              <a:ext cx="4897440" cy="3331080"/>
              <a:chOff x="2698920" y="1773360"/>
              <a:chExt cx="4897440" cy="3331080"/>
            </a:xfrm>
          </p:grpSpPr>
          <p:grpSp>
            <p:nvGrpSpPr>
              <p:cNvPr id="104" name=""/>
              <p:cNvGrpSpPr/>
              <p:nvPr/>
            </p:nvGrpSpPr>
            <p:grpSpPr>
              <a:xfrm>
                <a:off x="2698920" y="4335120"/>
                <a:ext cx="954000" cy="174240"/>
                <a:chOff x="2698920" y="4335120"/>
                <a:chExt cx="954000" cy="174240"/>
              </a:xfrm>
            </p:grpSpPr>
            <p:sp>
              <p:nvSpPr>
                <p:cNvPr id="105" name=""/>
                <p:cNvSpPr/>
                <p:nvPr/>
              </p:nvSpPr>
              <p:spPr>
                <a:xfrm>
                  <a:off x="2698920" y="4507560"/>
                  <a:ext cx="3175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"/>
                <p:cNvSpPr/>
                <p:nvPr/>
              </p:nvSpPr>
              <p:spPr>
                <a:xfrm>
                  <a:off x="3076560" y="4335120"/>
                  <a:ext cx="233640" cy="16596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"/>
                <p:cNvSpPr/>
                <p:nvPr/>
              </p:nvSpPr>
              <p:spPr>
                <a:xfrm>
                  <a:off x="3322800" y="4509360"/>
                  <a:ext cx="3301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8" name=""/>
              <p:cNvSpPr/>
              <p:nvPr/>
            </p:nvSpPr>
            <p:spPr>
              <a:xfrm>
                <a:off x="5796000" y="3213000"/>
                <a:ext cx="609840" cy="609120"/>
              </a:xfrm>
              <a:prstGeom prst="flowChartSummingJunction">
                <a:avLst/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3564000" y="3284280"/>
                <a:ext cx="679320" cy="564840"/>
              </a:xfrm>
              <a:prstGeom prst="flowChartPunchedCard">
                <a:avLst/>
              </a:prstGeom>
              <a:solidFill>
                <a:srgbClr val="99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"/>
              <p:cNvSpPr/>
              <p:nvPr/>
            </p:nvSpPr>
            <p:spPr>
              <a:xfrm>
                <a:off x="3490920" y="2205000"/>
                <a:ext cx="846360" cy="609120"/>
              </a:xfrm>
              <a:prstGeom prst="flowChartAlternateProcess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"/>
              <p:cNvSpPr/>
              <p:nvPr/>
            </p:nvSpPr>
            <p:spPr>
              <a:xfrm>
                <a:off x="5414760" y="3789000"/>
                <a:ext cx="133272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Infrared bulb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2744280" y="4076640"/>
                <a:ext cx="883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Switch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120480" y="4797360"/>
                <a:ext cx="15156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Energy source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3584880" y="3428640"/>
                <a:ext cx="694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Chip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208680" y="2565360"/>
                <a:ext cx="1555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User Interface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grpSp>
            <p:nvGrpSpPr>
              <p:cNvPr id="116" name=""/>
              <p:cNvGrpSpPr/>
              <p:nvPr/>
            </p:nvGrpSpPr>
            <p:grpSpPr>
              <a:xfrm>
                <a:off x="3564000" y="4149360"/>
                <a:ext cx="673200" cy="664920"/>
                <a:chOff x="3564000" y="4149360"/>
                <a:chExt cx="673200" cy="664920"/>
              </a:xfrm>
            </p:grpSpPr>
            <p:sp>
              <p:nvSpPr>
                <p:cNvPr id="117" name=""/>
                <p:cNvSpPr/>
                <p:nvPr/>
              </p:nvSpPr>
              <p:spPr>
                <a:xfrm>
                  <a:off x="3814920" y="4149360"/>
                  <a:ext cx="12600" cy="66492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"/>
                <p:cNvSpPr/>
                <p:nvPr/>
              </p:nvSpPr>
              <p:spPr>
                <a:xfrm>
                  <a:off x="4003920" y="4299840"/>
                  <a:ext cx="12600" cy="37440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"/>
                <p:cNvSpPr/>
                <p:nvPr/>
              </p:nvSpPr>
              <p:spPr>
                <a:xfrm>
                  <a:off x="3564000" y="4493520"/>
                  <a:ext cx="23508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"/>
                <p:cNvSpPr/>
                <p:nvPr/>
              </p:nvSpPr>
              <p:spPr>
                <a:xfrm>
                  <a:off x="4002480" y="4479120"/>
                  <a:ext cx="2347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21" name=""/>
              <p:cNvSpPr/>
              <p:nvPr/>
            </p:nvSpPr>
            <p:spPr>
              <a:xfrm>
                <a:off x="2698920" y="2565360"/>
                <a:ext cx="0" cy="19440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269892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428328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/>
              <p:nvPr/>
            </p:nvSpPr>
            <p:spPr>
              <a:xfrm>
                <a:off x="5148360" y="2565360"/>
                <a:ext cx="0" cy="20156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"/>
              <p:cNvSpPr/>
              <p:nvPr/>
            </p:nvSpPr>
            <p:spPr>
              <a:xfrm>
                <a:off x="4211640" y="4509720"/>
                <a:ext cx="936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"/>
              <p:cNvSpPr/>
              <p:nvPr/>
            </p:nvSpPr>
            <p:spPr>
              <a:xfrm>
                <a:off x="2698920" y="2636640"/>
                <a:ext cx="7920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"/>
              <p:cNvSpPr/>
              <p:nvPr/>
            </p:nvSpPr>
            <p:spPr>
              <a:xfrm>
                <a:off x="4283280" y="2565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"/>
              <p:cNvSpPr/>
              <p:nvPr/>
            </p:nvSpPr>
            <p:spPr>
              <a:xfrm>
                <a:off x="5148360" y="3573360"/>
                <a:ext cx="7192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"/>
              <p:cNvSpPr/>
              <p:nvPr/>
            </p:nvSpPr>
            <p:spPr>
              <a:xfrm>
                <a:off x="6443640" y="3573360"/>
                <a:ext cx="1152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"/>
              <p:cNvSpPr/>
              <p:nvPr/>
            </p:nvSpPr>
            <p:spPr>
              <a:xfrm>
                <a:off x="3635640" y="1773360"/>
                <a:ext cx="609480" cy="609120"/>
              </a:xfrm>
              <a:prstGeom prst="flowChartSummingJunction">
                <a:avLst/>
              </a:prstGeom>
              <a:solidFill>
                <a:srgbClr val="bbe0e3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"/>
              <p:cNvSpPr/>
              <p:nvPr/>
            </p:nvSpPr>
            <p:spPr>
              <a:xfrm>
                <a:off x="3642120" y="1917360"/>
                <a:ext cx="691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Bulb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Clear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Possibility for upgrade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Latest 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2005-01-28T17:36:16Z</dcterms:modified>
  <cp:revision>14</cp:revision>
  <dc:subject/>
  <dc:title>PowerPoint Presentation</dc:title>
</cp:coreProperties>
</file>