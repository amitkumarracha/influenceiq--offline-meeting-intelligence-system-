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0F48A-9706-4FB5-B3BE-E658562770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F55AE9-1928-4DE5-8142-7D8AE2CC28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8C5A08-72BF-4BEA-A2B3-6D7241C079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79D1B4-4DFE-45BA-B50A-A295EC9870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12F231-1EC3-4CFC-8099-66831DE8BB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F5EB06-DB3B-4E55-8914-06AFDEEEB65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1ED040-8CDF-4914-B99A-7968F9AF87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A3DAE4-8259-4026-8B3B-5248555C15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E83349-BBA2-4772-96E4-BE63B532C3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F2E318-0A81-4B43-B8D1-44CFAA835C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86FFB6-6D77-4A4A-BBCA-E71C5BD9562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30E93F-E589-4FBA-B0A2-1FF047842E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214220-B852-41C7-A7E7-EF950F4B5B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1946E7-20C3-42E9-A863-D6C8B1C095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7B0C9F-718A-494E-BF8F-C69A37D89C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545320-3E04-43A3-9D56-B2D5A73B90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9FD8CC-5FE3-42CF-B357-1F00DBEC40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8AB6D9-D000-42AF-A56A-BBBD855894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5B397F-351A-4640-9EB2-C35B8EBBE3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EEC5AF-1316-4C46-B9C8-70314451DC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0A0361-4D6A-423E-8E16-9288FD2428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B3B5D2-EAA3-4999-B285-6C2CD728DB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2FC312-685F-4743-92D3-50CA74CCCA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5B18FC-69FA-4686-80F6-B5AE9A6475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8840E0-57B2-4C2C-A28B-E5132BF48AD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4E9536-55F2-4A95-8BD8-C18E807E247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Cat, Maarika, Gaurav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2005-01-28T20:47:42Z</dcterms:modified>
  <cp:revision>21</cp:revision>
  <dc:subject/>
  <dc:title>PowerPoint Presentation</dc:title>
</cp:coreProperties>
</file>