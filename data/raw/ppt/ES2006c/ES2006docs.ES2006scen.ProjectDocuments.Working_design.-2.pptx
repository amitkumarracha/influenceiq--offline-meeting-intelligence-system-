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10D879-4227-4571-B2E9-2BB701F37C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047B9-AD22-41FC-8092-E30EDE72E7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27A519-62DA-4E84-B4B2-8EF1C5D91E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DD80AB-4B3F-4F55-B6D1-1DFE08BC4F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71E552-2339-485E-8CCE-DF5E5A2EB4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4179EB-6223-4FEE-BBC2-7B863B20F0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CE08C8-4664-4459-A432-0D90BA6E40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90CE8E-C4D8-4A6F-81D8-706DC47678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EEB087-209B-499F-9F53-2B08AB9E7B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32E226-4370-4755-A55D-9EA007ABAB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0A23BA-8A01-41AC-84D9-63004AAE1DB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FED354-9A30-4512-9499-BD871FF8E8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4DF1D9-FFB4-41BC-8BE0-D3716F9AC1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A444C2-AFA9-46E2-9CF1-6DC1889BAC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781801-B5D3-4813-9F6C-8D88C3794F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6ACCA9-D6F4-4EB5-A93F-B38735613B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EEC34C-8FF7-4E87-9918-A6E62F1E0F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15EA86-AB95-4CA5-9888-F84251BD29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3571E0-4BBD-4D42-92D5-ED5CE520B4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F96DB5-93BB-46F3-9444-66FCBEC61A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F65563-E589-4C4B-A27B-5F9304752C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964331-68FC-4C9C-89EB-D575522EED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917582-8863-43B4-98B5-D587825F4B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0C35A3-93F3-4082-A162-37328EA901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43FE42-531C-4F0A-84D4-678D4FD8546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687741-EED0-47BE-A194-3347AED110B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Gaurav Malhotra,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Feedback for constraints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Integration with other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Update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a remote control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Components and processes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outdated!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Uniqeness (colour and slogan)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95280" y="1773360"/>
            <a:ext cx="8280360" cy="3671640"/>
            <a:chOff x="395280" y="1773360"/>
            <a:chExt cx="8280360" cy="3671640"/>
          </a:xfrm>
        </p:grpSpPr>
        <p:sp>
          <p:nvSpPr>
            <p:cNvPr id="102" name=""/>
            <p:cNvSpPr/>
            <p:nvPr/>
          </p:nvSpPr>
          <p:spPr>
            <a:xfrm>
              <a:off x="395280" y="1773360"/>
              <a:ext cx="8280360" cy="36716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3" name=""/>
            <p:cNvGrpSpPr/>
            <p:nvPr/>
          </p:nvGrpSpPr>
          <p:grpSpPr>
            <a:xfrm>
              <a:off x="2698920" y="1773360"/>
              <a:ext cx="4897440" cy="3331080"/>
              <a:chOff x="2698920" y="1773360"/>
              <a:chExt cx="4897440" cy="3331080"/>
            </a:xfrm>
          </p:grpSpPr>
          <p:grpSp>
            <p:nvGrpSpPr>
              <p:cNvPr id="104" name=""/>
              <p:cNvGrpSpPr/>
              <p:nvPr/>
            </p:nvGrpSpPr>
            <p:grpSpPr>
              <a:xfrm>
                <a:off x="2698920" y="4335120"/>
                <a:ext cx="954000" cy="174240"/>
                <a:chOff x="2698920" y="4335120"/>
                <a:chExt cx="954000" cy="174240"/>
              </a:xfrm>
            </p:grpSpPr>
            <p:sp>
              <p:nvSpPr>
                <p:cNvPr id="105" name=""/>
                <p:cNvSpPr/>
                <p:nvPr/>
              </p:nvSpPr>
              <p:spPr>
                <a:xfrm>
                  <a:off x="2698920" y="4507560"/>
                  <a:ext cx="3175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6" name=""/>
                <p:cNvSpPr/>
                <p:nvPr/>
              </p:nvSpPr>
              <p:spPr>
                <a:xfrm>
                  <a:off x="3076560" y="4335120"/>
                  <a:ext cx="233640" cy="16596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7" name=""/>
                <p:cNvSpPr/>
                <p:nvPr/>
              </p:nvSpPr>
              <p:spPr>
                <a:xfrm>
                  <a:off x="3322800" y="4509360"/>
                  <a:ext cx="3301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08" name=""/>
              <p:cNvSpPr/>
              <p:nvPr/>
            </p:nvSpPr>
            <p:spPr>
              <a:xfrm>
                <a:off x="5796000" y="3213000"/>
                <a:ext cx="609840" cy="609120"/>
              </a:xfrm>
              <a:prstGeom prst="flowChartSummingJunction">
                <a:avLst/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3564000" y="3284280"/>
                <a:ext cx="679320" cy="564840"/>
              </a:xfrm>
              <a:prstGeom prst="flowChartPunchedCard">
                <a:avLst/>
              </a:prstGeom>
              <a:solidFill>
                <a:srgbClr val="99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"/>
              <p:cNvSpPr/>
              <p:nvPr/>
            </p:nvSpPr>
            <p:spPr>
              <a:xfrm>
                <a:off x="3490920" y="2205000"/>
                <a:ext cx="846360" cy="609120"/>
              </a:xfrm>
              <a:prstGeom prst="flowChartAlternateProcess">
                <a:avLst/>
              </a:prstGeom>
              <a:solidFill>
                <a:srgbClr val="ffff99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"/>
              <p:cNvSpPr/>
              <p:nvPr/>
            </p:nvSpPr>
            <p:spPr>
              <a:xfrm>
                <a:off x="5414760" y="3789000"/>
                <a:ext cx="133272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Infrared bulb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2744280" y="4076640"/>
                <a:ext cx="883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Switch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3120480" y="4797360"/>
                <a:ext cx="15156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Energy source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3584880" y="3428640"/>
                <a:ext cx="694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Chip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3208680" y="2565360"/>
                <a:ext cx="1555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User Interface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grpSp>
            <p:nvGrpSpPr>
              <p:cNvPr id="116" name=""/>
              <p:cNvGrpSpPr/>
              <p:nvPr/>
            </p:nvGrpSpPr>
            <p:grpSpPr>
              <a:xfrm>
                <a:off x="3564000" y="4149360"/>
                <a:ext cx="673200" cy="664920"/>
                <a:chOff x="3564000" y="4149360"/>
                <a:chExt cx="673200" cy="664920"/>
              </a:xfrm>
            </p:grpSpPr>
            <p:sp>
              <p:nvSpPr>
                <p:cNvPr id="117" name=""/>
                <p:cNvSpPr/>
                <p:nvPr/>
              </p:nvSpPr>
              <p:spPr>
                <a:xfrm>
                  <a:off x="3814920" y="4149360"/>
                  <a:ext cx="12600" cy="66492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8" name=""/>
                <p:cNvSpPr/>
                <p:nvPr/>
              </p:nvSpPr>
              <p:spPr>
                <a:xfrm>
                  <a:off x="4003920" y="4299840"/>
                  <a:ext cx="12600" cy="37440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9" name=""/>
                <p:cNvSpPr/>
                <p:nvPr/>
              </p:nvSpPr>
              <p:spPr>
                <a:xfrm>
                  <a:off x="3564000" y="4493520"/>
                  <a:ext cx="23508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0" name=""/>
                <p:cNvSpPr/>
                <p:nvPr/>
              </p:nvSpPr>
              <p:spPr>
                <a:xfrm>
                  <a:off x="4002480" y="4479120"/>
                  <a:ext cx="2347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21" name=""/>
              <p:cNvSpPr/>
              <p:nvPr/>
            </p:nvSpPr>
            <p:spPr>
              <a:xfrm>
                <a:off x="2698920" y="2565360"/>
                <a:ext cx="0" cy="19440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2" name=""/>
              <p:cNvSpPr/>
              <p:nvPr/>
            </p:nvSpPr>
            <p:spPr>
              <a:xfrm>
                <a:off x="269892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3" name=""/>
              <p:cNvSpPr/>
              <p:nvPr/>
            </p:nvSpPr>
            <p:spPr>
              <a:xfrm>
                <a:off x="428328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"/>
              <p:cNvSpPr/>
              <p:nvPr/>
            </p:nvSpPr>
            <p:spPr>
              <a:xfrm>
                <a:off x="5148360" y="2565360"/>
                <a:ext cx="0" cy="20156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"/>
              <p:cNvSpPr/>
              <p:nvPr/>
            </p:nvSpPr>
            <p:spPr>
              <a:xfrm>
                <a:off x="4211640" y="4509720"/>
                <a:ext cx="936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"/>
              <p:cNvSpPr/>
              <p:nvPr/>
            </p:nvSpPr>
            <p:spPr>
              <a:xfrm>
                <a:off x="2698920" y="2636640"/>
                <a:ext cx="7920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"/>
              <p:cNvSpPr/>
              <p:nvPr/>
            </p:nvSpPr>
            <p:spPr>
              <a:xfrm>
                <a:off x="4283280" y="2565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8" name=""/>
              <p:cNvSpPr/>
              <p:nvPr/>
            </p:nvSpPr>
            <p:spPr>
              <a:xfrm>
                <a:off x="5148360" y="3573360"/>
                <a:ext cx="7192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"/>
              <p:cNvSpPr/>
              <p:nvPr/>
            </p:nvSpPr>
            <p:spPr>
              <a:xfrm>
                <a:off x="6443640" y="3573360"/>
                <a:ext cx="1152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"/>
              <p:cNvSpPr/>
              <p:nvPr/>
            </p:nvSpPr>
            <p:spPr>
              <a:xfrm>
                <a:off x="3635640" y="1773360"/>
                <a:ext cx="609480" cy="609120"/>
              </a:xfrm>
              <a:prstGeom prst="flowChartSummingJunction">
                <a:avLst/>
              </a:prstGeom>
              <a:solidFill>
                <a:srgbClr val="bbe0e3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1" name=""/>
              <p:cNvSpPr/>
              <p:nvPr/>
            </p:nvSpPr>
            <p:spPr>
              <a:xfrm>
                <a:off x="3642120" y="1917360"/>
                <a:ext cx="691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Bulb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Clear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Possibility for upgrade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Latest 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2005-01-28T17:36:16Z</dcterms:modified>
  <cp:revision>14</cp:revision>
  <dc:subject/>
  <dc:title>PowerPoint Presentation</dc:title>
</cp:coreProperties>
</file>