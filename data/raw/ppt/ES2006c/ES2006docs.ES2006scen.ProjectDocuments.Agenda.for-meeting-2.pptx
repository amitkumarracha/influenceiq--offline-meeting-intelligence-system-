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314728-93E8-49FA-B2D2-DD9CE65771B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013E4B-AE07-42BD-B241-DC13F98207C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BCE4DD-5E65-4609-B375-6736DC15632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F313D0-BCD0-4597-AB75-ADE194058D0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AFB37E-0721-4215-86D5-3904E2D88C2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B81DDD-C26E-4AEA-8A02-00CE6A523C0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936891-690F-4773-AD77-E96334FD2E7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9D5E9E-9423-4FD5-B63D-C9E6F706793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CB839D-7316-4AC0-B986-359D3BC8A3E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B98F3B-56AC-4288-839E-18ECEA0CE54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532F3C-CF9D-47CC-B811-8DB2308A330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B7E575-2BDF-4E8B-9A3F-2FCDDF3C448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23B1201-B7FF-4176-96A2-F1A33B05B03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65DEB68-9F7C-472E-9F8A-3728F3C2A35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571218A-AB1F-49D6-8A1E-1E16BB1647B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387A7C-1AC1-4D24-8164-7C87AC3B770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AA525C-3138-4316-B1C0-D26ED1FE2DA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AC41C8-B84A-43CC-80EE-82891A3B4E5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F855971-745F-4C2E-A9F1-0A124E3ECF0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3A2E081-D1EB-4B68-AE62-16D9F9587DF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675A425-9260-4984-8FE4-596FA6B99A1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4CCAF7-0973-428B-B1D8-F91D2E6E597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FD144D1-A135-4C07-85EF-4156E75F9EC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E04A273-0BE2-478D-92FB-F509774DD2B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8A232ED-91A5-4473-9527-1241866CCDC5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543D81E-70F5-4E96-BD8C-FC9D1B1235C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Jen,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After meeting: complete questionnaire and summarization (to be sent by email), then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2005-01-28T17:20:40Z</dcterms:modified>
  <cp:revision>20</cp:revision>
  <dc:subject/>
  <dc:title>PowerPoint Presentation</dc:title>
</cp:coreProperties>
</file>