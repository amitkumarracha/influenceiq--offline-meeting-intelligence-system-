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0A1FE5E-13FC-468A-A682-860E0FEEAA3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1DE8BCE-DD6A-45B5-9259-6652DACB343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441AB36-E477-4568-9EBC-800AD048B70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30947D7-022F-4CC8-AFAA-DA9F20E1AAC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5F454CF-2B38-4B51-8C86-D1A762DEA26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8BB8E91-4013-4338-8AF2-1A3056CBC91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E4EB8A8-E6B4-4F8A-8BAC-57FC67095EC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3D89612-8BF9-42F4-8C14-F941FE564F2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BC71E6F-BAE6-47C3-90E6-4F2D119D863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3B7065F-47CE-423A-B479-79435A05419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37B6991-2133-4B5C-8140-579F1DDF61C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435C610-1088-44A6-8B82-5E17C4B5373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210C6FB-CF3E-41FB-B04C-A5392AED3BE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B47194B-4D7C-41D6-B29E-5ABAECCB577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1E7E84E-FB73-4599-B64B-A14D10E068F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83A7C82-06FF-47DD-871E-F1530BF986B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CD8C1AC-CE1B-4456-A1F6-E6ECF00A47C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6C6FDC8-567C-4A15-BB81-BAC254B8425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77055C9-FD60-42E5-B96E-D94645A1DF6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60B109E-0332-4E3B-8F88-73897615133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A3EA3A9-5CC5-45EB-A1C4-6701B47DF79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F5959EC-5F4F-4A15-A796-79BD4E8B8E2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2E841F9-7B9C-47F4-A24C-0AA037C23EF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8AABFFE-4B1F-4A82-A0DD-E65160FA326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545DBDC-6BED-43BB-B29C-9D9FDEFF74FA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5313080-64E5-49E6-83AC-042009F8517F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28564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Kick-Off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Jen,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Acquaintance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Tool training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plan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25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Aim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remote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Original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Trendy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User friendly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Functional design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Conceptual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Detailed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Tool Training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Try out whiteboard!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Every participant should draw their favorite animal and sum up their favorite characteristics of that animal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Selling price: 25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Profit aim: 50 M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Market range: international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Production costs: max. 12.50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Examples: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Experience with remote control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First ideas new remote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Etc.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working 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technical functions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the user requirements specification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2005-01-28T17:05:41Z</dcterms:modified>
  <cp:revision>33</cp:revision>
  <dc:subject/>
  <dc:title>PowerPoint Presentation</dc:title>
</cp:coreProperties>
</file>