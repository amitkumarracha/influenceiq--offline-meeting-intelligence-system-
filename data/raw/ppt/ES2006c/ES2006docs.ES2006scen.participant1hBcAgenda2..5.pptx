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6D348-7F2E-454C-9B1E-C8C1302CE7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035B22-7F78-42A6-A164-09876A3D57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DFBCD0-BDD6-45C8-826B-23277AED0F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DCB6BD-EFBA-4D04-88C5-07C6EE4CF6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86F34-0B5C-450F-8D87-5487AA3129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0F70C4-0B79-4BF2-B2EF-508925A1BE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4F890-7F4E-4B62-BBCD-248E450D61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913A8-66A0-42F0-8EE3-324256AE22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24AE22-DD99-4706-B42C-FCADACCA3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F1CE6-0E55-4436-AE9D-E38027C0D3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A4FC4C-A620-4553-AF14-56088D1F6D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EBAC58-343B-4C51-870B-6835BF522F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B0EDD0-F668-49BB-8D24-AB72F6C2FD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3BB264-4401-4A50-9F02-34EC6DB8D2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89B00A-F947-48C9-9795-EF0B07582A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8F688D-6350-4CC5-8D02-B3CEE8EDF1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A61811-2143-4146-8CE6-779E321DFE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7CBC4F-F025-48F5-AB1F-6A90FDC0C9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9B082D-9C70-4CE3-9EEA-16F53C4831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BE401F-6A02-47F5-9E64-8E79069835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1855A7-1341-46A6-B85B-FD4B29FF3F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A1B382-3677-44F5-9587-33162D4F6C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772634-92C9-43A1-B41D-23B2B866AD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9C7CEF-0AC5-461A-A2B7-CAD3A0EACD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6253DB-F934-4E1C-8849-770248CBF23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5A6DC4-68AA-49FF-A29D-526A434726A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