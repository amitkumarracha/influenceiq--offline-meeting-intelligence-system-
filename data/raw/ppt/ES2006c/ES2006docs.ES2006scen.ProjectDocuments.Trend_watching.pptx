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304706-074C-4489-9E91-EBC2031025A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52431A-DFDD-4E7A-91A0-D1EF839C762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9E7E61-BD76-4A19-A7DF-953A61A392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29D605-0717-4600-A891-F201E907AA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1FB6E0-B52E-44C4-8073-41E7A2A4D5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B4146B-485E-4F7F-A0D6-8F2DE79BC8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83155C-5FD3-4388-8416-A4FB9F0FD9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E1A1C9-FEDF-4B2E-99D6-6B0FE9C71B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A81363-C970-4DD6-82DF-161A22D4E2B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FB0AEA-AC49-4177-BA59-93340EC966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D07C15-4016-463D-BEF0-37FAE7BEDA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0784A1-FD18-4424-B8A4-CFA79C99B4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AC1C582-B9A7-4D5C-A430-5E4C87C4D89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D2229-F8AF-4315-A7AA-3DB9FEA19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D8A51F-794C-4F91-9B2C-59F69D413D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F29242-D761-4FA5-AB54-13B12ED0D3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D2E340-AD99-407F-8782-099D453F46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4AF01B-C3FB-40D6-AD7C-06DDE99CCD8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925BED-D292-40E6-8C5B-727E086D97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B3ACD0-CBFD-4F27-94B6-25C21B1E70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59BAE2-7623-41BA-AE3C-8DC408C0512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21C2AD-8364-4C5E-9185-A7D110A454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39B6D9-F46C-4EF5-95B6-F83FEB90E08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29566A6-EBAC-4427-A3A0-3F2C444F9B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5BBDB5D-68C2-4C80-84ED-115B81929C0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C6F4AE5-E62B-4F62-B695-DD36BDAB892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2005-01-28T20:22:36Z</dcterms:modified>
  <cp:revision>8</cp:revision>
  <dc:subject/>
  <dc:title>PowerPoint Presentation</dc:title>
</cp:coreProperties>
</file>