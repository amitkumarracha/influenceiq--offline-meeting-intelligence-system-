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20BD92C-B689-4718-AC75-359D3522AF2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57640BD-BA73-4F15-88C3-54893E8FDEE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BA1D3F3-0D17-4D2B-920F-AB295DCE750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284308F-7DE0-4CBE-BD1D-5FAB104B3E2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0D3782E-3718-4DFE-AD77-60060C171AF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1B2C016-8B01-432E-9B84-FE7CD985C58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2EED861-D90C-4462-808E-E1A0CF92201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6A217BC-9D54-4A1F-948C-5BD266D96A9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352E804-6900-4189-BFD8-FC9B91E970D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9923332-785C-4EA3-A8A4-7148EBC8149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97FEAFA-176D-4806-9676-1FC248B786A0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5F710A9-E982-4E34-B3CC-B18229423302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7C7F843-A649-4AA1-AB87-2477B5317C4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A877F9C-1316-4558-8705-FEB04ABB274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6A5CEF0-CCAA-4386-ADE3-B308BEB8EEB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6B4BA97-A945-4910-AAC0-26BC55B9A9F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BF528BA-6CC0-4FA9-88E3-60556A2E209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020A028-0591-4B5A-88FA-E4EBD5FECB8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7574E93-02B3-4D85-B90A-08F8F81C106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213CA93-3B71-4C32-A44F-05A20EE194B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398B685-8FA1-4B1C-80F6-0F3C1E45D44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C573D43-76E2-4ABC-923D-C36C6DC90E3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C7FBBB8-BC11-44C1-B599-23FC9D5E1F54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C5B2101-1456-4565-99E4-9CE643AB9803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2327BAE0-29BF-4E68-936D-118C4B37F4D3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0EEF79F1-B2EA-421C-96D9-B1E53AC4E260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Conceptual Design meeting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Presented by: Jen, Cat, Maarika, Gaurav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Agenda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Opening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PM = secretary (minutes)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3 presentations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Decision on remote control concepts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Closing (we have 40 minutes!)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Decisions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Components concept?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Energy?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Chip on print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Case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User interface concept?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Interface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Type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Supplements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Closing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Next meeting starts in 30 minutes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Individual actions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ID: the look-and-feel design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UID: the user-interface design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ME: product evaluation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800" spc="-1" strike="noStrike">
                <a:solidFill>
                  <a:srgbClr val="ffffff"/>
                </a:solidFill>
                <a:latin typeface="Tahoma"/>
              </a:rPr>
              <a:t>ID and UID work together on prototype using modeling clay</a:t>
            </a: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Specific instructions will be sent to you by your personal coach.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2005-01-28T19:26:51Z</dcterms:modified>
  <cp:revision>20</cp:revision>
  <dc:subject/>
  <dc:title>PowerPoint Presentation</dc:title>
</cp:coreProperties>
</file>