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861DF0-D41D-4C52-985B-342E294CF4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7B309D-61B6-4C6A-B2F9-D79A36A162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69699A-FDAC-4398-9519-89AEAA97F2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7055BA-73FE-4A0B-8403-05F7C260C6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288763-A5B1-44FD-83AA-04D5388E9B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FF3014-7C4F-4678-BA8C-628685AF50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D3E048-4E55-48BF-80BC-20D14D8808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B2CE8A-7070-4AC2-84E5-C4E3A1E3F0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23B9E8-369B-4665-812E-23417B76F1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3A7594-B3DC-4860-9CAE-43D53462F7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AAD4F9-02C0-49BC-8C27-0CF02F37FD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33B03A-81CC-42C1-B951-79DB27222B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84CA39-D768-4834-AB3A-1EB60109A5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354A6F-17AB-4B20-AF6B-F3825049EA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C79207-0336-4F6F-9E87-45B1416E43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300B17-99CD-41B9-BA68-B7818DF738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794210-BBBE-452D-B7A1-50FF97BA9F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6CDB9A-B153-4373-A64F-12CEA7AEE2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84405F-4362-414A-A497-5082917229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7C4422-6A9A-4832-8FB7-1B68B932CB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5AE714-AC63-499F-ACB8-FB74F57F0B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50A204-DEB4-45B1-8A27-A8EB60DAC4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7EC3E2-1BF8-49F5-852B-B51967C1D7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0DD428-FFE4-4096-9A91-7D8C6E9B23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7257E0-0E59-42A6-9DC5-3209FC317A0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B69D70-F137-4B30-B253-CDA1037FBC1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5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2005-01-28T21:26:17Z</dcterms:modified>
  <cp:revision>14</cp:revision>
  <dc:subject/>
  <dc:title>PowerPoint Presentation</dc:title>
</cp:coreProperties>
</file>