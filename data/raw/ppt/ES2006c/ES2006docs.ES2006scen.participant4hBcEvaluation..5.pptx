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F66F51-461E-46E8-BEDF-DB7490EF4DE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697BE2-7C23-4230-9F87-E4867880063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B83AE2-843C-45B4-BEBA-20CB66713ED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3E9BDD-16AE-480A-B25C-6CF7431F2CB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D146DE-26C1-49BC-84CB-2C85079B57E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08393F-26DC-4065-B436-C589C9E005A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AAA3DC-5EFC-4434-A4A7-BB48D9A835C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52863E-688E-4A37-89ED-1C1C49C773A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3227D8-AFCB-456F-AF8D-C9CEECA76B7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511AAA-FED8-4B22-BA12-3FC2EEFC49C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041300-1AB5-4A95-9B09-CE158693D71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B0D718-9423-4F65-A724-E31D329D462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B0F5C8-083B-4148-9931-AC1177E45F2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D1E1D0-ECBC-4554-8A38-32301CA5DF1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4AF73F-D9DE-4FB0-B55A-605D06F2FB1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55F888-6F29-42B4-9BD1-F8E82071C9A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E22F75-CECA-475E-9E3C-54208FF5E31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5D3579C-317F-495F-B84F-FCBC7FC1461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9E3988-3136-4B17-8631-8AFA7F7000E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E6D646-39A9-42B5-8C7B-339AF17B3D3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9BF0BD-6660-47DB-B1E3-C6ACA543E0A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0F3236F-8034-412C-A625-717CE6FCE04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C3D991-5FDF-48FF-BBFF-5B1B9841B6F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162A8A-E110-4A3B-BC0B-997C412315C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99F654E-2AE6-4799-B1B3-5346D8CB9140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28B545B-9881-488F-BA7E-D896F507336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Preparing the evaluation of the new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This should be done using a 7 point scale where 1 is TRUE and 7 is FALSE, as regarding the design meeting a certain criteria.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This is based on the collection of criteria on the user requirements and trends found in the marketing reports and the marketing strategy of the Real Reaction © electronics company.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Aims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609480" indent="-609480">
              <a:lnSpc>
                <a:spcPct val="8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The remote control should: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be attractive to look at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match the operating behaviour of the user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be locatable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be intuitive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have an ergonomic design to reduce risk of RSI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have voice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be technologically innovative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put fashion into electronics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graphicFrame>
        <p:nvGraphicFramePr>
          <p:cNvPr id="101" name=""/>
          <p:cNvGraphicFramePr/>
          <p:nvPr/>
        </p:nvGraphicFramePr>
        <p:xfrm>
          <a:off x="324000" y="981000"/>
          <a:ext cx="8358120" cy="5264280"/>
        </p:xfrm>
        <a:graphic>
          <a:graphicData uri="http://schemas.openxmlformats.org/drawingml/2006/table">
            <a:tbl>
              <a:tblPr/>
              <a:tblGrid>
                <a:gridCol w="6119640"/>
                <a:gridCol w="2238480"/>
              </a:tblGrid>
              <a:tr h="52056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REQUIREMENT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SCORE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7320">
                <a:tc>
                  <a:txBody>
                    <a:bodyPr lIns="90000" rIns="90000" tIns="46800" bIns="46800" anchor="t">
                      <a:noAutofit/>
                    </a:bodyPr>
                    <a:p>
                      <a:pPr marL="533520" indent="-53352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a) </a:t>
                      </a:r>
                      <a:r>
                        <a:rPr b="0" lang="en-US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be attractive to look at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25480">
                <a:tc>
                  <a:txBody>
                    <a:bodyPr lIns="90000" rIns="90000" tIns="46800" bIns="46800" anchor="t">
                      <a:noAutofit/>
                    </a:bodyPr>
                    <a:p>
                      <a:pPr marL="533520" indent="-53352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b) match the operating behaviour of the user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76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c) be locatable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732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d) be intuitive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254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e) have an ergonomic design to reduce risk of RSI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76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f) have voice control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732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g) be technologically innovative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76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h) put fashion in electronics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2005-01-28T21:04:23Z</dcterms:modified>
  <cp:revision>12</cp:revision>
  <dc:subject/>
  <dc:title>PowerPoint Presentation</dc:title>
</cp:coreProperties>
</file>