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wmf" ContentType="image/x-wmf"/>
  <Override PartName="/ppt/media/image2.png" ContentType="image/png"/>
  <Override PartName="/ppt/media/image3.wmf" ContentType="image/x-wmf"/>
  <Override PartName="/ppt/media/image4.wmf" ContentType="image/x-wmf"/>
  <Override PartName="/ppt/media/image5.wmf" ContentType="image/x-wmf"/>
  <Override PartName="/ppt/media/image6.wmf" ContentType="image/x-wmf"/>
  <Override PartName="/ppt/media/image7.wmf" ContentType="image/x-wmf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C8A294-3DF8-4F1B-97FA-AEB8361A568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780F75-3432-4C62-B1AA-D256F24E577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F284DD-C982-4F29-B9CE-B250D936DAB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526307-4A87-47FC-A838-00EA58448E1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A95FA7-94E5-4A9A-9706-227C56EECBA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71A05F-FA8D-47BF-8244-25831A15961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96C5BF-8295-4CB8-BB3C-56890FB7241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03CED0-1B38-40D4-BE31-26111FF34DA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84CF60-30F0-4E46-AAD5-801A0A55BAB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C128C5-2007-416B-84A1-1B2CD45CF71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8D16CB-B7CA-4BA9-B663-995F88F3B2F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E04C6A-21FF-4D4B-82A8-D80B79A21C1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3FC3FFA-9A1E-4DD8-923D-A316E0BE07A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C55DA8-F9E4-47B6-9EE3-5056A32D047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AC8FD79-6D48-43FC-B3D0-56F115166D2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99824DD-8705-4DD8-B665-90904595B98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A1D7E80-A92B-4E30-9848-15BD85571F7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8E0E81-EA98-4BF2-B6B3-CAACE65A4DF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CC3FCA5-1357-4207-9E08-46B67F6C6F1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C86CDD6-350C-43A4-8089-5066122E472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963E80D-2025-478D-A775-AACE77754A0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49B6042-C656-4439-9B1F-67DC7EC6BD0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02D7C18-3E8A-433A-A7E3-EE18E6BA5AB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882754-86A5-4A7E-B461-E90AD99A685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90CBE5D-726B-42AF-AB34-310896408636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FEE2001-6951-4BE4-A00F-2E1B3BF50D40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wmf"/><Relationship Id="rId2" Type="http://schemas.openxmlformats.org/officeDocument/2006/relationships/image" Target="../media/image4.wmf"/><Relationship Id="rId3" Type="http://schemas.openxmlformats.org/officeDocument/2006/relationships/image" Target="../media/image5.wmf"/><Relationship Id="rId4" Type="http://schemas.openxmlformats.org/officeDocument/2006/relationships/image" Target="../media/image6.wmf"/><Relationship Id="rId5" Type="http://schemas.openxmlformats.org/officeDocument/2006/relationships/slideLayout" Target="../slideLayouts/slideLayout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wmf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3848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Searching the internet to come up with MARKET TRENDS – what users preferences will be in the near future.</a:t>
            </a:r>
            <a:br>
              <a:rPr sz="2800"/>
            </a:b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5568840" y="1341360"/>
            <a:ext cx="2691000" cy="3311640"/>
          </a:xfrm>
          <a:prstGeom prst="rect">
            <a:avLst/>
          </a:prstGeom>
          <a:ln w="0">
            <a:noFill/>
          </a:ln>
        </p:spPr>
      </p:pic>
      <p:pic>
        <p:nvPicPr>
          <p:cNvPr id="99" name="" descr=""/>
          <p:cNvPicPr/>
          <p:nvPr/>
        </p:nvPicPr>
        <p:blipFill>
          <a:blip r:embed="rId2"/>
          <a:stretch/>
        </p:blipFill>
        <p:spPr>
          <a:xfrm>
            <a:off x="468360" y="4943520"/>
            <a:ext cx="8218440" cy="361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Remote Control Market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 algn="just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most important aspect for remote controls is a fancy look-and-feel.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second most important aspect is that a remote control should be technologically innovative.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third most important aspect is that the remote control should be easy-to-use.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Fashion Trends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362800" cy="204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just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Fruit and Vegetables will provide inspiration and be an important feature for clothes, shoes and furniture.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Material will be spongy.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4" name="" descr=""/>
          <p:cNvPicPr/>
          <p:nvPr/>
        </p:nvPicPr>
        <p:blipFill>
          <a:blip r:embed="rId1"/>
          <a:stretch/>
        </p:blipFill>
        <p:spPr>
          <a:xfrm>
            <a:off x="755640" y="3645000"/>
            <a:ext cx="2146320" cy="2185920"/>
          </a:xfrm>
          <a:prstGeom prst="rect">
            <a:avLst/>
          </a:prstGeom>
          <a:ln w="0">
            <a:noFill/>
          </a:ln>
        </p:spPr>
      </p:pic>
      <p:pic>
        <p:nvPicPr>
          <p:cNvPr id="105" name="" descr=""/>
          <p:cNvPicPr/>
          <p:nvPr/>
        </p:nvPicPr>
        <p:blipFill>
          <a:blip r:embed="rId2"/>
          <a:stretch/>
        </p:blipFill>
        <p:spPr>
          <a:xfrm>
            <a:off x="6732720" y="2637000"/>
            <a:ext cx="1782720" cy="1811160"/>
          </a:xfrm>
          <a:prstGeom prst="rect">
            <a:avLst/>
          </a:prstGeom>
          <a:ln w="0">
            <a:noFill/>
          </a:ln>
        </p:spPr>
      </p:pic>
      <p:pic>
        <p:nvPicPr>
          <p:cNvPr id="106" name="" descr=""/>
          <p:cNvPicPr/>
          <p:nvPr/>
        </p:nvPicPr>
        <p:blipFill>
          <a:blip r:embed="rId3"/>
          <a:stretch/>
        </p:blipFill>
        <p:spPr>
          <a:xfrm>
            <a:off x="3635280" y="3645000"/>
            <a:ext cx="2592360" cy="2128680"/>
          </a:xfrm>
          <a:prstGeom prst="rect">
            <a:avLst/>
          </a:prstGeom>
          <a:ln w="0">
            <a:noFill/>
          </a:ln>
        </p:spPr>
      </p:pic>
      <p:pic>
        <p:nvPicPr>
          <p:cNvPr id="107" name="" descr=""/>
          <p:cNvPicPr/>
          <p:nvPr/>
        </p:nvPicPr>
        <p:blipFill>
          <a:blip r:embed="rId4"/>
          <a:stretch/>
        </p:blipFill>
        <p:spPr>
          <a:xfrm>
            <a:off x="7020000" y="4724280"/>
            <a:ext cx="1303200" cy="1138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599840"/>
            <a:ext cx="8291520" cy="1973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Combine style with a level of functionality.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Beauty with practicality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A thing of beauty AND function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3492360" y="3789360"/>
            <a:ext cx="2159280" cy="2040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2005-01-28T19:45:55Z</dcterms:modified>
  <cp:revision>8</cp:revision>
  <dc:subject/>
  <dc:title>PowerPoint Presentation</dc:title>
</cp:coreProperties>
</file>