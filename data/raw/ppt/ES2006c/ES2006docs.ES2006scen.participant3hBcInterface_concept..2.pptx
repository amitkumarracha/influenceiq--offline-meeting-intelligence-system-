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4075014-D642-4314-A38A-5D5E172F7EC3}"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5544D1F-B5B8-4F5F-BCBF-101ECBFF335F}"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C7222C4-5286-43C0-A855-7D8FDECB4EC9}"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90FCEDE2-DCA8-493E-870A-DB80AC43F8D0}"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3FD9776-AB7E-407B-8E35-FEC410C2D80A}"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01D2F2BA-5486-47C2-8FDA-BD3720DF4CAB}"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65786BF-9A24-47E8-B6D1-83D6BFDDF42B}"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7B36BFA-00FC-48E2-9C9A-7CF633D8D0DE}"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C728662A-7EC3-45F4-8251-560F1D327533}"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BC49417B-390A-40D4-B832-7C52CFECBBDD}"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27E54FC0-9C3F-4F00-8CFC-80019D5853CD}"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0FCC76E4-F759-49FD-A79F-AABA07C1FB7B}"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50AFDBC6-E21E-4D21-8EAB-C54085662C13}"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E10015D6-9A59-4088-8B9B-9E43D658617D}"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3AF5AB8C-F563-4285-990D-47C076A5C3AD}"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6FFC0080-AABA-45E5-A1C7-6E5214711877}"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C72E5320-1CB6-4E73-AB90-934F9A6CBDE9}"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188D1D6-AC8B-43C7-BBDC-18D6CA6BFD08}"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BB459B89-6B3A-465F-B440-A2EFDA25C2D5}"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F82E26FE-C809-4E26-A2B6-93282BCE6B66}"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09C61260-05EF-4FB9-9E36-1F1B201E88BB}"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0900E48E-1445-4A47-9030-71C57F34D1B2}"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9DFFC718-6D78-4B95-B35E-F3070DE30D5D}"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F85F2474-2B3B-49C8-AE9F-499F1738BD52}"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014A74D-A7C0-4B01-83AE-42207192E796}" type="slidenum">
              <a:rPr b="0" lang="en-US"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F507C35-944F-4919-8784-D38FB57DA732}" type="slidenum">
              <a:rPr b="0" lang="en-US"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Interface Concept</a:t>
            </a:r>
            <a:endParaRPr b="0" lang="en-IN" sz="4400" spc="-1" strike="noStrike">
              <a:solidFill>
                <a:srgbClr val="ffffff"/>
              </a:solidFill>
              <a:latin typeface="Tahoma"/>
            </a:endParaRPr>
          </a:p>
        </p:txBody>
      </p:sp>
      <p:sp>
        <p:nvSpPr>
          <p:cNvPr id="95" name="PlaceHolder 2"/>
          <p:cNvSpPr>
            <a:spLocks noGrp="1"/>
          </p:cNvSpPr>
          <p:nvPr>
            <p:ph type="subTitle"/>
          </p:nvPr>
        </p:nvSpPr>
        <p:spPr>
          <a:xfrm>
            <a:off x="1371600" y="3886200"/>
            <a:ext cx="64008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Maarika Traat</a:t>
            </a:r>
            <a:endParaRPr b="0" lang="en-IN" sz="3200" spc="-1" strike="noStrike">
              <a:solidFill>
                <a:srgbClr val="ffffff"/>
              </a:solidFill>
              <a:latin typeface="Tahoma"/>
            </a:endParaRPr>
          </a:p>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User Interface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Definition</a:t>
            </a:r>
            <a:br>
              <a:rPr sz="4400"/>
            </a:br>
            <a:endParaRPr b="0" lang="en-IN" sz="44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0000"/>
          </a:bodyPr>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pc="-1" strike="noStrike">
                <a:solidFill>
                  <a:srgbClr val="ffffff"/>
                </a:solidFill>
                <a:latin typeface="Tahoma"/>
              </a:rPr>
              <a:t>User interface</a:t>
            </a:r>
            <a:r>
              <a:rPr b="0" lang="en-US" sz="3200" spc="-1" strike="noStrike">
                <a:solidFill>
                  <a:srgbClr val="ffffff"/>
                </a:solidFill>
                <a:latin typeface="Tahoma"/>
              </a:rPr>
              <a:t>: The aspects of a computer system or program which can be seen (or heard or otherwise perceived) by the human user, and the commands and mechanisms the user uses to control its operation and input data.</a:t>
            </a:r>
            <a:endParaRPr b="0" lang="en-IN" sz="3200" spc="-1" strike="noStrike">
              <a:solidFill>
                <a:srgbClr val="ffffff"/>
              </a:solidFill>
              <a:latin typeface="Tahoma"/>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E.g. Shape, size, buttons, voice-recognition,</a:t>
            </a:r>
            <a:endParaRPr b="0" lang="en-IN" sz="3200" spc="-1" strike="noStrike">
              <a:solidFill>
                <a:srgbClr val="ffffff"/>
              </a:solidFill>
              <a:latin typeface="Tahoma"/>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Colour, etc.</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Method</a:t>
            </a:r>
            <a:br>
              <a:rPr sz="4400"/>
            </a:br>
            <a:endParaRPr b="0" lang="en-IN" sz="44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Research the interfaces of related products, mainly on the internet.</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Analyse their user friendliness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Assess their appearance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Decide which features to incorporate in the design of our product.</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Findings</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ffffff"/>
                </a:solidFill>
                <a:latin typeface="Tahoma"/>
              </a:rPr>
              <a:t>In the case of most of the remote controls t</a:t>
            </a:r>
            <a:r>
              <a:rPr b="0" lang="en-US" sz="2400" spc="-1" strike="noStrike">
                <a:solidFill>
                  <a:srgbClr val="ffffff"/>
                </a:solidFill>
                <a:latin typeface="Tahoma"/>
              </a:rPr>
              <a:t>he interface consists of a clutter of button functions, colors, and forms. This inconsistent use of interface is confusing and doesn't improve the use of the product.</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 </a:t>
            </a:r>
            <a:r>
              <a:rPr b="0" lang="en-US" sz="2400" spc="-1" strike="noStrike">
                <a:solidFill>
                  <a:srgbClr val="ffffff"/>
                </a:solidFill>
                <a:latin typeface="Tahoma"/>
              </a:rPr>
              <a:t>New user interface component – voice recognition (record up to 80 voice samples)</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 spinning wheel with LC display </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 scroll button with integrated push button (such as in modern computer mouse) at the side of the remote </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ffffff"/>
                </a:solidFill>
                <a:latin typeface="Tahoma"/>
              </a:rPr>
              <a:t>Latest developments of the manufacturing division of our company – programmable speech speaker unit – add on to voice recognition</a:t>
            </a:r>
            <a:endParaRPr b="0" lang="en-IN" sz="24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Personal Preferences</a:t>
            </a:r>
            <a:endParaRPr b="0" lang="en-IN" sz="4400" spc="-1" strike="noStrike">
              <a:solidFill>
                <a:srgbClr val="ffffff"/>
              </a:solidFill>
              <a:latin typeface="Tahoma"/>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Keep it small</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Keep it simple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Include voice recognition</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Standard major buttons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Other function via menu on screen</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24</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2005-01-28T19:43:39Z</dcterms:modified>
  <cp:revision>10</cp:revision>
  <dc:subject/>
  <dc:title>PowerPoint Presentation</dc:title>
</cp:coreProperties>
</file>