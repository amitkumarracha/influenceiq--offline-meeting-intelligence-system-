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7.xml.rels" ContentType="application/vnd.openxmlformats-package.relationships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embeddings/oleObject1.xlsx" ContentType="application/vnd.openxmlformats-officedocument.spreadsheetml.sheet"/>
  <Override PartName="/ppt/media/image1.wmf" ContentType="image/x-wmf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5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&lt;header&gt;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r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&lt;footer&gt;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76ADE82-99FB-468A-A915-EC0A2B0E6E20}" type="slidenum">
              <a:rPr b="0" lang="en-US" sz="1200" spc="-1" strike="noStrike">
                <a:latin typeface="Times New Roman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C9660E-EDC4-4C60-BEB5-6F67734206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F74515-EF52-4823-BAA3-4DABC63A85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6DC4C2-FDBC-42AF-BC78-305D29236B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FB192C-3634-4526-92FC-7CEA9D6640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6301DF-7231-4EA5-8747-1154D5EEA5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C0BAF8-CA4E-42AE-965B-500B90658C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B3977E-37BB-430E-9DB0-24AE5C7364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23F661-DDEF-42C0-B221-5387CD71EF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785A31-5121-48BD-8413-F8FD4B2B63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78FAB1-0048-4014-922C-C144598073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89790C-4489-4D39-9875-216A49EEC9F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AB7260-E9DC-4AE8-BCBC-25AAADEC2A8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CD9214-6619-4008-AE24-F410205C9F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AEEBC4-A6F9-4324-A054-16579D23C0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856BE8-B7FD-42E5-A9C3-4F97B81EDE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518D93-EE3B-4330-845C-20A006C7CA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BC3FC9-A662-4D70-B15E-DFBEE42C27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E3C2F2-9BBE-4FD2-81E4-B1EFD465C2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5A4724-729A-46FB-A508-2DE654DF11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57FD62-9E7D-4C88-85F3-023B4A2C2F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7510F6-2A81-4853-8627-49ECEFDA85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B24BED-3246-479E-8798-35F90E8D80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8FF4ED-BCC5-4304-A17C-CB9974A9AEE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7034CB-579B-4A67-9DD4-F4B150C8E64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559105A-1A24-49E6-BA9D-39F8EB82481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98F37F7-4829-4EFD-999A-BDCD627D5A8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Cat,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Usability lab observed remote control use amongst 100 subjects, who then filled in a questionnaire. They investigated: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What the users think about the look and feel of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biggest frustrations of using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and LCD screens in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Users dislike the look and feel of current remote controls.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434520" y="4359240"/>
            <a:ext cx="7960680" cy="1313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The graph shows that the most predominant uses of the remote is for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Chanel Selection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Teletext (including flipping pages)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Volume Control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096920" y="21272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57080" y="213372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765080" y="148428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844360" y="213372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414180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2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077800" y="2060640"/>
            <a:ext cx="5342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1.5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2908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3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16" name=""/>
          <p:cNvGraphicFramePr/>
          <p:nvPr/>
        </p:nvGraphicFramePr>
        <p:xfrm>
          <a:off x="214200" y="-747720"/>
          <a:ext cx="8929800" cy="67039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17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14200" y="-747720"/>
                    <a:ext cx="8929800" cy="6703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Frustrations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Tahoma"/>
              </a:rPr>
              <a:t>Voice Recognition?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468360" y="1581120"/>
            <a:ext cx="8207280" cy="449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Sleek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Stylish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Sophisticated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Minimalist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Long battery life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Locator (clap and then it beeps?)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2005-01-28T18:04:00Z</dcterms:modified>
  <cp:revision>13</cp:revision>
  <dc:subject/>
  <dc:title>PowerPoint Presentation</dc:title>
</cp:coreProperties>
</file>