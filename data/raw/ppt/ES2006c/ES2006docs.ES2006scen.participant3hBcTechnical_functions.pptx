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31780E-7F6C-4CFC-848C-1E504BD2225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1FCC73-7623-42CB-B81B-62BD9E93910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91AB74-CB65-4C3C-894D-8EFCD9F9DC8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903016-5C28-4AF5-8BA1-904E6CF1C68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79D3D3-6001-427B-9183-68F6DB8546E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3FFC8A3-B44A-4D0B-998C-DF8A39BBE51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7E9FC8-74A4-4140-A038-675E59D5C1E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6FD355-B51D-43E4-9453-978C0BC44F0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2D6E70B-1558-4419-A204-A3FEC1E9DC6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898EA77-EDD8-4D6F-85B4-6DFBB4D1F14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BD6D3F-7ED4-4A0F-9EDD-368769F03AB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08F04F-9EED-4158-BA2A-CC45D27583C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3F20AEE-5E02-47FA-BAFF-37FE2B4F5A7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DBDA88B-6D56-4C17-A611-EEFBA217405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17EB012-5463-4A13-B5CC-6B2BF77B703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250E5AE-7AFB-4742-9DA6-2FA621EF353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B6AFBCE-651E-4ABF-9C47-A2E0F616C34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62925CC-4DC6-4782-8872-9B871501F7C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D161D44-97D7-403E-92AE-D1ECA5C49F5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7A3E730-CCDA-4E5B-87A0-9DE8205E571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CEF92B6-C3DC-4DEF-B5F7-EC27C8FF6C5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422EED3-A11D-490A-AE2D-3ED9A427250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CF89664-7CBD-47D6-9D6C-8D8D0C37DA4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F50E653-EA39-484F-B9F5-EC005ACF1D6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AA7F082-2DC8-48B9-955D-32DD9A0056E3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13862BF-4E8B-47AC-91EA-60DA03F78328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Maarika Traat, 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Search the web for inspiration from similar devices.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Think about user needs and desires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Think about the main function of the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function of a remote control is to send messages to the television set.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"switch 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"switch off“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"switch to next channel“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"switch to channel 9“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"turn volume up"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The present standard seems to be that besides TV functions the remotes also have functions to operate a VSR.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They do not seem to be able to handle the requirements of DVD players.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Keep it small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Easy to use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The “must have” buttons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On/off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Channel numbers, next/previous channel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Volume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Menu for more complicated functions (e.g. brightness)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Do we want to incorporate Video and DVD related functions?  - (No: last minute update on the project spec.)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2005-01-28T18:14:15Z</dcterms:modified>
  <cp:revision>11</cp:revision>
  <dc:subject/>
  <dc:title>PowerPoint Presentation</dc:title>
</cp:coreProperties>
</file>