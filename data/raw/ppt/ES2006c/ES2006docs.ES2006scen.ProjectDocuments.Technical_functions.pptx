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104136-4A68-4F42-B920-2522EBD26B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F024A1-14AF-4EA5-B73E-B4404CF394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6571C4-6351-4D6E-98E4-5DBBE21D29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9FEA61-3A6D-4799-A3E8-41E1CA8472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759C5-9078-4D4F-81C6-BB75F29F0D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476CB1-345E-42EB-9F4A-119060D1BD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404044-1375-49B6-B85A-1324BFE295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5E2CA-931C-4358-B2CE-73A9253064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FBE08B-0866-4696-BFF4-883EB65896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AF0E2D-D093-4F8D-8ADC-7DF3B050D6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CB763D-C0DA-414D-B941-3339A982D5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E80A6F-186B-457F-AE67-EF7AD6CB00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339E6D-3759-42D2-B72B-51DB3FE726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7F94F7-BD35-44C2-B525-71EBF5B739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D7F58D-004E-45BF-8B71-3D67885130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1F46C4-BFDC-4878-BB47-90585DE2C9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3E6407-54BF-460C-8EAD-F87ED26B06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DC96B5-ECB0-49F4-B91C-74177FFE2B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902FF6-6656-421E-A6C9-3284B9ED4D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C612EC-041D-444A-BBD6-168E9953A7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BA633F-F942-4F0A-8C06-DF167000A4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206C65-BFD4-4653-92FE-051A8A01E0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5192B5-C075-4D4F-B5A2-92B748A146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428312-BD92-4B9C-BE7B-3E6222F242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21A346-1924-4539-9681-1A55049336F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CC1CF4-1713-42C8-BAF8-9303A7E42B5C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2005-01-28T20:03:29Z</dcterms:modified>
  <cp:revision>11</cp:revision>
  <dc:subject/>
  <dc:title>PowerPoint Presentation</dc:title>
</cp:coreProperties>
</file>