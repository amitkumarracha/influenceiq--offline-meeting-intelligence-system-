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D27FDA-2A5D-489C-938E-8D7F157606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6FEA38-BE06-4CF9-AD09-E61CCE9E4D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9CF2D7-F1C4-460A-9790-C81D50E20D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38AFB4-1C0A-4D4D-A570-40F39F522A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97B23A-807B-43A7-B166-53BE0D11AF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F4345A-3658-4E2D-94F2-F2EDC081EE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83B880-1074-4010-9D69-53467E7E28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E04406-5C6E-4227-BBD8-B4139FA8F9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DC19CC-2B74-474D-86B6-409F2640F9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42638E-D49D-46B9-ACF9-2BB1794BEF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75B9BF-F6E3-4AA9-8AD9-C5353A0A44F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2010E6-B24E-49EB-B3D6-91D5A0FA03B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41019F-B0EC-4134-B0B7-93A5DC7833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3364EF-5F87-4EA7-8AF7-C219F63480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96CD33-C0D0-49C1-ADA8-A6ECFB2383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E2D6CC-FEEA-42BE-94E2-3AABBD95F1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20EA08-7FDF-48DC-87E7-29BE7B719D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C7B183-7FEE-4268-B268-BCCACD2206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2CA512-B168-4013-920B-3A7B68D5F5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D5DE03-119D-4518-8D92-1B14EF21FD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E2FAE6-9592-4BAA-B6E4-09EAADDD33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08EBC3-3C29-48C4-B59B-09F6979E5F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B9AB6A-65F7-40E2-8A90-ADEA2B4764C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9216DF-41A3-469B-AD7D-C6E30BC4349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876FE1-DE08-4D71-BB51-33A2C5E222B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F85B93-089C-4970-91B4-44ABA64F497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2004-09-07T15:40:06Z</dcterms:modified>
  <cp:revision>10</cp:revision>
  <dc:subject/>
  <dc:title>PowerPoint Presentation</dc:title>
</cp:coreProperties>
</file>