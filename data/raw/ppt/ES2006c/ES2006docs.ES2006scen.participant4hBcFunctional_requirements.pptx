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FB0C3F-39F2-45B6-BF1C-300E8D4106AA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EDA43C-311A-44B0-B353-98ED121C63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5935FE-9D37-428C-89CC-853ABB8FCE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0075F8-A357-4078-8891-E6B5603538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4291A4-1B2F-43C0-8C35-8A2EE07C7C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B1B459-AE13-4F42-B151-45AD4958D4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1E3D1A-8F5C-42FF-9AB2-E3D6A0280A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3EA220-7C9E-41A4-A690-C265843BE0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EDCA05-41EB-47F1-A986-5D552BA594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560FD5-7098-4B92-A661-7708C982FB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AF2ACC-24AB-4FB4-94DE-5504AEE08C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5DBA25-C937-4687-AF82-7BCFAA83C9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FD2FB-8EC7-4A15-B5D2-60574B9CB0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634129-B818-4FD3-A4D1-B262F9CCD0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BE990A-2067-41A2-8B63-3BCE4CDF57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C4A8C5-64E2-4295-BC65-AA24B9F2E4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A9FFF3-1D4E-4FF8-86C2-9B498B6E77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A8F0D9-F99C-4449-A38D-511FB03C51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DE5F29-AE71-46AB-A136-ED90630831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875748-FCCE-4C73-BEE9-6A52DECA90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0690F5-95F1-4D18-B3CA-214541722B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29B721-DC41-478C-91C6-B81FF4D094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C3083F-D1E2-472B-858B-A4EB745CE3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5AF078-3073-446A-8E22-241598525F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EDCB90-3A22-473F-BC72-EE5DB5E73A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535263-4562-44CC-91AB-5FF942A6A9E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67DEA4-6BBC-401C-963C-5E54A8FC35F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2005-01-28T18:04:00Z</dcterms:modified>
  <cp:revision>13</cp:revision>
  <dc:subject/>
  <dc:title>PowerPoint Presentation</dc:title>
</cp:coreProperties>
</file>