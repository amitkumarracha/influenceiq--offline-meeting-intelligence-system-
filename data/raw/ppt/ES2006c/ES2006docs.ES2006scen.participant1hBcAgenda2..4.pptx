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DFC94C-4BDF-4769-B093-FD81CDB149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65C09A-AE54-4D9E-9D35-64FD0906D5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27665-C877-465F-ADEC-0DFA101E90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7C8961-A81F-44F0-B510-3A253AD1E0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AA5240-A7F9-458B-BE5C-6A0639B66F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60F6B-279D-49EC-830A-EA7F13E223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747738-F5B9-45BB-ADC2-D0E808F8B6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78C66-D6B7-4C9A-865C-13A5733094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6C29C4-A64A-4469-836C-A3350AF82D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1C8816-3B7A-4F10-85A0-6D12D7E4C2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6559E3-64C1-4851-87AD-1AF97AFCF0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3E8056-B620-43E0-8C47-3316C55E54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92FA9E-67A6-4BD8-AC42-9EA592968F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A6E18F-FDF4-4D01-9161-D5BEF81D1C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BA83FE-3F0C-49DB-BE52-A3DF709723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7496E0-8730-44E1-83AA-3C40EF950F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F73673-1137-4F8E-B2FB-4F824510C9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BC70A3-E959-46F8-926F-A702AA91AB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F46F12-CAF5-4A3F-B174-EA9657BCB0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AB58C8-D5E9-4E3D-B874-1C20016B05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5FD0B3-DF80-4B19-B182-86FBB500BB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C83952-3170-4474-A246-1C51C3B38D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C61BC9-DFC7-4087-A4BD-99569A905D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60A7E8-465D-42DC-AA05-DE98EF4257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4BE1E0-0DB9-4C37-AE95-9BC5FC83526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823751-DA49-4FD3-A40B-27526181DB5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