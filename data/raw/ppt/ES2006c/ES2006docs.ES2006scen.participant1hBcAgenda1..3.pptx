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8A8FCC-7ED9-4082-8E9E-FBE9A37619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4340BC-AF65-4BC3-9721-2F8C62EF8F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8924F2-1C3C-40A5-8A27-E969035A65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D77808-EE3F-488A-A075-C7DFBCE895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4848DD-EC08-43DA-828B-C5CFBFF426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6663E1-5CB3-4FC1-A42F-0494725A26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1EB928-251F-439B-9B89-2EDF362D99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442F4-A4CB-45AA-9D56-59E600F29A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6DCA65-82A5-469B-9012-B1387EC3CB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596323-CE3A-4DE1-B026-FAE62522BD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26A08-47D9-456C-ACD3-5A9BF5567C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09956D-4E03-4AD0-B155-747ABE946C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F18409-4256-443A-A9FC-657808C60A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1ADD09-9543-468E-8233-70D2B1CA4A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D25D6-383E-4479-8F9D-CCD9F81DCD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FC3EB7-6804-4B13-9B78-60B612EFF5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0B5FA8-1594-4B75-BEC0-388AEF83AD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4A2E24-C2C0-49F1-B447-E0D4FBBD59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7006B0-6F4C-4EEF-BCDD-F3D1062F6A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D5AD43-BCF3-4C93-B75F-D5663BD3AE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8FDFF5-FAF2-4BA8-8AC9-0907F6747D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7CD215-2E07-45A8-AFFE-F00C90F26A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A89E96-CE29-4323-9E72-41E3AF4DFF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DF2065-CE1A-4F47-BFAE-F0CF7A3898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9E210D-E1D5-476B-A0D8-78EA3CD144E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6730AC-586E-433D-8E2D-F5338387630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