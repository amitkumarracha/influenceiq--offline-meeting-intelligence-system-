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BB9C86-BB95-42BE-BC23-C74188FFC8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4EC3FF-2399-4473-99B8-A2F6504F23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5C6052-8BB3-450E-B79F-B2C0BFCA5A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198F17-27F7-443B-ACB0-507BB10DD0B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B4F817-1215-4B41-9130-010290A032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5D3A92-0FDD-415C-B0FF-8229EAAB12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89DCA7-3924-41C5-AB5E-8F732CA723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321176-70F4-4DB9-86DD-13B47B4B4A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76A9AD-1DEA-443A-99DE-5903D44B06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657C42-AF8E-4402-8ADD-5F75802CFC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5E513F-F7E0-4663-B7BB-AA5B0C6AB9D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57F173-6031-4570-B129-714D87DE07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1E8946-42A5-4154-8FC8-DF7BBD29CF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E6B903-9013-46C4-B3FF-3EB6FD2DC2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5CB4C0-5807-4460-B351-DA95832D74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DEC625-E30A-4C55-96B8-ABCC3F5704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7258AA-2EFF-4584-8491-05DE4E6B74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B31797-908F-460C-8DD0-F009264E61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16FEBC-BB1D-4786-BF4F-F43BEE2E54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E2C5D7-73EC-45A4-B26F-1923BCA5ED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3FDF7E-4E0B-40FC-8A46-61A829F02D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EC7042-D177-4119-A53B-ED25F25EF3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CBAA38-2845-4340-8563-79F22FA3559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9EC02A-9C62-4BF2-B629-43C03377024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E68356-0332-435D-9C04-93E88638264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75A25F-4A05-4B7F-A24A-427AF4E71C4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