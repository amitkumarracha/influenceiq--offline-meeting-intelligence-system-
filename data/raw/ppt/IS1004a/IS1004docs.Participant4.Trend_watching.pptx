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E02896-C974-45BF-A417-F88C146A49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261BA1-46AE-4806-BF85-E48143E03C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663949-9F34-4661-B36E-A5C21C6A5B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CB672C-2E97-45F0-B7FD-C56865F862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547928-F29F-41D5-8686-14C2749B21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6E4C46-7261-447E-A101-73C44D5DED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B445E7-5D50-4FBF-88F0-7CF3CA3631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88C1D-034C-4DA7-8318-7DD104204A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606713-09A3-40A2-B66A-5B2BE8B12C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CD5F1-B674-40E9-AFCC-C7F8920FBA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EEFE1-E674-4237-8DB3-7655C9A243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8CE0B-6AF0-45F2-8224-99BC0E5C64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AF475-4C63-475C-9F3D-A716D08766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8E0C31-CB5C-49A8-A717-FA37FE624D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C7CD84-B268-45CC-A0C5-607BFFE62A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B8885A-693C-45D8-B757-83DF381531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517627-FD2C-4549-A0D7-843BFF6F21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1CECE-27D6-4CD5-9665-387716828D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81263E-506F-453D-BC4F-7093089F81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B3EAA-1397-462C-9C1C-6F8A6D7BA1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338C06-D94A-4B37-93DD-197284191A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0D72FE-BE10-4717-84D4-7677386156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BE27EA-62CD-40C1-A9A0-8F782F26D7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8FF05E-4EC3-44C9-8F33-D08D9FA514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F47F5D-6F0F-4911-AFAE-2E09C4B015B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BBDB75-897E-4A08-99C8-F1181534FCD3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