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E5A8CE-8E9F-4114-B421-E8D89E3803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F2BFE6-ABE7-4DCA-9110-0E83D4414B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386F99-3B8B-4ED2-B9DB-D27046F561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E0F5AA-3E36-4661-9E40-CEC2716777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6D3E05-AF92-47D0-9198-EE50E7132E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80F211-E4E6-44EF-8CD7-E161495017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043EC1-1CD9-4C1E-B8D0-8E85DCDC96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592474-1434-4398-87A5-C6EDF79CC3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902775-5AE9-4F3E-AB4F-60D7C8BE48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972BFB-2F47-4BFF-AC29-24DC9133BD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2846A8-C9C5-4542-AA58-46E852D36F4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AB97F2-845A-4BD8-8914-113EEA5D1B8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921C6C-E1E6-4254-8BEC-736BFFBDA3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685297-70E2-41BF-9982-1DAFFEC467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AA3C85-7EF6-4F5B-ADE4-B2C2650AA6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6FCE9F-715B-4D21-AE3C-C6C933272A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BF0017-B1C3-4F1F-B147-37463BDEF4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0FB08A-D67D-438F-A21C-84C18F0A71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956B88-35A5-4BCC-BD2A-98841763CC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456B68-6FF5-47AF-97F8-52EF92FD45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E669F2-2EBE-46A9-B934-3A069D862A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F61B89-E77D-4D44-B2F9-E135C7396A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077E7C-AAFD-4D53-BC07-5F9657ED682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F798E8-421B-4E8F-A844-D37C582795B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02F6D02-B532-4788-ABA6-E4FAE1B05AE1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1D19CBB-8965-4CAC-A049-15261F74EF80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2004-11-23T15:27:24Z</dcterms:modified>
  <cp:revision>33</cp:revision>
  <dc:subject/>
  <dc:title>PowerPoint Presentation</dc:title>
</cp:coreProperties>
</file>