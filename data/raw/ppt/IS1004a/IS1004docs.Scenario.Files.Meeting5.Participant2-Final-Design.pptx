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B5AF4-B62D-49BD-A753-4722703E66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D01E73-D23A-4BCA-870B-376C8B21C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CA6BA6-6F01-4EE1-8D08-23AF84A649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7B82BA-40EB-4A28-9420-6C13DC6B64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36A9EE-8833-41BC-A837-F7BC44872F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F4B21-C489-47CA-8081-A25E7E5784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176D2B-E1AE-439F-A248-24E90D0A9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227B7D-FDDF-4D5C-B0B4-AEC62170C9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D8EA9-7E0A-449A-B17F-A738396168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12FA35-50B9-495C-A24A-0892FF0ACA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FC5E6C-022A-4EC8-9696-6265EA8CAE4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38C96B-1904-451E-A169-69B1CF2475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0C2E61-E37E-46A8-867C-7B18D1FB47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A300B5-D05F-4795-BAD8-81DBC3D619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AC5C41-74EB-4D6E-962F-5487E503A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9EE41B-6630-44FC-9C4E-3759D9FA7C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55480C-C8D2-400C-AF75-BEC4EA65E2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64CEEA-BCCD-4C8A-A1BC-3AB82514DA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EDB450-C36F-4C9E-8C24-818B24A54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B56D4D-74D1-4D2E-BE19-27776E9DDD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FCB0C-5C1E-40F3-B972-6EBC0C7ED2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B55D83-EE33-4885-BD9C-0B92A098FE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71AA38-67C0-4A68-BA91-F188F48779B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E6C7DC-51AC-4CFD-A248-E7C150ABB2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55ECBF-E13C-4F8F-BC08-CE892F5123B1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A8BF78-A854-45DF-A98C-783E569C0B5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