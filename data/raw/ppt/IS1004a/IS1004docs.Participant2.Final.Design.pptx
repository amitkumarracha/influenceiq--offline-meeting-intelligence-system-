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E178FF-BBD2-4741-89AD-3481E2BE0C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B2B612-4043-42EA-829A-D7A3373F4B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481C20-9B25-4D5B-AC81-B1970FD476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298A01-69DC-467B-8DD4-632D661F49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019C46-81FA-4A2C-B948-606AB89991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B0149B-7BDA-44C6-989C-0DE680DA7C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8F553-C218-4CB6-AE7C-90664D001A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024E96-A000-4C92-8E83-F01A362F0D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49F66F-25B2-4EDD-860E-58D6F6379E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5AB911-2F26-4ECB-BA2E-7F4795BBE6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FC985C-1792-45CF-B327-37B4AAE50C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1A35F7-E9BA-4E7F-ACD7-BEF399B6BD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995775-A2BD-49DF-A8A4-40C44A64A2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FB4F2A-B885-4D69-807B-3BE1A02D9A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304A94-3C65-4E04-A95A-1E061FE468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E67B97-7E86-4351-87D6-897F7F0C75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B916DB-FABD-47E3-860B-5E8F88F6F0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0E1C67-E333-4824-A696-48738E39C6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31C9DA-7EB5-450C-86FA-A570B4F369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6F4ECE-BF45-4351-B35A-5BD07B9DC8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E19AAD-3B74-4BA5-80F2-B2184201A4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51FBE7-F81C-4C71-ABEF-F1DC411D7D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03C46A-3390-493E-B523-CD4393404C9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3B7509-25A5-4B18-8B0B-71340963EB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ECDA17-9FFB-42F7-885B-AB942B595E78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F373EE-7B20-48C3-957A-64AB6D82A244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&lt;Michele, Hemant&gt;,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Functional Designer,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Case: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Banana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Elastic 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Yellow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Base station for charging batters and remote locator (RF element located).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2004-11-23T20:06:34Z</dcterms:modified>
  <cp:revision>15</cp:revision>
  <dc:subject/>
  <dc:title>PowerPoint Presentation</dc:title>
</cp:coreProperties>
</file>