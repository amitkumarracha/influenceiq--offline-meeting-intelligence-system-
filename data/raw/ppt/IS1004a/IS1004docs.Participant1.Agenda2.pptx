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E592F7-F3D7-4CFC-BD93-AB7E1A867B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C293CD-81BF-4B39-BA88-59F4E8C9FD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6B11B1-4C18-4809-9897-7B1340D1C2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17B6BC-5293-4E8D-BBAD-494EF7E29F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534A45-7D18-4835-B148-1A6BA6D61AD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17D35B-1825-40E1-AE78-9BD1028E31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3D95E-78AD-4B7A-B351-8DFB8910F5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80F021-EF20-41CD-8B21-9AE67A3023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EF89E9-312D-44E4-B322-38E1AAC10F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E16939-226B-486F-A7BC-13309451AFF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76A03D-BAF8-4DB0-A5FF-A362E3862E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D6EB4D-7A87-4AD6-96F8-17609DFD681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324E25-E3C7-4F25-AEC4-E548A775FF1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CEEED1-C618-41A6-817A-B704ABBEBA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4A7F70-46C1-4CA2-9743-8428FF85D4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3FD26A-DD38-43BB-A0FB-0A34A73A75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A85566-4D3B-491C-B3D3-673C8871D6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1DE601-F780-463C-8FE1-B2FF387205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531542-E50F-4909-96B8-50001BDF74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BCEE02-425B-4A1E-8458-F1B84A4C7D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7E7CAC-3986-4C3A-B823-29B1E97D74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0B9F0C-45FF-453E-82C6-27C02B31CFC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E652B5-0D36-4DDD-B2B6-1A9CFD4D7E5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3DF49B-81AC-4942-82DF-9C05F57E57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FE7DCF-8B4A-4EBE-B325-A5005474D75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477F1D-046D-4418-A335-A95B366C1EF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