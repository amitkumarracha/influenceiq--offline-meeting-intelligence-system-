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887D0C-4016-40E0-864B-8B7B027D45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E4B2A8-0D12-4CD7-9240-3C1B2DCA01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223511-B6AF-4CCF-993D-614C9BA3B9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5844A9-C12A-47B2-96A9-EF12DD4728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BB3802-1FF9-4D29-AD47-BBA9ADE71F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6FBFE1-76FA-4672-B446-BB34C23FB2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1C0681-9E36-486D-B84A-6989FB4E19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479DAD-A612-4722-814F-513303DFA1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1F3D1C-D113-4F99-B894-5F462DA15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D6066D-167B-4AAE-970C-E301F2C450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55ED61-9561-461F-BBFF-1592D70323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264D21-5992-4B05-A456-66A703045D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CA8E65-C201-46B7-9783-C6835A0858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C2B830-8CB9-4E6D-9C41-B8E9F506D9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90ED59-7C0B-4476-8A97-CEEB2ECC0D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A2E5B1F-D6E5-43CA-8AFE-D6C4D1F6AB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6164B6-CA68-4B61-97E0-2066375380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8BA1DE-F121-4705-BD3B-A2FD48408B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F71008-C213-42E5-AA90-F9364CB7F0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DDE11D-F9D1-4A21-8B0D-4586B3FD17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875B8FF-2485-4A97-8959-9B3B0B1DEA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BEAD40-2C42-46A9-80E8-1066F1B14D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1558EB-A230-4DEF-A6FD-133CF9D77F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6C3947-5D64-4229-A202-3F30C67548E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EF7806-3461-4B25-8799-848FC342FFC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E81CC9E-F283-48F9-95FD-768804C5091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