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62E55D-8525-4DAF-863F-9CC3DFBC77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117ED6-5C70-4481-A441-6AD81B5784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95E96-8DD7-49C8-9940-0AD7C8A66E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98953A-428C-4EF8-A708-E0D9F109F8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2380D2-C307-477D-81DF-9D2486FC58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535822-C5E9-4B18-B5DC-62CA0782AF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E73037-EF28-4F84-B9D4-8CEA82D7E0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F9C0E-D7F0-4FB9-AECC-69B50B26D9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84B6C-31B3-4AC7-BF18-576700BAA9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7BA58-D238-4E3C-B788-FD30EEC649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25D94C-E47E-4FE0-BAC0-6B5F93256C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9A24A-578B-4AD1-BE34-519953E477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EA99F8-1F88-41BA-85C4-BE81E3E392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F5F42A-44A2-4357-9A30-0A1FE28D38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260F0-24C8-470F-825A-19A40D26E6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A83E1E-44C2-4071-A6AC-BA7C22D7EB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29FD23-31A1-414B-88ED-A56878610A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BAE9B9-FB89-402F-AA40-84D34AC291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33C13F-FFBD-4588-8FC1-FC506171A0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D8378-414E-4259-9847-DF98194088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40A78D-BD64-4697-AA2D-D9482A01E5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6C1EC7-B1A3-4E28-85BB-AF1EE86F72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1D3582-173C-4AF2-AA6E-6D1D8E973D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E92648-03E3-45E2-9A77-3584D41283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7049C7-76F4-47A1-BFBA-E992FDC650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FD9CED-557C-47D7-9C38-0E2489331C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