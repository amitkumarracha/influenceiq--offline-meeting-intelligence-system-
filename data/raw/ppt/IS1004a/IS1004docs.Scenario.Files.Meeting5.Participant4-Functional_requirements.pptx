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075A57-C654-4CD1-B609-7F3C9DA199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1A6B13-D441-4E88-ACB3-FB3832C8AD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6EC06A-967F-44BE-AFEF-ECB6754AEA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73DDC3-6C66-4C2E-981F-54E0648743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88336D-CF4F-42DA-BB38-ECD9F99684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DC23D7-B4C1-472F-80D3-519F8BB66A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5736F8-29CE-4E8E-84DC-808AC72862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92FD5-8794-4A12-8631-55708FD694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313141-6BC6-41A0-B7D2-FEC7C11EA1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74CEBE-0B95-4467-9822-EDC23E2526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0A091C-8291-436C-AE5F-8934A9857D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244B34-FDB1-42EA-9260-1689E42588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B802BF-9991-4112-A0D5-B6514507AB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7D7D2C-3642-4FF4-85F8-26EE3745BA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868B3F-6A74-4F1A-B5BB-1F5B54E1EF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6C497D-701B-435F-AAF3-AFF830DB6A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091D16-D573-40F9-8F12-A97B2D57AC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28C186-20A6-4231-AC22-2FF2F9BE7C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87A926-741B-4490-AEBD-0F62B2CF0F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DC3399-EAA9-4077-A535-145BB638E2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21D972-DEE7-4BE7-A6C4-8B38DD18FB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B945D0-8A17-4CDC-9816-ED34B10820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FCB75B-55B0-4128-B122-66E16D81C9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D9DE44-63F6-4EE1-BD4C-9D87EC5397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F4EEDDE-4B61-4ACA-A1DC-BFB8BFF486A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728C7E-9189-4189-B4B3-6E777B213FD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Report.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Weaknesses in the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Incorporation of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Ugly. More money for a fancier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Better design. Specially thought for zapping and preventing RSI.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are often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 people are interested in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very small. More likely to get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Bigger size for buttons which are more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 should fit hand shape (right/left handed).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with LCD and speech recognition systems (enough budget?)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2004-11-23T16:41:19Z</dcterms:modified>
  <cp:revision>15</cp:revision>
  <dc:subject/>
  <dc:title>PowerPoint Presentation</dc:title>
</cp:coreProperties>
</file>