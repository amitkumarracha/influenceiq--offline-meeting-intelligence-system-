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384234-23CC-4BEB-8609-C56D087A73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740116-029E-476D-B187-710DF88F33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72BC77-8B03-4A78-BC9B-95F4C8BCC4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412AC1-444D-4C6C-9BFA-0FCF296B20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514C63-0882-46E9-824F-C9D1AE5869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B12CF8-BB72-4DB0-BA6B-7EA438DC39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8FF6A9-3111-4944-8EAD-EDC976FD8A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84700A-1297-4D9D-93A0-C8D7CAD35B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CEB3E9-D716-4F17-9872-AED1429443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857D9A-2792-4C51-AFB8-DB5D685A51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8A6230-D804-4053-B24A-FD5FBF458D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213A14-7F7D-40EA-B4B0-BD6394A656B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4BEFFA-0061-49B0-A591-F1DB46E84E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B5BCDC-9503-4B67-BB8F-9F887734B8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63AB19-34B7-4DA5-8B9C-6175A962BC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6C8991-0F29-411E-A476-22E8D88F5B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52A7D1-9343-4679-AC96-68E8F98893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C99E09-B9D2-46C7-84A6-9BA4556ABA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1A9E45-E057-43D2-BAD7-99D0E92803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243F4E-5FB2-4A57-8721-D3F0BC9A07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26A7DE-BDC5-4FDA-B7B0-0ADA02B990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B735BD-4DFE-47EC-85A7-962FE5643C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1F0C51-212B-47F9-BF93-3B3296554B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8274F8-B0AE-429B-8F2E-AA5B4E77D7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ECFE6D-D32B-4DC8-802B-41B37F553FB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E37A92-D7E1-43F2-80A2-D60CCCFA6D7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2004-11-23T16:34:48Z</dcterms:modified>
  <cp:revision>8</cp:revision>
  <dc:subject/>
  <dc:title>PowerPoint Presentation</dc:title>
</cp:coreProperties>
</file>