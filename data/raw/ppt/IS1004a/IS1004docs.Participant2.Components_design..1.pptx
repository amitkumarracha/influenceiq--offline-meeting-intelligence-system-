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CC650E-9B76-459D-A9DD-1E378749B0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EC5D8E-7928-4EF7-A65C-64DCE4B09E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BDA603-8594-4388-B332-FB2F57F659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448F3A-0B1E-4842-B0A0-4A934820CEE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B9F020-94ED-4B9C-BE87-4742BF51C0A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E85D94-5463-4778-966B-E22C2F39722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895E64-BC19-4122-926D-229CA09AC0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0F192A-DCB0-4CD5-923D-EA2F8356D9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1D9759-839D-4E06-8598-7B5A405501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5F0A09-4B20-4201-8057-5FAA50C41D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249820-8B98-4022-B003-F2EEE922EE8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052378-8810-4E1E-9746-F19D1254469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D5B109-9A9C-4DF8-AC49-3495861AA2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56A05A-C5BC-43E2-B53F-A746896E73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E33D3F-34DC-4813-B143-12525C67D3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E34FCF-0FC9-47F9-BEE6-BEBED71C534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F2C9C1-A307-46A7-AB26-9A9ED048ACF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A3EE19-83C3-4DEA-863B-A062ED8530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ED677F-EBCB-41FE-A483-CE0F993021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618733-C9EC-4991-97F2-4B9ADEC3FC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0E8D0B-B64C-4C3A-A099-8408427F939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1FAC21-92B7-48CE-9873-170838C227D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690684-6502-4F77-ABB4-AA49E4C3BFB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36602D-FF20-4CAC-A1A8-9F3559AE756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777C4CF-4983-4DF3-9BC5-972BE6DF709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DBFF58B-7E6E-4C86-A9FC-8A064F456DF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&lt;Hemant&gt;,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For the Power Source: Solar Cells and Batteries (for low light conditions)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Case: Plastic with some elasticity, double curve for ease of handling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Control: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Push buttons for the traditional users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Scroll button with push technology for channel selection, volume control and tele-text borwising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Regular chip for control (pricing is a factor) with speaker support (to trace the lost remote)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 user wants to control more than one device from the same remote control. So our TV remote can have little extra things to support adidtional devices like VCR/DVD players which are usually attached with the TV.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Scroll button could be a very useful interface to promote the remote.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Users will be interested in a locator device to find their misplaced remotes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Scroll puch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Locator Device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2004-11-23T18:44:02Z</dcterms:modified>
  <cp:revision>13</cp:revision>
  <dc:subject/>
  <dc:title>PowerPoint Presentation</dc:title>
</cp:coreProperties>
</file>