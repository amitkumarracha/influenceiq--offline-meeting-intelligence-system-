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AE85BB-5A76-4580-8935-3F773076B0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58211A-3757-4BB8-B9C0-5F2C253C7E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58F32-500B-4833-9873-AA9846AB8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0902C-D117-4FC5-8854-0524587711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4DB8B9-CF13-4564-A27C-F50805AEAD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C72E6-CEA9-4B0B-BD95-0FF0A657B6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D88FEE-FFA0-4095-B18A-BE0296C3D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4BE924-B6BB-4AD0-A9CD-8070DD77CE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F26E1-202B-4424-80C8-B711625137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FC377-2874-4C7E-BA3C-DD47DE290B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437A3-37B9-4A23-8A59-80566B6884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DCDA5F-13BA-45D4-B0D5-30C8277C7A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47CFDD-C216-4F6E-8314-2C781CDF6E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CA0056-2EFE-4004-B5E5-0AB547B684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C53168-C452-4A92-AF44-A90A82009C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00EDE5-81D7-4B60-AA82-52538224C2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549096-6671-42F9-9E5F-6E87EF1A84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D970C5-16A5-44C9-812C-7FCEBC26DA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E0AC23-22E4-4B8A-BED0-3364AD7CFF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C95DE-EC43-43A2-9937-C3C25AD8BA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9D6DC-680C-45B1-8A74-2D4A7A4F01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FAA09-C478-421C-9820-87ACA9972E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6AD04B-DC3B-43E7-B6E3-EC6F8EAC39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386C44-C894-4E60-A786-2094ACA635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F5AD5E-6194-42C2-B7FE-6260FA4B95C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665867-0C80-4198-8BE3-3CE3AB1272D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