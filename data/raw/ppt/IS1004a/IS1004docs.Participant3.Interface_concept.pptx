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766E0-2E8A-4A61-A0CA-FDE5574D71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0FF4F-F65C-41A3-9324-2561EC7422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B1E869-710E-4E02-BFEA-EE79E537DC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FE7B8-2A46-482E-8FFC-2CA6F6A8AA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832B76-F779-4677-B848-517E974416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35EF2-B13D-40B4-BDE1-B62A5F9992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1B32E-12C1-4D8B-8B9B-7B37FF75F2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7CE59D-853F-4704-9349-EEC58E2D7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06B9F-E923-41A6-A4A0-BB4F9EB7EE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DAA41-E34C-40CD-AF5B-678A9056D1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A7578-2495-4B22-A54D-DD1CF2267B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3A2758-966C-4A4F-8E7C-4338C7FED2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1579F0-884F-49FA-B0A3-196BB3B9EF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E1CA41-C577-4A76-A935-F14603085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874A4-E115-4258-AB0C-9363E0A3F8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51C7E-8CC3-4AAB-9E34-B1FD314834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44B754-2BF0-4DBA-8EEF-8C1F2885CD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209A38-3E12-4CEC-B296-2AF64F1E5C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42A7F5-37BD-4454-B103-85D4394937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937135-424C-4F22-A1AA-A6F3396835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7A4576-7E6A-4BBD-8978-C688ADA5CA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E39C1F-4666-4BD3-9621-4EF8ED18D9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4F5F32-31E6-4B0E-96F6-EAD5C43980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B370F-4FF6-4BB9-9694-59FC3A795F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F16CCC-9478-4158-89FC-ECF0A62E29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EB0C40-1EB1-4575-B691-DCF61972567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