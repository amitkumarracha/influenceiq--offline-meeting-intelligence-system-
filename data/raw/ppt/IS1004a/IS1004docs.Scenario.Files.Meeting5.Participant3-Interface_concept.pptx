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35EBB2-2B20-4D9D-AAFB-04DD6126B6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B9451-68F9-4258-8863-F29C7BE9E3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41F9E-E699-4E01-92D2-9B7A580813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507D7-9A40-4F15-A03F-FB4B4C30FE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B1EA6E-0C96-421A-8089-E75C36F372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83BC63-DFB6-414A-B005-0D544C6761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7CE24A-DC64-4794-A1C0-8AA9326802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CDDA59-E7C1-43A1-B245-C602B152FC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54FCA-702E-47A0-96BB-BC90EE251C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AF872-9772-4245-813D-B56B00F379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A1249-EB3F-46C7-875C-4EEC485DDC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544D78-6D3B-4212-8FDD-17216E4766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DD797F-DBB5-425B-AD47-6201A3355A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FD6669-D903-4A17-AFEF-F380E9ABFB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DEC626-D697-4E27-A40B-E859E5BFA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B9394B-ECC5-448E-A2C5-544BB7D910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AAA673-2B5A-4CEE-A9F3-9D72AC4E52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D12F3-60DB-4E7C-B996-A0A4D6E66B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62443D-1D48-4D43-8E50-BF6C795B30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EB87B7-5E70-4F66-975A-1C18179ED6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90C257-6AE9-42CE-A4B1-999EBF2831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D011C6-24DB-4FF7-9DE5-C7AD034931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D416B4-AF96-424C-8A8E-6B5BBF66F0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57C396-62E3-479A-A437-6F47781F57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15C0B1-C01E-417A-9515-62C3D403A8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A28FD4-7FCC-4608-B446-0CCC199F4A3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