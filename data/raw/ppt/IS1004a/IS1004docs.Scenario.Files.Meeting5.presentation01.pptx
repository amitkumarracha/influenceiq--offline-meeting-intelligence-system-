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C5894B-49ED-46F1-9420-0C5FB3FAFC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217C7D-31DD-4A1B-8205-BAF47E223F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0BE821-04E3-45EF-9606-E6D0DA9B07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94B988-48E8-4497-949C-065C183FDE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831416-A282-45E4-8181-8CDD746E9F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BCA039-A278-4AE7-A657-030879EF04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A96A51-6FF6-4FE3-A954-2974DE43CC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890DB0-EF0F-4FD3-BE99-CD3CE5CD54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E34C28-72BB-43FF-A5A0-0A31F278F7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B55AA-8C41-43D7-BAC4-1329F9F0D7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D76C1-5CEC-46BD-BE87-23D2D6702F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0DC549-B92B-448E-A0AD-1119B7BA11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A12FC-1107-4CAC-B60D-991A406EC8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3CB156-4782-49A2-9F9E-99D51C2918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8D0280-66D0-42F0-ACAD-0DE03F1ACE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BAA8DA-8CFF-4E98-8E53-BEA92466E7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BA6228-FE0A-4CB4-B453-C4A632846B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3497BA-A483-4090-9C51-9F952A84FF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2C3709-B87F-46A2-9CE0-E92D4C3C58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1364D2-A70C-4D4D-8BC6-266DEE6487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525576-E4D8-4B4D-94D8-295EA807CB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3A36D5-0FED-4373-A8A5-37B313DE05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12D219-22EB-4B85-BEC2-6AA5650D1B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C8ED25-8D09-4453-B8BC-FD6EB6D8DA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7794C7-D4BA-4CE5-A764-4DB66E75061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E3C645-3B7A-4913-A3AA-5498927D31C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