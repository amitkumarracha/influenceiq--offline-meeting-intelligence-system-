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968F23-5B00-4BCB-8E2F-423428A6A5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12C0EB-EAA2-4EE7-BF30-A5A1FDC89B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10DE53-8147-4705-9B52-BCD514F298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12B59E-DD6C-42F3-A3E9-1601169D1F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B08FDB-BDB2-4DA1-986A-C6E4373929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49CDF3-E26B-407C-AF6C-A11E05F5FA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CB56AF-378C-4526-A3D2-B1765CD0C8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3C3826-83FB-4268-9157-2A3226B5E4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273C54-18F1-4EC7-8F3B-495FC445C3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A2C79F-2213-4B44-8BBE-63DAD3D5B9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FD86ED-5578-4A05-93D4-C794F61317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216AB6-C4A6-4940-A7A8-87399276CDA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A22BFE-E579-4B6D-91D9-2DEF8DCAFB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73A967-6435-4FE9-B7BA-E1864C1099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46CBF2-D9F5-4AF5-B29B-E92601EDC2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DFBBB5-9E3F-4BF3-AEA7-7788C978B4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7F19FD-D450-4D62-BC55-56C40B4F7B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AF1C63-2E25-42E1-8B83-F9A02BD08F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994F35-3974-4FEB-9FCA-EF0AC16AB1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3D08B0-15E7-4EFF-AF1B-4D02A8072F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DBC29C-AF89-4BD2-AFEF-FC611FD89B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1CE61F-F31C-47AB-BDC7-E737809870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61821B-46DD-42AA-B4B5-CA5547ECD4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18AD22-8371-4078-A202-EB4EB28A85D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C323C6-A41A-430E-94D4-7EBA7C0F35F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DF9748-9838-4838-9E8D-6E53E4CE826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2004-11-23T16:34:14Z</dcterms:modified>
  <cp:revision>8</cp:revision>
  <dc:subject/>
  <dc:title>PowerPoint Presentation</dc:title>
</cp:coreProperties>
</file>