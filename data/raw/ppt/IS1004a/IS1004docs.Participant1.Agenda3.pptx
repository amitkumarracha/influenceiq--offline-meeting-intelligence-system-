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926065-9366-48AF-9E91-4F4D2A5822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CC26F3-CDF5-4D49-A749-ACDD3FBCC5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B3B5E8-6875-4013-BD0D-C9E018BB0E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3C47A-A068-47E3-879D-1CB3D56784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55A80-6B98-4422-88BC-B0B79F1002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30350F-8B6B-4DBE-B2B2-8AD7CA18D4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8CCA9C-68D4-4D3C-A58B-024C7F71E0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89DB33-81FA-40F8-AA53-455D1330AC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B7FD82-8FD9-468A-92F9-0698FB301F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8E7A5B-EB8A-4C64-B298-A9948ABD61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37C07-507C-407B-BBF5-F4F6B264B3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00DE9B-9C66-4321-AFB7-416D20993F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1FA5AC-A86A-48C6-B5A5-324DE8616F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D2DFF9-2088-480A-BD86-F8DA993C27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68C28-FC39-4209-B4A9-BF53421FF8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7935F9-CAF5-4E4B-809C-C616A93C60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0D7A9-5047-4AAA-A8EF-D0E277AC77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A9C02-BC7F-41CC-B727-98E61CBF59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1B485-3784-4F12-A118-518D24F6B5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3A6A78-56B4-48A9-B1BD-58E9F84AAF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FA9C7B-6627-4DB9-AEDF-98C79A45B8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B7B4FD-A423-4F09-8D61-6A429643B2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D78EA7-3922-43AD-9A05-DC41F59FCD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EA1E7-14AF-4F43-B730-F345C1AACC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527257-F0AF-49D8-8BCF-B5518BE97C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840EF1-85C2-4661-8AD2-AFFCD43EBAD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