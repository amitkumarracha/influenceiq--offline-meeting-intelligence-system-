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8BF8C5-2F1F-4D64-87B5-4D6A336FB4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F28DD6-8A1A-473D-A74E-87766F46B6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ACAAD3-CA40-4E28-852A-7395DF2C6D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DF0BC5-6931-4002-9BB1-7549B55201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1880E7-0C14-47F9-B678-02043E5C51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7A3598-B479-4506-9E07-C8D59F9E37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E3D4C2-4208-498B-84FB-35B5E45792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365955-CABE-43E5-BC19-E45F917B8F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F4E85D-C8E6-48A2-82AC-C8846D59B8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22BF48-273F-4D2D-813F-5053149CF5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2B819A-03F2-4C38-9E6E-7AB62409FB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DC0590-0FD1-4186-BEE2-415B7278AD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4E64D9-038E-485A-93EC-40E009FDD2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4A9D95-5A6B-46D2-90CD-2B69E33318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E164D4-623A-4412-92BB-BF0CA344ED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359D0F-0797-44A0-BC49-5C58C4443F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D25410-C088-4858-9600-0B627A64F2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605D1C-317F-408E-B41E-5789675E80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485B6B-F347-49B1-A5E8-6AE867029D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1FD976-AF26-4872-AEE1-A580C92C83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458BB4-3AA1-421F-99A5-FFA4093419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8851D5-BA8D-48EA-A79F-81CBA6E956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E8E076-9323-48CE-815F-821D3929AD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2EFEE6-D2BF-4F10-B475-08D6FD8FE1E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0F5B7B-24C3-42A7-AAE9-26974573632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96F1D9-B52E-4B92-8ACF-79C43B33488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of two types: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Press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Speech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Buttons: Normal requirements like bit coding etc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Voice: Limited Vocabulary Automatic Speech Recogntion system, microphone.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68120" y="46080"/>
            <a:ext cx="5486400" cy="11620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763640" y="227664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53964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3924360" y="350028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6804000" y="350028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 flipH="1">
            <a:off x="305892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364000" y="350028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436572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ASR Decoder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9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"/>
          <p:cNvGrpSpPr/>
          <p:nvPr/>
        </p:nvGrpSpPr>
        <p:grpSpPr>
          <a:xfrm>
            <a:off x="1403280" y="3500280"/>
            <a:ext cx="673200" cy="665280"/>
            <a:chOff x="1403280" y="3500280"/>
            <a:chExt cx="673200" cy="665280"/>
          </a:xfrm>
        </p:grpSpPr>
        <p:sp>
          <p:nvSpPr>
            <p:cNvPr id="124" name=""/>
            <p:cNvSpPr/>
            <p:nvPr/>
          </p:nvSpPr>
          <p:spPr>
            <a:xfrm>
              <a:off x="165420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184320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40328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84176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" name=""/>
          <p:cNvGrpSpPr/>
          <p:nvPr/>
        </p:nvGrpSpPr>
        <p:grpSpPr>
          <a:xfrm>
            <a:off x="2124000" y="3645000"/>
            <a:ext cx="954000" cy="174600"/>
            <a:chOff x="2124000" y="3645000"/>
            <a:chExt cx="954000" cy="174600"/>
          </a:xfrm>
        </p:grpSpPr>
        <p:sp>
          <p:nvSpPr>
            <p:cNvPr id="129" name=""/>
            <p:cNvSpPr/>
            <p:nvPr/>
          </p:nvSpPr>
          <p:spPr>
            <a:xfrm>
              <a:off x="212400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"/>
            <p:cNvSpPr/>
            <p:nvPr/>
          </p:nvSpPr>
          <p:spPr>
            <a:xfrm>
              <a:off x="250164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274788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"/>
          <p:cNvSpPr/>
          <p:nvPr/>
        </p:nvSpPr>
        <p:spPr>
          <a:xfrm flipH="1">
            <a:off x="450036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 flipH="1">
            <a:off x="601164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3132000" y="3789360"/>
            <a:ext cx="3240" cy="792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3132000" y="4581360"/>
            <a:ext cx="7891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788000" y="3789360"/>
            <a:ext cx="0" cy="7207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 will be interested in one ASR based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2004-11-23T16:34:35Z</dcterms:modified>
  <cp:revision>13</cp:revision>
  <dc:subject/>
  <dc:title>PowerPoint Presentation</dc:title>
</cp:coreProperties>
</file>