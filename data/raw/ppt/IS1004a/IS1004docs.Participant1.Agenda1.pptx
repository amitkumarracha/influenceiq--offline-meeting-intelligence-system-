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21A426-AF29-4989-84B0-59A3AC90B9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FDE53D-01B6-43ED-B55A-855D4CA60C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CCEA91-A488-42B5-90B6-B566D08FE0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3FA45-ADBB-4355-BC95-2827D64C1C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A8B651-7B0A-4434-8FAA-BA7F9D0396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373810-9D86-49E5-925D-8A0A68915C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333FF3-4831-461D-BE77-EBA7DE502F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3B78E-E9E2-40BC-AC54-A29AE403E2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A3098-369A-41ED-91D3-96503AC583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EB6A45-0EFE-408E-8B3D-D1917FB7A1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6B5FA5-DC54-448E-A471-D25ECD5AA9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1685ED-4A98-4E5E-8DE2-A18CEBD2BF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912E1B-8A6B-40CB-B9A3-D4BE02118F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FF16D2-0886-471F-976E-7AADE2A5FF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FE2318-0BCF-4A53-881F-30440A9241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A696B0-1A21-4D70-9F53-2ED9CD7910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A24669-1DB6-4169-88D9-48813A8EA8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1978DF-7F46-4CB6-BB93-A491616E66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5C5909-71A0-4DE2-BE87-5C06DF65D7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03DB86-F9DE-4028-8828-70203AC6C5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45ABBA-C42B-465C-9FFA-A7E4839EAE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21B141-AC27-4CB3-A1DD-6780CF81D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BB43C1-BB1E-436F-879D-BA89768844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8BC8E4-D4B8-457E-AC26-19BB9776E00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54CF25-D8FE-427E-B3E5-FAA2DC57CFC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E19179-5512-4F2A-8A08-D1EDAB3C7AA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