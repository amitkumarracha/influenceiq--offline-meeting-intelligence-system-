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33A885-18F0-4107-8C1F-348A620CD04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C06B20-59F4-4CF1-920E-CA555CB142C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2A5A3D-C220-4A7C-BE3A-F6B20E25570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41FBBE-CABB-4D7A-89D9-973C8E0A3D7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1EC8FF-25EF-4C34-8B73-EE726D1200E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363C66-752E-4665-A5D9-1BAA1F7A651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939D68-B6BF-4066-9FA9-D74E29AB2DE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05A11A-4C29-4384-8730-7F595B1960A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47A635-1735-4199-9200-DCD90971879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7ACA88-D5E5-4B5B-A9E4-DB5ECEF1D3E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54D33A-6D2D-41EF-8DEA-36E7C43D6DC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FD8EA3-6827-4592-A9DC-E7C04588B29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9672617-8142-4912-90D2-E380099E6CD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F978BFA-1CD8-46AF-8B2A-3AD40C7E223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8C0C50-5013-4B10-BCE5-730A7709156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E04F484-ED06-4435-823D-12ACBA73E0D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FCC0F0D-BD81-47CA-A82E-1B651A054B2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F93AFC-87A0-488F-BD94-5712FE37021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729DF15-EE3F-4DEA-B7A9-79961D19642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267CB25-516E-4CC6-AB4F-00C19F9C440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D9FE425-C0DB-4669-9AFC-BA50560F279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7288C6A-8638-470F-849E-408C62EBF0D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61BF331-891C-4E83-AA0F-4D0FEF195EB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7DB5110-5DAA-427B-BDA1-652275361F8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ABF3E0B-FE97-42EF-87D7-5783CD32516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52EC666-1B0B-46A3-B538-DADD2234B431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&lt;Hemant&gt;,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User Interface of two types: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Press Buttons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Speech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For Buttons: Normal requirements like bit coding etc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For Voice: Limited Vocabulary Automatic Speech Recogntion system, microphone.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168120" y="46080"/>
            <a:ext cx="5486400" cy="116208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1763640" y="2276640"/>
            <a:ext cx="5486400" cy="1161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 the elements on the next slide (copy paste) to form the right schema of the working of the remote control.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Be inspired by the illustration on the web page Working_design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>
            <a:off x="468360" y="2205000"/>
            <a:ext cx="8280360" cy="3672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"/>
          <p:cNvSpPr/>
          <p:nvPr/>
        </p:nvSpPr>
        <p:spPr>
          <a:xfrm>
            <a:off x="539640" y="26028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6" name=""/>
          <p:cNvSpPr/>
          <p:nvPr/>
        </p:nvSpPr>
        <p:spPr>
          <a:xfrm>
            <a:off x="3924360" y="3500280"/>
            <a:ext cx="609480" cy="60984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"/>
          <p:cNvSpPr/>
          <p:nvPr/>
        </p:nvSpPr>
        <p:spPr>
          <a:xfrm>
            <a:off x="6804000" y="3500280"/>
            <a:ext cx="609480" cy="60984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"/>
          <p:cNvSpPr/>
          <p:nvPr/>
        </p:nvSpPr>
        <p:spPr>
          <a:xfrm flipH="1">
            <a:off x="3058920" y="3789360"/>
            <a:ext cx="78876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"/>
          <p:cNvSpPr/>
          <p:nvPr/>
        </p:nvSpPr>
        <p:spPr>
          <a:xfrm>
            <a:off x="5364000" y="3500280"/>
            <a:ext cx="67968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"/>
          <p:cNvSpPr/>
          <p:nvPr/>
        </p:nvSpPr>
        <p:spPr>
          <a:xfrm>
            <a:off x="3924360" y="436572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000000"/>
                </a:solidFill>
                <a:latin typeface="Arial"/>
              </a:rPr>
              <a:t>ASR Decoder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4798440" y="152892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4016880" y="152712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1609200" y="151452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2510640" y="149868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779040" y="151128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6289920" y="153972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7121880" y="153360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118" name=""/>
          <p:cNvGrpSpPr/>
          <p:nvPr/>
        </p:nvGrpSpPr>
        <p:grpSpPr>
          <a:xfrm>
            <a:off x="2900520" y="757080"/>
            <a:ext cx="672480" cy="665280"/>
            <a:chOff x="2900520" y="757080"/>
            <a:chExt cx="672480" cy="665280"/>
          </a:xfrm>
        </p:grpSpPr>
        <p:sp>
          <p:nvSpPr>
            <p:cNvPr id="119" name=""/>
            <p:cNvSpPr/>
            <p:nvPr/>
          </p:nvSpPr>
          <p:spPr>
            <a:xfrm>
              <a:off x="3151080" y="757080"/>
              <a:ext cx="1224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0" name=""/>
            <p:cNvSpPr/>
            <p:nvPr/>
          </p:nvSpPr>
          <p:spPr>
            <a:xfrm>
              <a:off x="3340080" y="907920"/>
              <a:ext cx="1224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1" name=""/>
            <p:cNvSpPr/>
            <p:nvPr/>
          </p:nvSpPr>
          <p:spPr>
            <a:xfrm>
              <a:off x="2900520" y="11016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2" name=""/>
            <p:cNvSpPr/>
            <p:nvPr/>
          </p:nvSpPr>
          <p:spPr>
            <a:xfrm>
              <a:off x="3338640" y="1087200"/>
              <a:ext cx="234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23" name=""/>
          <p:cNvGrpSpPr/>
          <p:nvPr/>
        </p:nvGrpSpPr>
        <p:grpSpPr>
          <a:xfrm>
            <a:off x="1403280" y="3500280"/>
            <a:ext cx="673200" cy="665280"/>
            <a:chOff x="1403280" y="3500280"/>
            <a:chExt cx="673200" cy="665280"/>
          </a:xfrm>
        </p:grpSpPr>
        <p:sp>
          <p:nvSpPr>
            <p:cNvPr id="124" name=""/>
            <p:cNvSpPr/>
            <p:nvPr/>
          </p:nvSpPr>
          <p:spPr>
            <a:xfrm>
              <a:off x="1654200" y="3500280"/>
              <a:ext cx="1260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5" name=""/>
            <p:cNvSpPr/>
            <p:nvPr/>
          </p:nvSpPr>
          <p:spPr>
            <a:xfrm>
              <a:off x="1843200" y="3651120"/>
              <a:ext cx="1260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6" name=""/>
            <p:cNvSpPr/>
            <p:nvPr/>
          </p:nvSpPr>
          <p:spPr>
            <a:xfrm>
              <a:off x="1403280" y="3844800"/>
              <a:ext cx="235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7" name=""/>
            <p:cNvSpPr/>
            <p:nvPr/>
          </p:nvSpPr>
          <p:spPr>
            <a:xfrm>
              <a:off x="1841760" y="38304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28" name=""/>
          <p:cNvGrpSpPr/>
          <p:nvPr/>
        </p:nvGrpSpPr>
        <p:grpSpPr>
          <a:xfrm>
            <a:off x="2124000" y="3645000"/>
            <a:ext cx="954000" cy="174600"/>
            <a:chOff x="2124000" y="3645000"/>
            <a:chExt cx="954000" cy="174600"/>
          </a:xfrm>
        </p:grpSpPr>
        <p:sp>
          <p:nvSpPr>
            <p:cNvPr id="129" name=""/>
            <p:cNvSpPr/>
            <p:nvPr/>
          </p:nvSpPr>
          <p:spPr>
            <a:xfrm>
              <a:off x="2124000" y="381780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0" name=""/>
            <p:cNvSpPr/>
            <p:nvPr/>
          </p:nvSpPr>
          <p:spPr>
            <a:xfrm>
              <a:off x="2501640" y="364500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1" name=""/>
            <p:cNvSpPr/>
            <p:nvPr/>
          </p:nvSpPr>
          <p:spPr>
            <a:xfrm>
              <a:off x="2747880" y="381960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2" name=""/>
          <p:cNvSpPr/>
          <p:nvPr/>
        </p:nvSpPr>
        <p:spPr>
          <a:xfrm flipH="1">
            <a:off x="4500360" y="3789360"/>
            <a:ext cx="78876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"/>
          <p:cNvSpPr/>
          <p:nvPr/>
        </p:nvSpPr>
        <p:spPr>
          <a:xfrm flipH="1">
            <a:off x="6011640" y="3789360"/>
            <a:ext cx="78876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"/>
          <p:cNvSpPr/>
          <p:nvPr/>
        </p:nvSpPr>
        <p:spPr>
          <a:xfrm>
            <a:off x="3132000" y="3789360"/>
            <a:ext cx="3240" cy="79200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"/>
          <p:cNvSpPr/>
          <p:nvPr/>
        </p:nvSpPr>
        <p:spPr>
          <a:xfrm flipH="1">
            <a:off x="3132000" y="4581360"/>
            <a:ext cx="78912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"/>
          <p:cNvSpPr/>
          <p:nvPr/>
        </p:nvSpPr>
        <p:spPr>
          <a:xfrm>
            <a:off x="4788000" y="3789360"/>
            <a:ext cx="0" cy="7207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 will be interested in one ASR based Remote control.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2004-11-23T16:34:35Z</dcterms:modified>
  <cp:revision>13</cp:revision>
  <dc:subject/>
  <dc:title>PowerPoint Presentation</dc:title>
</cp:coreProperties>
</file>