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703487-3471-4E33-9AF2-2EC69A227C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22796D-8797-4353-91FC-C3DA45F96A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4D5465-D982-4CD6-8AB2-51B20EE792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591690-CAEE-4456-A167-C452A5F30F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8B8060-50D3-4E2F-A00F-E2F716C2F8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8DE2A8-FA52-493B-8917-93E3E3C5DF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8475FF-750C-419D-8955-E02A98DC95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6A9D5A-F0F4-48DE-B7A8-5D91E3C555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D1CCEE-7D4D-43AB-BD8A-441843EFA0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E7B14D-AB81-4BFB-A70A-8777DBCC43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4A34E4-1BE1-4CB0-9481-C2B1F0B2CF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AE60FE-0C0F-4FA6-91B5-D9B6427BCB3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744C6E-2974-42A6-A92F-299126AC30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1E9C24-243D-4775-BBE3-32BE338023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0949C8-56D4-4416-A5C6-B7B518E80B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D8BE8F-00E9-4995-877F-51641C9C68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BDAAAB-BBB5-4625-B110-948927F1E4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058267-A41E-4A0D-83ED-E2D1D2D06B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F0036A-A35D-4877-A9F1-8B325B03CF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C5E16B-685E-416D-8F63-7F671BEAE2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5C98E7-8459-4186-9351-B9307DC858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A3CA62-2DE2-4150-8163-4831A4921F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121CF2-8FBB-4D99-A64F-C79F22A2E4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5D819A-D457-4D38-B2FB-29C2A0B958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0CFDDA-5DD4-48DD-A696-63D6618FAEE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F3DC294-44CA-422C-AA2E-75E0B599418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Report.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Weaknesses in the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Incorporation of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Ugly. More money for a fancier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Better design. Specially thought for zapping and preventing RSI.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are often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Young people are interested in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very small. More likely to get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Bigger size for buttons which are more used.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Design should fit hand shape (right/left handed).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 with LCD and speech recognition systems (enough budget?)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2004-11-23T16:41:19Z</dcterms:modified>
  <cp:revision>15</cp:revision>
  <dc:subject/>
  <dc:title>PowerPoint Presentation</dc:title>
</cp:coreProperties>
</file>