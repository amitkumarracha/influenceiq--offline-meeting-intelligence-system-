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D043D2-E72B-4673-AD03-156A2F1124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54F5C2-EF65-430C-B8C3-B58F63F6B1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A3AE50-EFD0-4C4F-A199-B2F2C5CC2F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025977-17A5-4F7B-9CBD-35AB9B9957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77CDDF-0551-4270-BF83-D11E775D30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69D86-D079-4AE2-8774-01D77CA2DA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236C8-7739-48FB-9C5C-857B56E18F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2F6136-A3EA-4E07-B50B-DB4DE05201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1BA8AA-7AF9-4443-A9C0-F46A7256C7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62E726-4F14-4AA9-A13E-FB10D6D211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B2304-EF5B-403D-B234-628528B34A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FEEBE9-2433-454E-9BC6-AFDF672533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D45DBD-53CA-4135-897A-F69BDDCC39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CDC467-C8D6-4C65-A41D-839DF26E81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85112A-A2B1-45B5-804B-4F965B8B73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C40001-C1ED-489C-A250-6EA8821B3E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8E2B11-50DC-40D3-9D40-7FC144EDA6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39B58A-02F4-4152-B7F2-C389F0C4E5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61D8A-371B-49F9-A61D-639AEDFA8C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0E897B-A412-432A-9C08-204A41736A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0982CC-6BA3-4AEA-B164-0CCE74DC82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0E3776-E7CF-4B18-83DF-1B664AC79A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37C29E-4477-4BC0-B673-BA792A6351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97A2CA-1847-4FF7-95F4-DB4FB47FF4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871C5D-B73A-49B6-8308-078C71236BE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F0C1BA-784E-4C7E-9DF2-6AC2015526B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