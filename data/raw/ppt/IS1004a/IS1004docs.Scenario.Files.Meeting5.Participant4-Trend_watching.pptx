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25623-1C59-415E-9D96-0428DF4371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803A0F-A16A-4A7F-802F-72B4413AC5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4A644F-A860-4CE5-98F4-0E339E5053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CF77F-2592-4B06-A4B3-7D190C5014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F020EA-0DA3-4762-8321-F384C6CAAE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DE9CB8-57B1-4EEC-AF2E-B6C1EA61CD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2185B-996F-4820-9617-D8600D4CF9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BA3ABE-EEEA-41DD-8EEE-C5DAE30FE7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A90826-C093-470F-8A7E-1B0149B606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EC9C0D-09B1-4D0E-B5CC-D8A3AEA940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FD97DB-0785-47AE-8CF3-1CEE0F029A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2FB0D-EAD2-4D40-927A-A6F4A21187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D34D4F-310F-4054-872C-CFF36E79EB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60002E-C347-4540-A620-3B4B54353C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A2EADB-1D40-4F47-8AF2-3C58161AF9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166226-8327-4001-B756-20483140E8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5D1941-6645-4FAF-90CE-E065B551DF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D43629-F463-4944-949D-0FAACEEF2C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581E1-29ED-4897-91BC-DA94AF19A7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F9FE2C-4920-4C6C-B70B-F65190914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84D3DD-5CC7-4110-AE94-51C0F275D2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AAACC-CC59-4CDF-A1EC-834B261AB5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5DD37-E4C8-4F8C-AE9E-0E6392C53E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111F2F-3354-4391-9238-3B8ED6E628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A8AD0D-2720-46A3-BB4F-C8162DC41D5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E1E713-963B-4584-AD7A-CE2F940AAC62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