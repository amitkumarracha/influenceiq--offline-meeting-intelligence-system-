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DA6B85-C5A4-412C-9932-EE8445574A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8BBA98-5946-4E74-B1A2-6524D1AAA6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226555-FFC2-45BF-8FCD-B5809840B7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DE3F20-B866-4371-84EB-3E1CD6180F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421EBD-4EB2-4582-9275-56DE25A787B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622F30-0833-44E3-9A0B-A819935D93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203231-8C40-464D-BAD0-232E19B635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7A8405-B134-4E15-BF38-06EB4F5CC9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767E29-6705-4033-8E0E-812840AE5C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58B2E7-E9D2-43D0-8670-9B25F79CCB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80F971-BA50-4C69-A295-CEE79F6D3EE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54D7F6-AF66-4EB5-8162-D51A4B08E5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E0C4BD-A4A7-4B95-B8E4-13DF761DD7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C7E297-18F5-454E-B2D4-F887423CCC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C63EF6-6D4D-4FB0-9480-5B367EFB5C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BB079E-D742-4545-8062-C6D17ED84B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6D0638-C9D9-4454-97A1-624AC81EA9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EC62A6-95E5-471D-BE80-C5980DAC4A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4052C5-0741-43F2-83A4-3C521335AC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B4C994-EEB2-458B-B1B5-76F794BE03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2AF617-CA0F-42F4-A58D-2143C4EEDC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28E469-7844-4FA9-B4CF-29A3E3FE21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75513D-929E-488D-BB05-6AC51117453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604A87-E67C-47C3-B824-BB8847B8BED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C5B37EB-4119-476A-AAF5-187CBCB57BFA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9825B36-5CB6-461B-8896-53D6E04D3224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2004-11-23T15:27:24Z</dcterms:modified>
  <cp:revision>33</cp:revision>
  <dc:subject/>
  <dc:title>PowerPoint Presentation</dc:title>
</cp:coreProperties>
</file>