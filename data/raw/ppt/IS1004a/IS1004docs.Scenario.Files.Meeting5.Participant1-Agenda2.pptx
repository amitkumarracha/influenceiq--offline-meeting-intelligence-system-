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B73730-ACC7-4FAD-803C-C49261DF6B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68258F-7C6A-4106-9599-03023C43DD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C4E464-C83D-432B-B5E5-CED360F39D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7AC77C9-E9CC-4394-816A-991CDA8B8C9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D28E9CF-56E3-497E-9303-FF8CE3EE3B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4CDC32-7E94-4DB3-9651-7176590655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4DB568-9ACA-4A77-A1E8-2444040C096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24ABE7-9F9A-4564-9063-044CEDB38A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0CEEEB-5B3A-4B03-88F4-FAF122875A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E096CE-5F71-4011-90A6-59C2AB44632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E8CD41-1511-468C-8945-519678C785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DA709E-2FA6-4D8A-9BC7-9AC69684C3A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BDB995-DD4D-4DBA-B16A-730A285392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4D6EE7-824D-42AA-B1CC-57802A6771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9862E3-6B4A-4869-9D68-618DEA708A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D72958-7FB0-42B1-A4F4-5B976DA964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0DF321-AAD3-4225-BA79-061FED845A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E68270-CFEB-4E51-ACBD-6B96C53730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C9FA9D-5673-4C34-87DE-799E38A8352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AC6205-C87A-4045-AEB8-3397DFFD19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29AC58-81B8-4C24-95CD-37BDB56AA7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31EF61-19C2-4790-B625-7BF1C136BA6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39711E-C873-4E89-B1ED-DC3981ED55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76C1D7-2B15-474F-A974-59AF9CE09E3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9AF567A-1A2F-428A-8204-57FDF3CFBFD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A333596-1FB0-454F-B6EB-AE74A26265C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2.png"/><Relationship Id="rId3" Type="http://schemas.openxmlformats.org/officeDocument/2006/relationships/hyperlink" Target="http://www.remotecentral.com/take/takebig.htm" TargetMode="External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S. Marcel,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1042920" y="1052640"/>
            <a:ext cx="2279880" cy="4819680"/>
          </a:xfrm>
          <a:prstGeom prst="rect">
            <a:avLst/>
          </a:prstGeom>
          <a:ln w="0">
            <a:noFill/>
          </a:ln>
        </p:spPr>
      </p:pic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456840" y="1600200"/>
            <a:ext cx="6923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867280" y="3141720"/>
            <a:ext cx="1035000" cy="21873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Clear Take Control. Click for a large (140kb) version.">
            <a:hlinkClick r:id="rId3"/>
          </p:cNvPr>
          <p:cNvPicPr/>
          <p:nvPr/>
        </p:nvPicPr>
        <p:blipFill>
          <a:blip r:embed="rId4"/>
          <a:stretch/>
        </p:blipFill>
        <p:spPr>
          <a:xfrm>
            <a:off x="1692360" y="1773360"/>
            <a:ext cx="1531800" cy="3240000"/>
          </a:xfrm>
          <a:prstGeom prst="rect">
            <a:avLst/>
          </a:prstGeom>
          <a:ln w="0">
            <a:noFill/>
          </a:ln>
        </p:spPr>
      </p:pic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7570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2004-11-23T18:32:34Z</dcterms:modified>
  <cp:revision>20</cp:revision>
  <dc:subject/>
  <dc:title>PowerPoint Presentation</dc:title>
</cp:coreProperties>
</file>