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54ABA8-6C74-42DB-9C49-B7733F97FD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0076CC-C113-46EC-A5AF-205C5A2A49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FEEE36-6AAA-4DE0-A774-E25DBE033D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11160A-EA42-4657-99DF-F925357628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A4F3E4-1D87-432A-83D5-D9E0B6F3AD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DBAC0B-1DC3-44A3-BCCE-4F8183525D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211297-9046-409A-95CA-7669CB1570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04A08-3142-4880-8047-63E78A90BA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CB048F-5CDE-4914-802B-D0AD7AE4E6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43FA7F-B57C-4C02-8A2D-C94CE3500B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A87FEA-B6EA-4BE9-B3AC-273E4BD43A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AAAF6-3F4A-43AC-8B25-24205071C3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BFCA90-45EF-4752-8C87-D53C42B732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F54403-D010-4249-A23D-B7D0BF7628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384189-8003-40B8-B675-68DBECC476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C5626D-2A8C-4C07-B954-E2B2819205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CBC089-B43D-4D55-ADB4-DB91350E64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DBDA04-6BD2-4683-B3C3-04D5512D63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E202D8-75FF-4B18-BE5A-E676BD0455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31DE7F-1754-4F44-89D7-11362B5EEE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8DFDF7-8FAE-47D8-95BB-6044F5BCEF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54A728-8C11-426B-9BDD-61F4FF2C6E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49995C-33BD-47B0-BD48-EC7289FFF3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B7A8E6-AB19-4199-A8C8-A4B021C183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294A47-571B-48D2-9884-654721E17EE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308119-E7BC-4858-97B2-FC797BDD719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List of criteria based on the user requirements.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Each criteria will be evaluated using a scale ranged from 0 (true) to 7 (false).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fancy.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handy.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completely functional.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like the cool features of this device.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Yes, this MANDO banana is easy to use.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Of course, I would buy the MANDO banana for 25 euros if I needed a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would change my remote control for a MANDO banana.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2004-11-23T20:24:53Z</dcterms:modified>
  <cp:revision>15</cp:revision>
  <dc:subject/>
  <dc:title>PowerPoint Presentation</dc:title>
</cp:coreProperties>
</file>