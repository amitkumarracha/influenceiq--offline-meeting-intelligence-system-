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36E966-0A46-4A7D-9EC7-0F4EE86DF7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A1B31A-5CB0-4BED-8198-782D8BD81D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08FD92-5EF2-4405-BF76-65FBE089BB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F6CC8C-B876-410A-92F6-F793400794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57FFAC-45EE-4D03-A8DE-5C62A57560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FAA4E9-0193-4EC1-ACF9-6FB93A8A84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2F7611-B935-4502-85A3-BCFCF58660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053661-4BDA-4B9B-BEB4-EB9A2133FB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3A2F86-182C-4991-BAE3-83ED9AA18F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1C677A-E3FA-4E3B-8218-FCA7089F27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C28F1B-490A-4350-9F16-E116100A31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58275C-871C-4AD4-AB33-A94C0296789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26313C-E569-4792-86CB-618AEA17F3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EF4A4A-0C86-4C64-8D41-56CF34CEC6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791C35-BC79-4404-8AF7-78F3A3FB0F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0BEC62-F076-4142-895C-C15C10C883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60C9EC-4201-44BE-91F5-D67A51C43F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5A6866-19B5-4A9F-8016-2B1E28D3A9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8A6F84-7C05-467A-8FF3-0B594FAC4B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24309A-D503-4946-82C6-2AFF44D4DE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E1E79C-C583-4BF2-8058-136DEF63D2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71D75D-13CE-4BE3-A3B7-380396418F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115C7B-F90F-4683-BD27-4E75BB5AD8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FF2891-D652-40BF-944E-8EFD6D01B3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CCB3ED-BBE7-4013-A380-A23ADAC8BA4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35A34C-3796-41F0-818E-98FDD4EE706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List of criteria based on the user requirements.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Each criteria will be evaluated using a scale ranged from 0 (true) to 7 (false).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Criteria: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fancy.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handy.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completely functional.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like the cool features of this device.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Yes, this MANDO banana is easy to use.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Of course, I would buy the MANDO banana for 25 euros if I needed a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would change my remote control for a MANDO banana.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2004-11-23T20:24:53Z</dcterms:modified>
  <cp:revision>15</cp:revision>
  <dc:subject/>
  <dc:title>PowerPoint Presentation</dc:title>
</cp:coreProperties>
</file>