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5C4D0CB-09C4-437A-B7A5-E7CD19D6C38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5D9B946-FBC3-4624-8D7B-5E73F7C55B6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2157DE3-3721-4771-9B5A-9E181947C75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B93D632-F48B-4AEB-A5C6-FDB7D0AC583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392CECB-CE22-4CC0-9173-F1ADB3905D7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B7FCE96-32D4-4576-9F5F-836E427DCD2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1D9AE63-A6AE-4DE5-8CC1-F89C3334853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F48C9B2-DA18-42B6-9A55-4161DBEDC94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6BA92F3-2FC2-45B3-B30A-98059442DFD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CA5B7BE-5CFD-407F-A64A-068DD61C106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5F8AEE7-8B64-42FE-B44C-4C947700CA3F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96F2D92-A881-43A5-82A0-798AE3D099FA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DF810DD-98FC-470E-BDA5-456EFA4FABD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4B158F3-9F3E-4DD1-8F0F-12F17A5B152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11F170F-4AB4-4C80-A4D0-666E7794A8D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4CDC01D-0716-44C9-AE91-B70BEB6CD96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BFC390A-E985-4D9A-847C-6F6A79353B4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E694FDE-236A-4AF2-AF31-08DA1C3DE54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716CDE2-3FB4-4877-8676-A8B3E8718D5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911D1CC-AC48-42B9-B08B-FB2333A15B3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A38990E-9F06-4EAA-87BC-127A210E64B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927719A-60CA-427B-91DC-3BDABCD8002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2E5C00D-9044-4113-9132-00F70919E206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37B57A9-E97B-4961-BA55-A4FAAEDE29C9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55574575-E92E-4F98-B89B-AC12B5CBE8BB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07EE546F-AAB0-4C76-BD35-AF3F8537B4AC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Functional Requirements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Florent Monay, Market Expert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br>
              <a:rPr sz="3200"/>
            </a:b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8" name=""/>
          <p:cNvSpPr/>
          <p:nvPr/>
        </p:nvSpPr>
        <p:spPr>
          <a:xfrm>
            <a:off x="1258920" y="1628640"/>
            <a:ext cx="6769080" cy="35478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2001"/>
              </a:spcBef>
              <a:buClr>
                <a:srgbClr val="ffffff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Arial"/>
              </a:rPr>
              <a:t>100 subjects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00000"/>
              </a:lnSpc>
              <a:spcBef>
                <a:spcPts val="2001"/>
              </a:spcBef>
              <a:buClr>
                <a:srgbClr val="ffffff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Arial"/>
              </a:rPr>
              <a:t>Observe remote control use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00000"/>
              </a:lnSpc>
              <a:spcBef>
                <a:spcPts val="2001"/>
              </a:spcBef>
              <a:buClr>
                <a:srgbClr val="ffffff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Arial"/>
              </a:rPr>
              <a:t>Fill up a questionnaire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/>
          </p:nvPr>
        </p:nvSpPr>
        <p:spPr>
          <a:xfrm>
            <a:off x="519120" y="134136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4000"/>
          </a:bodyPr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75% of users find most remote controls ugly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80% of users would spend more money when a remote control would look fancy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Current remote controls do not match well the operating behavior of the user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75% of users said they zap a lot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50% of users say they only use 10% of the buttons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Remote controls are often lost somewhere in the room (50%)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It takes too much time to learn how to use a new remote control (34%)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Remote controls are bad for RSI (26%)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Meet user needs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Make it look fancy!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Less buttons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2004-11-19T16:18:32Z</dcterms:modified>
  <cp:revision>17</cp:revision>
  <dc:subject/>
  <dc:title>PowerPoint Presentation</dc:title>
</cp:coreProperties>
</file>