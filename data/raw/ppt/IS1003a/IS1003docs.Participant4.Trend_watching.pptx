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29E5CA-CBB2-4B2A-8662-7D1C2457A3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E8B0BE-2383-41D1-92C3-FC9E63EE19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001BA4-977F-4169-8F67-65814A29D7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12DC7D-AC4E-43D3-A544-48B2A1DEBA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747BA4-FADA-47CD-BA3F-AD178AE9F9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8CC3A5-1426-4EBC-A7E7-66D3438A4A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86E8F4-BBD9-4368-B6E7-2AC002FBEE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B5A27F-F24E-49FD-A248-8EB798C9FB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4F7D12-5A65-4490-B322-6F5D5CE88D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060BD5-78A1-4D65-804B-0076334FEE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DA28DA-DDCE-47CA-BCB6-FADBF80F922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9773F8-AB19-4B24-AC31-F8CD784913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0FDDBD-361C-47CE-B35C-0CFA5F74C5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ACED54-82BC-4955-A1F2-055DE21B63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4F813B-BC7D-4D0D-BB32-972896457A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3C13AD-C96C-4979-8AA9-4DF60EA315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E0E3D7-25A0-4BA7-8FC6-84761FBB0D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72C267-EA6C-4D04-B78F-8A4E92131A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33F562-4366-405C-9281-1C7D6B36E3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766773-D68B-4684-BF03-A7142EC643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0EA8F9-18D3-43A2-9908-BA5D626588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5E136F-1914-4B6E-82A9-BAC422076F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047D94-DB3C-4E3F-9106-4FC6F1B804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95C33C-5C0C-4096-8E3D-E77D2A7865C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BBED624-15BF-430D-8914-FDF1261376B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406B476-13AE-4149-87AF-1C7DCACB857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Florent Monay,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Analyse the remote control market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Analyse trends in fashion in general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4954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look-and-feel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cc0000"/>
                </a:solidFill>
                <a:latin typeface="Tahoma"/>
                <a:ea typeface="Tahoma"/>
              </a:rPr>
              <a:t>≠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functional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Technologically innovative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Easy to use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From Paris and Milan: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200" spc="-1" strike="noStrike">
                <a:solidFill>
                  <a:srgbClr val="cc0000"/>
                </a:solidFill>
                <a:latin typeface="Tahoma"/>
              </a:rPr>
              <a:t>fruit &amp; vegetables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look-and-feel  -&gt; </a:t>
            </a:r>
            <a:r>
              <a:rPr b="0" lang="en-US" sz="3200" spc="-1" strike="noStrike">
                <a:solidFill>
                  <a:srgbClr val="cc0000"/>
                </a:solidFill>
                <a:latin typeface="Tahoma"/>
              </a:rPr>
              <a:t>6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Technologically innovative -&gt; </a:t>
            </a:r>
            <a:r>
              <a:rPr b="0" lang="en-US" sz="3200" spc="-1" strike="noStrike">
                <a:solidFill>
                  <a:srgbClr val="cc0000"/>
                </a:solidFill>
                <a:latin typeface="Tahoma"/>
              </a:rPr>
              <a:t>3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Easy to use -&gt; </a:t>
            </a:r>
            <a:r>
              <a:rPr b="0" lang="en-US" sz="3200" spc="-1" strike="noStrike">
                <a:solidFill>
                  <a:srgbClr val="cc0000"/>
                </a:solidFill>
                <a:latin typeface="Tahoma"/>
              </a:rPr>
              <a:t>1.5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cc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466560" y="4654440"/>
            <a:ext cx="792360" cy="50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1619280" y="4221000"/>
            <a:ext cx="734544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Arial"/>
              </a:rPr>
              <a:t>Fancy look-and-feel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cc0000"/>
                </a:solidFill>
                <a:latin typeface="Arial"/>
              </a:rPr>
              <a:t>Fruits and Vegetables (spongy)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2004-11-19T18:21:14Z</dcterms:modified>
  <cp:revision>18</cp:revision>
  <dc:subject/>
  <dc:title>PowerPoint Presentation</dc:title>
</cp:coreProperties>
</file>