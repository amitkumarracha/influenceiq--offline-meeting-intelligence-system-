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7FFD45-2CE3-4A26-8FCE-EE61DA6054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139FD2-ADEC-45C2-A987-2A802B16E6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2B7495-0590-4C71-BA1D-0B92E1F892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CA8320-A995-45BB-800E-D1CD4E5995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C36241-D878-4F05-9AF9-E78C68A0C0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298502-2F36-4CBB-9C90-093F8EBF70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EF3203-DDA4-4B0F-9D2D-37E95E1CEE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B98375-10D7-4244-96C7-5113B9EE03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AE3565-F75B-4C9F-A9C9-98EBC6EA06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C491CA-8DE4-48B8-BD4A-01CCFF149B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021FEA-11C6-42A5-8C24-88FBD93688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DF3803-3710-4D51-BD4F-8AEB4D5F867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0B9022-4893-42B9-9140-D2C54A0B0D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C3EF17-11D0-45DE-A3E3-CC0AEF0D6F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D174C7-13BF-4A55-9079-86A20B1D01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5D3C28-9621-43BB-B544-14D9BAB996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01DBB7-8117-44CB-97A4-41D8E64DDF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DC36C9-8E92-4025-8F18-92C9858EB0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B2097B-C987-46FD-AD7C-3F1D403F5E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6A1393-7BBF-475C-951D-1C944E6C37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D61D6B-D70F-4AAA-A526-6C5ED1EF9C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290B9A-46C5-4872-A7FF-1490319A77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74973E-297B-4CE5-A8A8-290180C6592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7982D4-3407-4A4B-8F98-3EFC2F2E144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25D82C3-69CB-4243-BC93-39B96BF5AA7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8DB2E97-28AA-4627-8727-CBE874E3259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Florent Monay,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Fancy look and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Technologically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2004-11-19T19:37:40Z</dcterms:modified>
  <cp:revision>13</cp:revision>
  <dc:subject/>
  <dc:title>PowerPoint Presentation</dc:title>
</cp:coreProperties>
</file>