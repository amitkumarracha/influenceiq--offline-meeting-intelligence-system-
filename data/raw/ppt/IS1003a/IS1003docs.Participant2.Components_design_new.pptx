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CFC0E2-1B7D-4884-9AFB-3ECA9AE170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DE00DE-33A3-43C2-BD2C-5F68C788AA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FC083F-E8C3-42D0-967F-7B3643EFB0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39A9DF-26E7-4138-9704-22ED68BED81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3E6CFC-E4B0-4728-B3CB-A0AE0E60C3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17712A-5CC4-4BFC-8084-E5FB8D43DD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E0470C-2C84-4792-A816-DA51168959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8F89C2-002D-465C-A636-19B13FA197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C09827-A0C0-4BF6-81D1-4BD8B8BC94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F7B404-1FD3-4B82-ADB8-342CD6E874B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0FBDB8-A8A3-495E-B95B-468436139BE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89BE07-C67F-487D-AC7D-FD2978E44C0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90CDDF-37B7-464C-A77A-8D7193F4D2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531415-23B6-422C-AFAB-457793C486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4DBB2B-E5C2-491B-8673-954CE19088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2FEBCF-490C-482E-B713-8F2B0C4D0C7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C4B5F3-F240-43EB-9510-258973A0EA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5A10EF-F5EE-40EE-8EEC-08B1AC2172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A22092-EF20-4595-B03A-5AABA90F86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9ED02A-2E6C-468A-90AD-7F93214E1E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E38CDC-9742-4DBE-A380-A88523DD56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B4F20E-6A49-4C63-8869-FC5B3E9650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16B8AC-C35C-4AA4-AF88-A0924C2FB8F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03FD61-CD13-4D2F-B24A-6C04DA838E3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2E2C8D4-D042-4095-8298-8AA0658E6284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C855C8A-3154-436B-AAF6-25AD9F2D1130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hyperlink" Target="http://images.google.fr/imgres?imgurl=http://www.ucc.ie/ucc/depts/chem/reslab/phys/chip.jpg&amp;imgrefurl=http://www.ucc.ie/ucc/depts/chem/reslab/phys/holmes.html&amp;h=142&amp;w=144&amp;sz=10&amp;tbnid=7y5bHwYohvEJ:&amp;tbnh=87&amp;tbnw=88&amp;start=18&amp;prev=/images%3Fq%3Dchip%2B%26hl%3Dfr%26lr%3D%26sa%3DG" TargetMode="External"/><Relationship Id="rId5" Type="http://schemas.openxmlformats.org/officeDocument/2006/relationships/image" Target="../media/image6.jpeg"/><Relationship Id="rId6" Type="http://schemas.openxmlformats.org/officeDocument/2006/relationships/slideLayout" Target="../slideLayouts/slideLayout1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Baba,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000" spc="-1" strike="noStrike">
                <a:solidFill>
                  <a:srgbClr val="ffffff"/>
                </a:solidFill>
                <a:latin typeface="Tahoma"/>
              </a:rPr>
              <a:t>Inside your  remote control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1619280" y="1773360"/>
            <a:ext cx="6048360" cy="2127240"/>
          </a:xfrm>
          <a:prstGeom prst="rect">
            <a:avLst/>
          </a:prstGeom>
          <a:ln w="0">
            <a:noFill/>
          </a:ln>
        </p:spPr>
      </p:pic>
      <p:pic>
        <p:nvPicPr>
          <p:cNvPr id="98" name="" descr=""/>
          <p:cNvPicPr/>
          <p:nvPr/>
        </p:nvPicPr>
        <p:blipFill>
          <a:blip r:embed="rId2"/>
          <a:stretch/>
        </p:blipFill>
        <p:spPr>
          <a:xfrm>
            <a:off x="1619280" y="3933720"/>
            <a:ext cx="6048360" cy="194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000" spc="-1" strike="noStrike">
                <a:solidFill>
                  <a:srgbClr val="ffffff"/>
                </a:solidFill>
                <a:latin typeface="Tahoma"/>
              </a:rPr>
              <a:t>Inside your remote control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993600" y="1600200"/>
            <a:ext cx="3362400" cy="218592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4950000" y="1600200"/>
            <a:ext cx="3433680" cy="218592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3"/>
          <a:stretch/>
        </p:blipFill>
        <p:spPr>
          <a:xfrm>
            <a:off x="1042920" y="4005360"/>
            <a:ext cx="3241800" cy="218736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">
            <a:hlinkClick r:id="rId4"/>
          </p:cNvPr>
          <p:cNvPicPr/>
          <p:nvPr/>
        </p:nvPicPr>
        <p:blipFill>
          <a:blip r:embed="rId5"/>
          <a:stretch/>
        </p:blipFill>
        <p:spPr>
          <a:xfrm>
            <a:off x="4932360" y="4005360"/>
            <a:ext cx="3456000" cy="203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Power sources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29600" cy="247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basic battery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Hand dynamo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solar cells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Case Design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Materials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Plastic, rubber, wood, titanium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Shape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curved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Push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LCD display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Electronics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Simple chip – least expensive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Regular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Advanced chip – most expensive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2004-11-19T18:44:42Z</dcterms:modified>
  <cp:revision>14</cp:revision>
  <dc:subject/>
  <dc:title>PowerPoint Presentation</dc:title>
</cp:coreProperties>
</file>