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D431AD-C2C6-4738-BCAD-68EDCF39AF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EC7611-2881-4836-9A20-4D5C71F211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35AA1B-CC9F-4898-B08B-833502EB2F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A8C401-A809-4425-AC0F-98E99866DC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9F1009-EFEB-4B94-B82D-8C10659CEF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7FF29-9274-4BD6-B235-BF9B3AFFE0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FC2780-C403-481D-BB58-78C0790F17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F6DFD7-FABF-4CC4-A1C4-C20C25E3F1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471E9-87AA-4838-A68C-84D02665DF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AF5970-E4A8-4128-A822-A2CBD51348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D257A8-269A-49F0-B6AE-A022BE5F4A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A82F53-F613-4B34-95A0-0E615ADEF3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16FD9B-3AE7-4230-82B8-CE9444E428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01CF9B-D9FB-43DA-8596-A5582AA4E5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7C363C-48B7-43C7-8297-DCD8186B65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E4A58C-BD7D-44EF-8D82-63794DA602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EB6234-F0F1-45B4-91AE-F2A9536588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4909B0-7AA0-4B7E-AB2E-64F5C43FD2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1C3596-1A34-4218-9F2C-96807334F6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EACA4A-EBE0-4F86-B813-E5F1ACDAC6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03E4A5-BDB2-46B5-9529-AD6A9DCD08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74820E-5D0E-4480-BA32-16C198785A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22362D-185B-4A72-B38E-8A9257D601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185CAF-A136-4813-B4AE-64A255EA43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382EE8-5ECE-4194-B4DA-8E8B929D08C2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938E49-3B2C-459E-979C-BAC04F8FD2D8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New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No more use of the Teletext </a:t>
            </a:r>
            <a:r>
              <a:rPr b="0" lang="en-US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Internet.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 only used for the television </a:t>
            </a:r>
            <a:r>
              <a:rPr b="0" lang="en-US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too complex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Corporate image recognizable in the product (color, slogan).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2004-11-19T16:13:01Z</dcterms:modified>
  <cp:revision>19</cp:revision>
  <dc:subject/>
  <dc:title>PowerPoint Presentation</dc:title>
</cp:coreProperties>
</file>