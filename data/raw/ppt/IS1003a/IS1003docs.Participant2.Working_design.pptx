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651E3C-8CEC-4300-9E1D-CDE7D8AAA1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91AC1E-F5FA-4BC9-92B6-1F355AED0E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62AB5C-8B05-4231-8E95-8860A466DC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77F591-A9CA-4BC7-83A1-66C0DA5E6E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3F0452-0225-47C9-AE79-3EC62DF4F2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62F0D2-9DDC-4F8B-9B2B-93B05B8E14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FA1C54-42ED-4F8C-9A8A-AE47FD5E8B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4EEC71-B6ED-46FD-8C8F-94D3CB8572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8F7E56-2546-4B9B-B334-B74AAD82F3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E6EEC8-983A-44EE-9711-5EC78AEDFF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756093-71B3-4F57-B899-529A92CF1C1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B85873-A198-453C-86F0-41BAFC23E1A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9712E3-015C-4ACF-B752-A704952C57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6647C7-347A-4878-80C3-0912C2DA7E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2D76D7-8DA0-4977-A506-91927509D5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57DEDC4-C622-4197-BC31-4FB65677CD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382525-776B-4CA2-AFDA-80C8729859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1C47C7-3B8B-4E67-B4AD-1B25B88123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48BB67-3977-4F18-9153-BA44471E6C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6274C4-36A1-497A-9EF4-64D9194282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3BF3DB-1778-48C2-992D-5C5581DD0C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249B5C-E3A0-4B73-AED6-95C2A19AB1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C9FB9C-F792-45F7-B0B6-9C68C125721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2D463A-DC5D-4293-AC63-21C504B976C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C0E4DC0-1F27-4EE8-B7AB-EF9ECBF1482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CC624D6-39FD-4C4D-B80C-320EFE97C3F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Baba,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395280" y="1773360"/>
            <a:ext cx="8229600" cy="214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Infrared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Bulb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Infrared bulb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46836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"/>
          <p:cNvSpPr/>
          <p:nvPr/>
        </p:nvSpPr>
        <p:spPr>
          <a:xfrm>
            <a:off x="46836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3276720" y="3860640"/>
            <a:ext cx="60948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3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04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7" name=""/>
          <p:cNvSpPr/>
          <p:nvPr/>
        </p:nvSpPr>
        <p:spPr>
          <a:xfrm>
            <a:off x="6300720" y="378936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4716360" y="3860640"/>
            <a:ext cx="84636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545560" y="14842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17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8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11280" y="1557360"/>
            <a:ext cx="8229600" cy="279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Wireless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2004-11-19T16:21:07Z</dcterms:modified>
  <cp:revision>14</cp:revision>
  <dc:subject/>
  <dc:title>PowerPoint Presentation</dc:title>
</cp:coreProperties>
</file>