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CBF08A-6E8F-4E36-B3A0-2CFD9BB5E9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4C204D-4F0E-4659-8226-DEAFCFEBE2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0CFB9C-BE9B-4F8E-8A63-D41DDC7CA6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661446-8C54-4B5C-8F0D-832ED0511E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99C976-93C4-45CB-81A3-79896658E3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577D62-BAEC-438F-907F-C51715E32F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0A29AD-A0C9-4946-A358-93362DA751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34813B-52AD-4A87-B45E-C37A3C4767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6DBA34-D246-44BF-84C8-E1B1506B27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61A859-88B8-43B6-BFEE-8B4D1B7F9C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2AEBFD-248C-412F-BC3B-5BA36EC656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203767-7FFC-47A4-B471-B1958D8066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1BD673-3FFB-4182-9E4E-5B3F545049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133F3F-1053-40E6-A367-281C387D0C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947D0E-98A8-4AC3-BF36-EF539A9986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ED7E0F-0E74-493F-8BAE-EC630D8C9A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B66C5F-7C80-4631-93C1-C7BB8B7738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5E9030-DCB6-45CB-982D-3A32D1EDBE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54B4ED-CC75-4612-BA7E-6B9B5AE31B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720501-1460-4508-9A09-6D05D19A58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CF6AC4-6187-4519-8D30-A9ED8F15CA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0A5415-6F06-4DE3-A547-AAFB58AC0E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1F6AEC-A652-4698-95FB-498F499E34C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8364CC-3E13-47BB-BF33-F912F177DB7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AC8A012-18F7-4AF7-ABFF-96C37CFC4E7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56DE3F5-72F3-4D14-BC67-7E99132E381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2004-11-19T20:24:30Z</dcterms:modified>
  <cp:revision>19</cp:revision>
  <dc:subject/>
  <dc:title>PowerPoint Presentation</dc:title>
</cp:coreProperties>
</file>