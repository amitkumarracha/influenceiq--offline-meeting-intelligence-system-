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213AB4-841D-4562-9E94-B7BA99DBF6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C5D62D-6064-4B54-AE46-2AD536196B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94352A-ABD7-40BD-A97D-2BFEFE46B8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BD6444-D124-44AF-BAB1-56604E0A86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B402F0-89EE-44ED-9282-8E6910AC95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DCB1E7-2360-4A41-8747-BC53A609E9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9CFBF0-D0E9-47AD-83AA-D69B8AD7DE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C00A4E-3DE6-41C8-9928-C2721F6F35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D1CD7A-B8B1-444E-B9A1-2E166E6263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C47E99-2BCF-4ECC-9EBA-E7D10E0AB6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0F2D9-6304-4226-A3D6-71C5E699B7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FF1A2B-4085-4E53-8D6E-E40318CE7E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CFA8F3-D82B-405F-850E-66F3E306CA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DD4B19-3779-4B5A-9F6A-DDD434C3E1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96EC91-4B31-4CBF-B925-B420894665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6651AF-56E3-497C-9176-FBF406DA87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2E3114-BE7D-4A95-B087-6C8586BB56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6063CB-6A98-49E5-B16F-AC9867898E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CE3BD1-9280-481C-9217-A56995C1B4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28216B-625B-45F5-8054-53E5FDF86C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9CA129-191B-48AC-BE4C-73FFF450C0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2515F4-5197-4104-AC59-8847C6F848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BA2ECD-6373-478C-91A1-1C1BCA0A29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7AF43A-E314-4C5B-8414-0B6ABBCE7E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15D9C2-A128-4F87-87B9-A7F323EC7EE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4ED0EE-9FD2-4FE1-9FC1-54D9BD7B27E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2004-11-19T16:01:47Z</dcterms:modified>
  <cp:revision>33</cp:revision>
  <dc:subject/>
  <dc:title>PowerPoint Presentation</dc:title>
</cp:coreProperties>
</file>