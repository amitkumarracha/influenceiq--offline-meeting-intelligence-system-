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F57E6C-CB17-4062-94D8-32FF9395BE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C829FC-A0F9-4793-ADC6-FDF16319D4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41D26D-5571-468A-B793-3095E3223B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7CAC45-28D8-4055-8954-DBAEFC9DAF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D7192-6BC2-4C8E-9A70-FAF326EDDC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B89E7-AC87-44AE-9477-1A38916327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00F03-A6E9-4707-84EF-0B330A8FDC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283BE-9553-432E-8EC0-54FDD7C825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2431C3-E016-4D0B-B5B1-3EF4863458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BF817-A23C-4461-8B5B-36A03B9308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287B1F-1984-48BF-A0DE-4832354F39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0749F2-AC4C-42BC-A9D6-881F1891FC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C34038-AE5A-46AD-B87E-AC01CB9EA0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D85E4-4386-447F-BC91-CA0FFD86A1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0B2CFD-F03C-46CC-AA60-339814BCCD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DC5C4F-9B18-475C-89DF-4B927D0EF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241B29-9CFB-4071-9577-941E5B4A2D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9D635D-2145-421D-BE5B-550884005A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ED4F2A-3753-40A8-90C2-A2CEF3D770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83F8CF-876A-4A83-B5BE-92B78F5573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B5B4B0-5E56-42D1-BD6B-02CAAB28D0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1F7D81-7E54-4B52-ACA2-C272154FA4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DD0B6C-2920-4D84-BCC5-9182D2F2A9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D66E80-CA19-4263-9C08-71FA722B54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486C80-9789-4C50-98F1-5F46BA9AEBB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7DAF13-CD32-46F7-A8DA-74C6C7B9A05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2004-11-19T18:54:35Z</dcterms:modified>
  <cp:revision>19</cp:revision>
  <dc:subject/>
  <dc:title>PowerPoint Presentation</dc:title>
</cp:coreProperties>
</file>