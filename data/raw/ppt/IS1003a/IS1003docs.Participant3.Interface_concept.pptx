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728DE-A5A9-44BC-8915-428B1D3E00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5747ED-9E9A-4518-9EB7-28533C5361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68B7C5-E868-41CA-933B-FF64362D0D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130B4-6B38-4B42-A595-9323B64AA0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CFBCF-AAFC-4274-9948-25253308A4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D190A4-96D7-4428-A9AC-150C5EE361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79966B-E17F-4C03-AE25-F1458FF36E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6981B-D5E6-4810-B176-E92D401DCB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DB970-7179-462C-B38E-E6E4858912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35843B-84D3-4BD5-99F8-3CDAF03115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A9830C-7766-4926-A586-2D1CBDC224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1ADC02-7325-43A2-B627-84901A1A2D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3701C9-D444-4E9D-8A40-C47C730AB8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56DD55-47E9-43E6-8B06-1236114F08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A1B607-848E-46B1-B52D-8AAC0DDA23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6F6BF-0CD6-452B-B850-4AB6890F03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DE724A-CF49-4FD5-B224-DD1AFF5E41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3B43FC-FC27-4004-B6D8-BD327DF8A0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38936-3CE9-4D1A-81C3-07E4E26461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7007C4-4CD9-4ABB-BB10-514325580D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5A47A2-F7D7-4C28-B9FC-465D40F675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D47841-49F1-4A50-BD81-486035B655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1987A-E599-4F5F-9FEA-0EFC067346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C0C9AE-2304-40CD-861C-FE1F14C337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E06656-9F91-45EC-8B6B-F0D32BF7508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0740A5-F03D-4A00-9DA1-58F04E106B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Three Concepts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Google”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Google” controller: Easy-to-use with Sophisticated Functions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88800" y="2276640"/>
            <a:ext cx="8431200" cy="2760480"/>
            <a:chOff x="388800" y="2276640"/>
            <a:chExt cx="8431200" cy="2760480"/>
          </a:xfrm>
        </p:grpSpPr>
        <p:pic>
          <p:nvPicPr>
            <p:cNvPr id="100" name="" descr=""/>
            <p:cNvPicPr/>
            <p:nvPr/>
          </p:nvPicPr>
          <p:blipFill>
            <a:blip r:embed="rId1"/>
            <a:stretch/>
          </p:blipFill>
          <p:spPr>
            <a:xfrm>
              <a:off x="3888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" descr=""/>
            <p:cNvPicPr/>
            <p:nvPr/>
          </p:nvPicPr>
          <p:blipFill>
            <a:blip r:embed="rId2"/>
            <a:stretch/>
          </p:blipFill>
          <p:spPr>
            <a:xfrm>
              <a:off x="51130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2" name=""/>
            <p:cNvGrpSpPr/>
            <p:nvPr/>
          </p:nvGrpSpPr>
          <p:grpSpPr>
            <a:xfrm>
              <a:off x="4524120" y="3173400"/>
              <a:ext cx="492120" cy="966240"/>
              <a:chOff x="4524120" y="3173400"/>
              <a:chExt cx="492120" cy="966240"/>
            </a:xfrm>
          </p:grpSpPr>
          <p:sp>
            <p:nvSpPr>
              <p:cNvPr id="103" name=""/>
              <p:cNvSpPr/>
              <p:nvPr/>
            </p:nvSpPr>
            <p:spPr>
              <a:xfrm>
                <a:off x="45241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 flipH="1">
                <a:off x="47682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5" name=""/>
            <p:cNvGrpSpPr/>
            <p:nvPr/>
          </p:nvGrpSpPr>
          <p:grpSpPr>
            <a:xfrm>
              <a:off x="7202160" y="3511440"/>
              <a:ext cx="492120" cy="288360"/>
              <a:chOff x="7202160" y="3511440"/>
              <a:chExt cx="492120" cy="288360"/>
            </a:xfrm>
          </p:grpSpPr>
          <p:sp>
            <p:nvSpPr>
              <p:cNvPr id="106" name=""/>
              <p:cNvSpPr/>
              <p:nvPr/>
            </p:nvSpPr>
            <p:spPr>
              <a:xfrm>
                <a:off x="72021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7" name=""/>
              <p:cNvSpPr/>
              <p:nvPr/>
            </p:nvSpPr>
            <p:spPr>
              <a:xfrm>
                <a:off x="72021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08" name="" descr=""/>
            <p:cNvPicPr/>
            <p:nvPr/>
          </p:nvPicPr>
          <p:blipFill>
            <a:blip r:embed="rId3"/>
            <a:stretch/>
          </p:blipFill>
          <p:spPr>
            <a:xfrm>
              <a:off x="77911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841400" y="1959120"/>
            <a:ext cx="857520" cy="85716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6024600" y="1916280"/>
            <a:ext cx="923760" cy="9428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403280" y="3124080"/>
            <a:ext cx="1746360" cy="21877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4"/>
          <a:stretch/>
        </p:blipFill>
        <p:spPr>
          <a:xfrm>
            <a:off x="5580000" y="3124080"/>
            <a:ext cx="1982880" cy="218772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5"/>
          <a:stretch/>
        </p:blipFill>
        <p:spPr>
          <a:xfrm>
            <a:off x="3348000" y="2454120"/>
            <a:ext cx="205740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Gesture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2004-11-19T19:36:44Z</dcterms:modified>
  <cp:revision>21</cp:revision>
  <dc:subject/>
  <dc:title>PowerPoint Presentation</dc:title>
</cp:coreProperties>
</file>