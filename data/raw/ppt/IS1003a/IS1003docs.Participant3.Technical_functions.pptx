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EC1D103-9F7D-493C-AF2D-B38B16FE66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2FD785-6B3A-4AAE-93EB-8078602B271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B91624-291A-4BF5-9342-D01592C7938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AF38A1-61EB-4167-BE78-0B130E05989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5C96229-ECB6-4567-A20F-5523C212E4F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AEFEF6-8725-4AF8-B38C-CF0835A86AF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884AC5-4C98-439F-990B-7FF9F9B1C3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26E488-57EE-4078-863D-70FCC4C329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6C3407F-65ED-4819-B61F-199B09A2CC1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90BC87-E60F-4926-A66F-577DE2D0186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1DD4FD-6B55-466E-9661-3D2E017BB92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DAB1F1-CC91-490D-A3E2-B0C8E496537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766604-AC02-48E1-8876-7E92BA2416E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618B50-D46D-4107-AF95-CBD7B608C1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EB2C6C-82F6-43BE-B6A6-5FC06F31EC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B3B6C2-5740-4867-8E2A-6C2F56FE3A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74CBCE-F700-4425-815B-52F2F21CF1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CA97AC-35E3-45AA-981F-FB9D31A3FBB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E17D6B-E3AC-4CB2-A8DF-E51D3DE42CC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38E3DC-A088-400D-A684-3B53A38C9D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9FC4BA-9650-44A5-8DB1-5C1AD159F4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E3429A0-2807-4B1F-AE0A-45BEEA2D936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2182FE-C452-4C29-A840-10EB1414B3C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4E6A791-4663-4B44-8555-75FFD945314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AD30398-46AF-4942-BB98-8D9EE6B7910A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9A02C1A-2E5F-418D-A1BF-7174C880E60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David Jordan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6202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400" spc="-1" strike="noStrike">
                <a:solidFill>
                  <a:srgbClr val="ffffff"/>
                </a:solidFill>
                <a:latin typeface="Tahoma"/>
              </a:rPr>
              <a:t>Sophisticated Functions</a:t>
            </a:r>
            <a:br>
              <a:rPr sz="4400"/>
            </a:br>
            <a:br>
              <a:rPr sz="4400"/>
            </a:br>
            <a:r>
              <a:rPr b="1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1812960" y="981000"/>
            <a:ext cx="5638680" cy="4969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48528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An Elegant, Easy-to-Use Interface </a:t>
            </a:r>
            <a:br>
              <a:rPr sz="4000"/>
            </a:b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9" name="" descr=""/>
          <p:cNvPicPr/>
          <p:nvPr/>
        </p:nvPicPr>
        <p:blipFill>
          <a:blip r:embed="rId1"/>
          <a:stretch/>
        </p:blipFill>
        <p:spPr>
          <a:xfrm>
            <a:off x="1406520" y="1484280"/>
            <a:ext cx="6621480" cy="4525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ffffff"/>
                </a:solidFill>
                <a:latin typeface="Tahoma"/>
              </a:rPr>
              <a:t>Design a “Google” TV Controller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grpSp>
        <p:nvGrpSpPr>
          <p:cNvPr id="101" name=""/>
          <p:cNvGrpSpPr/>
          <p:nvPr/>
        </p:nvGrpSpPr>
        <p:grpSpPr>
          <a:xfrm>
            <a:off x="324000" y="2276640"/>
            <a:ext cx="8431200" cy="2760480"/>
            <a:chOff x="324000" y="2276640"/>
            <a:chExt cx="8431200" cy="2760480"/>
          </a:xfrm>
        </p:grpSpPr>
        <p:pic>
          <p:nvPicPr>
            <p:cNvPr id="102" name="" descr=""/>
            <p:cNvPicPr/>
            <p:nvPr/>
          </p:nvPicPr>
          <p:blipFill>
            <a:blip r:embed="rId1"/>
            <a:stretch/>
          </p:blipFill>
          <p:spPr>
            <a:xfrm>
              <a:off x="324000" y="2276640"/>
              <a:ext cx="4038480" cy="27604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3" name="" descr=""/>
            <p:cNvPicPr/>
            <p:nvPr/>
          </p:nvPicPr>
          <p:blipFill>
            <a:blip r:embed="rId2"/>
            <a:stretch/>
          </p:blipFill>
          <p:spPr>
            <a:xfrm>
              <a:off x="5048280" y="2563560"/>
              <a:ext cx="1992240" cy="218556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04" name=""/>
            <p:cNvGrpSpPr/>
            <p:nvPr/>
          </p:nvGrpSpPr>
          <p:grpSpPr>
            <a:xfrm>
              <a:off x="4459320" y="3173400"/>
              <a:ext cx="492120" cy="966240"/>
              <a:chOff x="4459320" y="3173400"/>
              <a:chExt cx="492120" cy="966240"/>
            </a:xfrm>
          </p:grpSpPr>
          <p:sp>
            <p:nvSpPr>
              <p:cNvPr id="105" name=""/>
              <p:cNvSpPr/>
              <p:nvPr/>
            </p:nvSpPr>
            <p:spPr>
              <a:xfrm>
                <a:off x="4459320" y="3655800"/>
                <a:ext cx="492120" cy="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6" name=""/>
              <p:cNvSpPr/>
              <p:nvPr/>
            </p:nvSpPr>
            <p:spPr>
              <a:xfrm flipH="1">
                <a:off x="4703400" y="3173400"/>
                <a:ext cx="3240" cy="96624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07" name=""/>
            <p:cNvGrpSpPr/>
            <p:nvPr/>
          </p:nvGrpSpPr>
          <p:grpSpPr>
            <a:xfrm>
              <a:off x="7137360" y="3511440"/>
              <a:ext cx="492120" cy="288360"/>
              <a:chOff x="7137360" y="3511440"/>
              <a:chExt cx="492120" cy="288360"/>
            </a:xfrm>
          </p:grpSpPr>
          <p:sp>
            <p:nvSpPr>
              <p:cNvPr id="108" name=""/>
              <p:cNvSpPr/>
              <p:nvPr/>
            </p:nvSpPr>
            <p:spPr>
              <a:xfrm>
                <a:off x="7137360" y="3511440"/>
                <a:ext cx="492120" cy="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9" name=""/>
              <p:cNvSpPr/>
              <p:nvPr/>
            </p:nvSpPr>
            <p:spPr>
              <a:xfrm>
                <a:off x="7137360" y="3799800"/>
                <a:ext cx="492120" cy="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pic>
          <p:nvPicPr>
            <p:cNvPr id="110" name="" descr=""/>
            <p:cNvPicPr/>
            <p:nvPr/>
          </p:nvPicPr>
          <p:blipFill>
            <a:blip r:embed="rId3"/>
            <a:stretch/>
          </p:blipFill>
          <p:spPr>
            <a:xfrm>
              <a:off x="7726320" y="2757240"/>
              <a:ext cx="1028880" cy="180000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2004-11-19T16:19:49Z</dcterms:modified>
  <cp:revision>11</cp:revision>
  <dc:subject/>
  <dc:title>PowerPoint Presentation</dc:title>
</cp:coreProperties>
</file>