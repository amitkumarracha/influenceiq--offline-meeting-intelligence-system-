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794E0A-A868-4531-8050-F4C53915006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8D310E-A3B7-4F6D-9D60-FBF0730C82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2477BF-577A-437D-923D-0E4C4890CF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8A2948-2CA3-48BA-A2FF-C1E7D085D7A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F10067-1235-4249-887F-37238308454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01FE3F-22C5-4C1B-8CCB-19C12CF8F5A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651B24-2F6B-4833-9B38-3CCEA8CA38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CF50C5-D1E1-41A0-900D-98BC1ADBB31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9F6AD9-4879-4C17-B8D3-7CF22B6204C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13BF46-5FD3-4F45-A654-05475C0D5BC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B8685C-C701-48C5-831B-AE42E48C91D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96115A-A2D1-4E87-ABF3-9152C09BD59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F92A4E-90F4-4B4D-9665-B6C717F1937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B4D7FE-592B-46F0-BD31-BD27E81FCE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DA71C2-964F-4BB0-A093-9AFA824DB9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B7EC97-8248-4120-A435-C5B0E2893A3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5E2EAF-741D-4653-8103-24251F6DFA4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969CC3-355B-41EE-BDFE-7EC40537E84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2AE60D-D11C-4A99-B332-DEB3D8D730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8F95B8-B385-477E-8C33-D4A10AEC36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2E625C-7157-48D2-B4DF-26CA33F3665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05A35E-6FE8-4E08-9F6A-FF7A5363C2F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AC109A-01AF-4264-B7B5-6C4C2B0EE53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E97392-BE54-486F-AE68-92257BE6308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FEA160E-EEE1-4F54-B0F4-A7D89C78D78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64D4417-E466-4972-87B9-1170D44136A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Product Prototype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David Jordan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Introduction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Materials: clay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Color: Yellow and Red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Shape: Circle + Triangle (mushroom design)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Key Features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Fancy: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 unique design in the market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Circle channel selection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Stable triangle base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Cute button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Mushroom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2004-11-19T19:37:17Z</dcterms:modified>
  <cp:revision>14</cp:revision>
  <dc:subject/>
  <dc:title>PowerPoint Presentation</dc:title>
</cp:coreProperties>
</file>