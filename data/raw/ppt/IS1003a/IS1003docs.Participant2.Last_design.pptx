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45274E-DAB6-4161-BA12-951A3CFE56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3EADC2-1293-4EBA-A51C-F504402F24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CE57D9-22E0-44E8-8D57-27374C75C2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BE7DC-279C-4473-A966-33986238F7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CEB211-29B7-47AC-BFC5-01C4E01536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5CDC04-E07D-456F-A4F5-84C52060183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C8E03C-A352-4372-967C-507F135762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44AB3D-BAC9-4C23-BE30-0A2F5A2A20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FA71D6-3BDC-4490-B300-D0CB20D165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40F437-A4A4-4772-BE09-CDD0AD5780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FFB2A5-B476-4330-8E29-F1C9E805B8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06005C-C2D2-4C38-A309-520C036D38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B01D72-B49C-451B-B2C2-C9BFA784D2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3124DC-E441-4E3C-B088-0635EA62F0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10AD86-BE2E-43AE-85D5-BDD5676674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AFD332-82A0-49CA-8CA7-9FD917B5C9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3FF4E7-7120-4D31-867B-DCF7089B6A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45A939-2E71-469F-BB21-63A2113069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645940-6886-4B93-935F-112858394E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EA5EBB-2FFF-4846-8339-DF8DE5D5D8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7C9164E-4570-4920-B70B-356B227938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C92E8E-49F7-4244-BB55-94554BD5AF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3A5B1B-E1CE-4ABE-82CC-7BAC4F86277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96E210-6CC0-4B8C-A355-8212EB3213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EFE090E-2B51-453D-ADA4-7B1924B36175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3CF972D-B252-4D7B-A0B6-EBD3E61DB5B5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Last 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 of the RC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290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Position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color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2004-11-19T19:41:41Z</dcterms:modified>
  <cp:revision>11</cp:revision>
  <dc:subject/>
  <dc:title>PowerPoint Presentation</dc:title>
</cp:coreProperties>
</file>