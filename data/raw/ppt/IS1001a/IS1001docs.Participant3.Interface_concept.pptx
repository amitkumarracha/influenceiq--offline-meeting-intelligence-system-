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DA7B07-DAE7-447C-9D8C-CE78343AC0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B4F972-D2DF-4F40-9348-63B7CBA020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AEF7F4-7C4A-485E-A2CF-178E445DE7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A40A93-1E54-45DF-9FF8-4E9513DC57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E735E1-92E1-47B9-9BDD-3FF9046397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244660-3342-4A5F-93BD-A281DFF84E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824118-A37F-4006-9313-8E29F3C188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4E0E56-A77A-4579-9699-EFFF1548CF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DD341D-5201-40C0-B780-DB2104BBCD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63DC97-2487-4F78-B978-9B8713AC24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DCE933-65C7-4601-92E5-2898391A0E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12C6B8-B0FB-48A0-817D-938F82F0EE0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4A0129-36B7-4EAD-BDFE-687D1E276D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782372-E273-4730-AA40-88A7160301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078A36-4DE5-4D8A-9629-FC8E815C8B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BD7ED3-59B5-41F4-A196-EDAEE1F151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BAF04A-47CA-48B9-8240-0C228A2DCC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0D758C-68A7-487F-AA36-DECA77ACA2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DA5D09-EEED-4F88-9CC7-20C3095F6B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7F2927-C70D-40B9-8B90-D53B205F7B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8326AB-0CF1-46A6-9C59-A9088075EB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3E4C7A-6F1D-4407-BCAB-408C5A0300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4D4780-A409-4F4E-9151-FF5E6CCC43B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60F3BD-4F8B-4692-87E2-F8F959BC9F1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F5B927B-F54B-4F3E-BD5D-FF582F98F4D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0FB4BAA-4FD6-4353-A522-D98BCB33EE5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 select materials and designs that fit comfortably and non-intrusively in a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We want a design that is as simple as possible, but not simpler. It must be robust.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SL-7000"/>
          <p:cNvPicPr/>
          <p:nvPr/>
        </p:nvPicPr>
        <p:blipFill>
          <a:blip r:embed="rId1"/>
          <a:stretch/>
        </p:blipFill>
        <p:spPr>
          <a:xfrm>
            <a:off x="1728720" y="1600200"/>
            <a:ext cx="1495440" cy="4525920"/>
          </a:xfrm>
          <a:prstGeom prst="rect">
            <a:avLst/>
          </a:prstGeom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3038400" y="1474920"/>
            <a:ext cx="3765600" cy="64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This is a simple remote similar to what we want.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5786280" y="1600200"/>
            <a:ext cx="176076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We must design something similar to these two, but without the extra buttons. We replace the channel up down button with a wheel. The wheel can be pushed down for channel recall(?)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A plastic opening for the channel numbers is unnecessary and cubersome. It is also prone to breakage. It suffices for digits to  be well separated from the rest of the buttons.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2004-11-09T18:25:49Z</dcterms:modified>
  <cp:revision>8</cp:revision>
  <dc:subject/>
  <dc:title>PowerPoint Presentation</dc:title>
</cp:coreProperties>
</file>