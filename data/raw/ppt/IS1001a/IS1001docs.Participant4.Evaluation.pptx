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1B746D0-5D0D-4B8C-9833-BAEE6FE4BB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C4B530F-8CE2-44D5-BF5E-46362DA13D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B3D8E11-ABD3-4086-BD8F-A918C4857ED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2A5C91-D651-4AFD-84C2-5B79231DFEC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C33252F-8E7F-49A2-A812-2F983FCB676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446B0A-E840-4DFB-8D65-8C3596B5A0C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1CF8B6-EEA6-4B68-BBDD-589CF19D84C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FECF0E-D5BB-4B48-972D-463FA750FC9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93074FF-11A6-4FC6-B7E1-DB4F51DA245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5331EA-F314-4BE1-B8B9-74B578A6293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36DA83-F0B3-4065-8C50-403287C33ED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95AB6F-A1B9-4A54-B173-DF499FF3A84B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E052F51-6A98-4477-98CC-F3A34B72769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289522B-2A1B-4FF3-9BA0-46080B7C0D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6CF641E-A0DA-4297-953B-5E0303A5CD0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102A3C-C918-4512-A878-E64F793891A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21D1BCD-CD50-4D25-85C7-78BA993D52B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F9F653-9913-4F4D-BCD4-124A2470BD2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1385B0A-032F-491D-887C-82A0DCFDB4C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10B567A-29A5-4756-BD2E-07750D94FC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3F9547-A502-447E-918B-A984FFB4F0E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71B11E3-179D-4C6C-AEAC-B46470D6454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0216A94-08FF-4FA4-A8BC-550900B0CB1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0D9BB29-8206-45FB-8640-72B5207303E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0B52C8D-1E09-4363-8E4C-28D4931CC20E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A5D4CD3F-60B5-4C35-9A3F-B659E92C5F01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participant 4,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	</a:t>
            </a: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evaluation criteria is made according to the users requirements and the market trends we talked about on the previous meetings.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6840" y="1599840"/>
            <a:ext cx="8147160" cy="4133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Fancy look-and-feel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Technological innovative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Easy to find in a room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Robust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portable</cp:lastModifiedBy>
  <dcterms:modified xsi:type="dcterms:W3CDTF">2004-11-09T19:46:04Z</dcterms:modified>
  <cp:revision>15</cp:revision>
  <dc:subject/>
  <dc:title>PowerPoint Presentation</dc:title>
</cp:coreProperties>
</file>