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8EA441-813E-44D4-880A-C9D448E5E5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4A9025-40E0-4FAC-A3C5-0004412B4C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A42E6A-7F21-4197-806F-7A27398FEE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13AB48-98C0-42F8-A097-7C47D1E43A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9BDA09-8C74-427B-AD50-66A4C3D313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C60CAD-5BBD-41F5-AC0B-96D8221A7D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7DEF23-14E9-4470-8305-1D5AC95C90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181A2A-685F-45F6-902A-13579266D5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79D19D-7248-4771-9CAA-894282DBAB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AE99AA-55A1-4A5B-9AC9-3ED8C83B96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3FFAEC-7366-4395-BA55-E7C6E7F218A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4395A7-C572-4662-9682-C5E2B7D8F72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041196-8BDE-4F74-8667-E6EBC75646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A23C71-7EA9-4059-84ED-6B887CB4E1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B687C4-1BA3-46BD-AD8A-4C319E1841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5B5112-3461-4316-9B18-EADF4C84A0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98FC59-FFB8-4954-A34B-CEE0C7B251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7E91B1-930D-4BBB-843C-B1D62FDFB8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209138-D1B7-45D2-90ED-D9DE7763B3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75478D-B9E5-4BD5-A074-16966FC900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5041F6-306B-4DCB-80E6-306091C031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11D7E6-E223-4885-A8B6-134CC97BBD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25A29D-CDE9-465A-B30C-501E30352A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4BAA0B-742D-48A2-878D-68537821883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AF1DFB9-FC3A-42B0-87E3-41C1C3101E2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20AD3D3-D915-4708-86D9-3DDD0BFA6C2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Simple interface: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Channel wheel, previous channel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Channel digit, protected by plastic cover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Volume up, down, mute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On/off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Lightening = easy to find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 LCD, Voice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fast development, low cost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Presentations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Conceptual specification of components, properties and materials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UID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Conceptual specification of user interface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Trend watching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2004-11-09T18:13:28Z</dcterms:modified>
  <cp:revision>20</cp:revision>
  <dc:subject/>
  <dc:title>PowerPoint Presentation</dc:title>
</cp:coreProperties>
</file>