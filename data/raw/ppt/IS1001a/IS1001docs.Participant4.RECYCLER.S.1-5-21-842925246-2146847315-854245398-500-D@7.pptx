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39DB2A-7F72-41F2-8E2F-3EA8DD3CED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95771F-F62E-4AFF-882A-318009498E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9B6738-0914-4B91-92B2-FE91DB97C1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1B4049-C5A8-45FA-A43C-79EC8FDA31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BA48B9-7396-4B4E-BEA5-D01EB710F8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609120"/>
            <a:ext cx="77724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A19C15-0398-4388-B349-6FB6DD0438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D48FA4-1B90-48A3-8EFE-DA45229546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99C831-A3DC-4C49-B3D7-1C91658452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5BD305-38C4-42C7-98DF-936A02642A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558DE4-E410-4E5A-BDEC-7401E31606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437779-7867-468B-90C4-5DA670E9FFE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313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4144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85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313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4144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DD574B-30DC-46C8-ADE0-F18225BDA38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ACAF0CE-EA54-47D7-BF2B-46CC748C84B3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Trend Watching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Presented by: Karin de Groot,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Marketing Expert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43" name=""/>
          <p:cNvGrpSpPr/>
          <p:nvPr/>
        </p:nvGrpSpPr>
        <p:grpSpPr>
          <a:xfrm>
            <a:off x="108000" y="73080"/>
            <a:ext cx="1584360" cy="1701720"/>
            <a:chOff x="108000" y="73080"/>
            <a:chExt cx="1584360" cy="1701720"/>
          </a:xfrm>
        </p:grpSpPr>
        <p:sp>
          <p:nvSpPr>
            <p:cNvPr id="44" name=""/>
            <p:cNvSpPr/>
            <p:nvPr/>
          </p:nvSpPr>
          <p:spPr>
            <a:xfrm>
              <a:off x="108000" y="21780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684360" y="730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Findings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000000"/>
              </a:buClr>
              <a:buFont typeface="Times New Roman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 fancy look-and-feel, instead of the current functional look-and-feel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2.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 remote control should be technological innovative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3.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the remote control should be easy-to-use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Market trends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This year,</a:t>
            </a:r>
            <a:r>
              <a:rPr b="0" i="1" lang="en-IN" sz="3200" spc="-1" strike="noStrike">
                <a:solidFill>
                  <a:srgbClr val="000000"/>
                </a:solidFill>
                <a:latin typeface="Times New Roman"/>
              </a:rPr>
              <a:t> fruit 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will be the most important theme for clothes, shoes, and furniture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In contrast to last year, the feel of material is expected to be </a:t>
            </a:r>
            <a:r>
              <a:rPr b="0" i="1" lang="en-IN" sz="3200" spc="-1" strike="noStrike">
                <a:solidFill>
                  <a:srgbClr val="000000"/>
                </a:solidFill>
                <a:latin typeface="Times New Roman"/>
              </a:rPr>
              <a:t>soft 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and</a:t>
            </a:r>
            <a:r>
              <a:rPr b="0" i="1" lang="en-IN" sz="3200" spc="-1" strike="noStrike">
                <a:solidFill>
                  <a:srgbClr val="000000"/>
                </a:solidFill>
                <a:latin typeface="Times New Roman"/>
              </a:rPr>
              <a:t> curved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Personal Preferences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3200" spc="-1" strike="noStrike">
                <a:solidFill>
                  <a:srgbClr val="000000"/>
                </a:solidFill>
                <a:latin typeface="Times New Roman"/>
              </a:rPr>
              <a:t>“</a:t>
            </a:r>
            <a:r>
              <a:rPr b="1" i="1" lang="en-IN" sz="3200" spc="-1" strike="noStrike">
                <a:solidFill>
                  <a:srgbClr val="000000"/>
                </a:solidFill>
                <a:latin typeface="Times New Roman"/>
              </a:rPr>
              <a:t>We put the fashion into electronics”</a:t>
            </a:r>
            <a:r>
              <a:rPr b="1" i="1" lang="en-IN" sz="2800" spc="-1" strike="noStrike">
                <a:solidFill>
                  <a:srgbClr val="000000"/>
                </a:solidFill>
                <a:latin typeface="Times New Roman"/>
              </a:rPr>
              <a:t>,</a:t>
            </a: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 so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1.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Let’s use a fruit design for a fancy look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AutoNum type="arabicPeriod" startAt="2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Let’s use some soft and curved materials for a fancy feel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AutoNum type="arabicPeriod" startAt="2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Maybe the remote control can spread a fruity smell, to be innovative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AutoNum type="arabicPeriod" startAt="4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Don’t forget: the remote control should be easy-to-use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2004-08-31T17:06:11Z</dcterms:modified>
  <cp:revision>6</cp:revision>
  <dc:subject/>
  <dc:title>PowerPoint Presentation</dc:title>
</cp:coreProperties>
</file>