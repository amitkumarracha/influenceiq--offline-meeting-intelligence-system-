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1AA9B2-13F0-49FC-A161-0DFD413AB4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BE9C04-ABC2-44D5-8AAB-6CEA4F6146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57DB94-FAF2-44CB-B6CA-37162EE7EC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D23602-F005-4ED1-9899-D11C78D157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05B243-A334-4572-AD85-A415534EA0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71E143-38C3-4DCB-9EB4-13D30D72A6B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BDD499-860E-444D-AA4B-D3275CAD9F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2C45B8-985D-4361-8B5F-F094DA3C7D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AAD967-2526-42C4-A23C-794C721029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4C4D54-F8C6-4898-86E8-E967811417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9F1505-52DE-4A86-BAA7-9EAFFB7FC8E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E0D422-938C-4B44-A31F-5F2CED01C4C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9E9C67-8FFC-4694-978D-D626AC1CC7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0ECB46-A3D6-499D-A150-E4108C1CE8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652070-3878-4D55-8BFD-270964C358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9FD711-B9AC-4CB1-9181-D18CDDC3FB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2EFD45-C051-4F92-A0DF-91A4BAE1C0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3C33A5-ADF7-4E86-AFD9-7B651D2FD9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0B5155-EF95-4268-8507-41A4A0A3DF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D30AE1-2072-46C3-B1AA-739575B21B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558161-4EE7-4BA1-AFEC-C1FDE67113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571487-00F3-425F-A194-85CA02B537D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4C87EB-4E95-4DCF-A753-2EF058103EB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571716-ED71-4BE3-B769-F2D86E18079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FB09064-FF64-4D2F-8476-3E4907E40D3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E7BA317-0205-4087-BE78-829ACDA4E67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Simple interface: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Channel wheel, previous channel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Channel digit, protected by plastic cover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Volume up, down, mute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On/off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Lightening = easy to find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 LCD, Voice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fast development, low cost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Presentations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Conceptual specification of components, properties and materials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UID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Conceptual specification of user interface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Trend watching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2004-11-09T18:13:28Z</dcterms:modified>
  <cp:revision>20</cp:revision>
  <dc:subject/>
  <dc:title>PowerPoint Presentation</dc:title>
</cp:coreProperties>
</file>