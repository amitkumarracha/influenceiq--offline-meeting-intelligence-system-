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7B0DD-89C2-4C54-9B43-5DDD5F0930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3057CB-E239-47F6-BB1A-AE639357FF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2D6F9B-FFDF-4021-B7C1-BFA6768830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CA3BEA-7B32-493D-A227-CA57065D60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B30C33-5F4E-4008-9CED-3278C85F45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5EE976-FECA-4E64-9526-A50E691AC2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3C0A7-100E-4E61-A21E-8A75BB4D63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75A31-B7AF-4AA3-B319-F9C3A0E045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81E034-A0EC-4815-9355-1F14816771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04AF89-7BFA-4FA2-9F86-A2D77BD38D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B4AF10-F695-407E-A0E9-AE28BC4925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16BE8E-0FA2-4986-95DA-AD81CF64B8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269856-7459-4893-AE63-EE042E9D2F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0B7454-B3F1-4CB1-B5B0-5DFCA7141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7650EC-A089-4A0B-9A66-A17726A32D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481D0E-6EBE-4871-9DBC-9D0958B5BF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E4DE48-379D-44A5-99AD-F1039BB7C2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44AAF3-6275-4BB6-BBC9-12C5CE405F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33A605-A8C0-405C-9326-4665E4A5DE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FE9F7F-36FE-4F6C-A853-3ECC1BD6BC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A75E0B-2E83-4692-8699-02C8BCA9AD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9510BE-1C73-4290-8EA3-8D6000AF13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F5B934-FD11-4E69-997C-09AC5CB906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8A6BD8-1E7B-4DA1-BD07-DB883BFB4C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47E07A-CBD2-4BC5-8B6F-1E78A2D6D06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A89F62-2C68-4464-82BA-D1D32A30904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our usability lab we observed the remote control use among 100 subjects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also filled in a questionnaire.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Questions asked: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pay more for speech recognition in a remote control?</a:t>
            </a:r>
            <a:r>
              <a:rPr b="1" lang="fr-CH" sz="3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Results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116000" y="2637000"/>
            <a:ext cx="5667480" cy="3105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38160" y="2395440"/>
            <a:ext cx="5467680" cy="29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in the dark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way to find it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2004-11-09T16:16:42Z</dcterms:modified>
  <cp:revision>15</cp:revision>
  <dc:subject/>
  <dc:title>PowerPoint Presentation</dc:title>
</cp:coreProperties>
</file>