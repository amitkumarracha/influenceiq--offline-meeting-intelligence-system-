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19E123-CC99-4B28-A2FE-1FEC2B8633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9E5BFD-34A4-4E08-ACA8-D6AB1F07C3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AB8A66-8C24-452F-B897-0EA4D93970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7DE841-AA96-483B-B04D-B5213AD382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EB6279-B0AB-4DA1-9CE9-044CD597D0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99F58F-60EB-42FE-9391-1BD541BF84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D19E08-3283-4368-8F97-E23C71194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62F027-3B08-48FA-AA80-E6949862EA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177155-79E9-41D1-92F2-6405492C70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DEAE45-497E-47CD-B62E-6AA6C50ABD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888249-690B-4AFE-929A-E6CF3480AF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9ABE4A-4432-43B5-96FB-61F9615C4DB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EAE46F-26A9-4052-9CFC-AE066EABC2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FC193C-ECB8-4162-84D5-F744A79AD2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22B469-E0ED-40DD-9C54-F0ED2BD18C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A9F7F2-705F-48DC-8880-D56E2A068D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BD44B9-8512-4AD0-B8A7-C800D729F4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F77907-EEA8-42C7-B9AC-E31725818D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1703C9-8907-48F1-BFBF-F202381901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490A4A-EAE8-479D-856D-D618B5BD05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BA8E12-A79F-426C-9839-E90FA79313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9D2DA2-54A6-4F6B-9914-71DDBFB825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7075FA-79E9-4250-8108-E258691986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D11C4B-266C-4C73-BEFD-FCE2C84B8B3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B2B945-0062-4259-BFED-BD9074935A1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209AF4-5C82-4704-9F4D-8A4372C6188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 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trends: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Choose a fruit or a vegetable to design the remote control?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What material can we use to make the remote control spongy?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2004-11-09T18:26:28Z</dcterms:modified>
  <cp:revision>8</cp:revision>
  <dc:subject/>
  <dc:title>PowerPoint Presentation</dc:title>
</cp:coreProperties>
</file>