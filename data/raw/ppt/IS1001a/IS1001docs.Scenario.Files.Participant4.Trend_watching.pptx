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586DB9-D77B-4825-83EA-553C586968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6A34D1-B9A0-41DB-940D-C00C4BBA8F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835C62-BBBC-4373-803E-5C71A63962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DF7958-CE4A-4876-9491-BB3DB4FF13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A1D8D6-4F55-4E8F-986B-1A49786BB7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916AAE-EA79-460F-B84E-3F62AE5D71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E709CC-F8D7-4623-92FA-2D40173B49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177C50-D3C8-48DD-B8CD-B7CD7650CB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E2CB90-2B94-4916-982E-BD0C2246B1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8C636C-EA06-4736-9EFB-C52F329982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79C2D-4D4F-4A6B-AA3B-4122E20A92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436D38-59C7-4679-BFAD-3606B39579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CFCEC6-FE09-4141-9FF8-307F67C23A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E34CEC-E3EB-4A91-AD06-6DC4C42956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E09EA4-390E-4DC1-B10E-903D8A8D51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E5B9CD-BE33-4F38-9893-14A088AF21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4332F8-7317-4F97-A71B-F4D36146B2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DAB8E4-2C6E-4174-B3E6-1FB6060BEA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313E0B-046A-4D0C-87F4-87D787FC8B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1222E0-AD66-4F05-9606-A92114BC96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AEEFB6-F264-4C27-A8DE-4C0702C6C9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68F877-07B2-45A3-9568-B562F0D036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26D94C-69ED-439A-A570-0E7498F49F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C5FD55-EC0A-4A17-8857-FBFC650533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F03D74-9FF4-4ED3-9D61-9D34D7F418A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FBDEA3-96E1-4A09-8A56-58C93B06290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Choose a fruit or a vegetable to design the remote control?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What material can we use to make the remote control spongy?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2004-11-09T18:26:28Z</dcterms:modified>
  <cp:revision>8</cp:revision>
  <dc:subject/>
  <dc:title>PowerPoint Presentation</dc:title>
</cp:coreProperties>
</file>