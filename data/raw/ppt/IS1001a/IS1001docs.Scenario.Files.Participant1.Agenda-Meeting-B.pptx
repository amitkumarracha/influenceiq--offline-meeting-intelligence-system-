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BFC6B0-23FC-43E7-911C-47C1E8215A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CD142F-2BDA-415F-85C7-0B60E4499B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274DDF-A0B8-48B0-AFC8-F11AF2D01A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10302E-F8C8-4D42-BBF4-665E0C65BA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7A7057-9ECB-4638-8768-06D6050454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AE6A19-A2B1-48E0-B7E3-0995AF3C3E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1CC762-E80D-4D1B-B0C2-BF4AEAE6B8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36B0FB-737E-4B9B-9038-A2856C1C7A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A4A693-BDAC-43F8-AA34-F2B95B5F8B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2D1592-2658-435D-9759-6B9A451453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3E865E-A20D-49AD-BBBC-7175A9C441F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791C17-ADF5-4A4C-B799-BE63AAB955D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13C136-22F9-4D49-BBF2-3BB13D25DA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17F1A5-97B5-48C4-AD05-653376EB7A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BF8C82-84C2-4FE1-9632-2CC7AC7F2E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0D246B-6570-4A3B-972D-0DD79A407D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D6666C-04EB-4B3D-8E91-08FB846E75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286CBF-FAC3-4527-9D2E-2C4A70B6AB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738FD6-5221-4EB1-8E00-7C9933A180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A51D0C-848C-4CF5-B0D3-3443C85500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981FE2-F968-40D9-8532-9D3D27C34A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9CDB81-5452-4FCC-A8D2-F6FD32F1C71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D7437A-EAFA-43C6-969F-B9AC01B4C3A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001BFA-D344-4CE3-9626-EE3D3636FB6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396BD62-FF92-4415-9919-F3AEE350405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217CAB8-A31C-4F59-A6B5-84C96F5773D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Teletext becomes outdated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, since the popularity of the Internet.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remote control should </a:t>
            </a: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only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be used for the </a:t>
            </a: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television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, otherwise the project becomes more complex, which endangers the time-to-market.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Our </a:t>
            </a: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corporate image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should stay recognizable in our products. Our corporate color and slogan must be implemented in the new design.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2004-11-09T16:17:07Z</dcterms:modified>
  <cp:revision>20</cp:revision>
  <dc:subject/>
  <dc:title>PowerPoint Presentation</dc:title>
</cp:coreProperties>
</file>