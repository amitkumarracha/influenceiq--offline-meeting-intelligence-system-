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09C88-DF90-45FA-900F-A31048119E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28C0F-9081-4640-AE8A-D8B36984C5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4ECFD7-4DBC-4132-8364-48F1A8FC1F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56D3C-16E0-4567-9C9A-4BEA202780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C1980C-D392-424A-B132-706D3F0EA1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303BF9-5D6C-457D-9BBA-07FD7A80E6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453325-2D94-4CFB-B305-5B35CA1B68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D89D05-8B67-4E06-841E-43BFEAA470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C90B12-7CFD-4CCE-A00D-CB9D269185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DF407C-879A-4B8F-99B5-01062BB5AD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A4D2AA-2132-460B-BD44-54348791E0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D0E57E-59E0-434E-BC16-3D3DD49F64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65B8B4-14AD-41BE-8719-526BA4D56DFA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Functional Requirements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Working method: internet research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100 subjects filled in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Users dislike the look-and-feel of current remote controls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75% of users find most remote controls ugly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50% of users say they only use 10% of the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User frustrations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often lost somewhere in the room (50%)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bad for RSI (26%)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LCD-screen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15-45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45- 65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Speech recognition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pay more for speech recognition in a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15-35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35- 65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User friendly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- 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Most important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 are the functions: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Channel- and volume selection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Less important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are the functions audio- and screen settings (mono/stereo, brightness, color etc.)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2004-08-31T15:02:03Z</dcterms:modified>
  <cp:revision>11</cp:revision>
  <dc:subject/>
  <dc:title>PowerPoint Presentation</dc:title>
</cp:coreProperties>
</file>