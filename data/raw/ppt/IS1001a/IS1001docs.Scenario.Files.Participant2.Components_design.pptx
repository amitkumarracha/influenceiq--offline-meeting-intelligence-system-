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3F21A4-188B-472E-BD81-06B00525FB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A058E2-6516-43C7-A3AA-BDAC03ED78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AA42C-E621-4E53-9039-30E15073EC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553FA9-17EF-4CD2-BA2E-402AB78D1C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D4E180-4F85-454B-B0EE-86C38421B1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2E758B-1E0B-4CEC-BE96-EA496BD8C7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AA9999-7237-49BE-9C6A-AEA2040017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D6C6AF-FF2A-40CA-91B2-7F69129315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7D81AF-C317-4E12-9CDB-A409A21843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60AD7C-B6C9-4456-976A-65907C51BB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EB71F3-4ED8-4668-A15C-806C3807DA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223DB4-0802-4F7B-92FF-57EAD9C6ADD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D4BBC3-8F97-469C-A280-521EB1F162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410446-E8C7-44F0-B2AC-78CFD01F12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F14B62-D8FA-417B-9E28-1342B59FA6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3AF84B-AF72-4A64-9546-28C0C764B8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BED7B2-E25A-499E-8968-94FEABE5DF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B4AF7B-75BC-4612-AC36-BB47AAB1AE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98AC16-6FAB-4513-A73F-CD5A63E1CD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AE2283-E43E-485D-885D-8EF535ED6F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0A38A4-5A9B-46F6-9EE8-09531288D5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2134BD-284A-4DDF-80F3-DA884F20D5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D531CA-348D-4701-BDD8-F6989F05C8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282EB7-786D-4863-9DCE-C19D4169CB4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E2FA28-7061-4D28-A2C8-7213234683D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73CD57-733F-4D20-A0DE-813738CB2C0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3320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chip for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wheel sensor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standard BP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TA11835 element for RC coding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off the shelf PCP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standard wheel sensor (price)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2004-11-09T18:29:00Z</dcterms:modified>
  <cp:revision>12</cp:revision>
  <dc:subject/>
  <dc:title>PowerPoint Presentation</dc:title>
</cp:coreProperties>
</file>