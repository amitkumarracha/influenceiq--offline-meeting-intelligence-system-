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03B167-3842-4AEB-AD5E-EA9411FDE6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C943E-483D-4AC7-9287-2C45382DFD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C5471B-6CAA-4DF3-86B6-B12402767F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255244-3251-4166-8E42-2343FF3F4E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36D28C-581F-499C-B81E-FA981C54B1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8EF44F-E9C8-40AB-BA7D-24F5F7E472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02559-B6AB-4792-9799-0E7A36C6CC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CBE56-3003-4166-AD77-392A872C09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F6647A-F0A1-48D3-98D4-0AE0CA5532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5DDE4A-FF91-409A-BDFD-0AC1DE9664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EFDC82-EC2F-48DA-AAB3-D82D567983D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05270-3355-4936-B77F-623A5618A8E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2A2E0E-CAC6-4680-B34D-834CD08077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C738C8-EF70-4E8C-979B-D966479BED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5D0CD1-DA47-4530-B17B-E24A8BA1B7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32FBF9-A108-4949-83B9-D9DA1162F3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6E79CD-EEC7-46B1-A39B-508CFA64B2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E850AF-44B4-4CA7-8335-84E63C703F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160FD2-AC97-4C56-82DB-A67BB3CEAC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C4E60E-9D9D-4ECD-916F-A6F51BBFB3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3A5433-8DD6-481A-AEAC-90277D3869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17DADC-31D9-42F5-9F82-69FE887D6F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CCCB91-FFF6-4EAB-8A51-DDC236C303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108FE5-D69F-484F-9B4E-6AB1575C936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52D6CD-2C93-426A-8ECF-B7808E0652E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A560DE8-BCC3-476A-A41C-251C42721C0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Production costs: 10.7 euros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Lower than 12.50 euro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Financial aspect: ok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What about project evaluation 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2004-11-09T19:41:39Z</dcterms:modified>
  <cp:revision>19</cp:revision>
  <dc:subject/>
  <dc:title>PowerPoint Presentation</dc:title>
</cp:coreProperties>
</file>