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FAE7BF-8C53-4F79-83B2-5B2B25987E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B255D9-4257-4F4F-88C4-B3FBFAC775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F08A80-336F-4635-83D9-A96DCDC757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CCD580-A177-4033-9544-6F43AA3C7F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7F1AE3-A7B8-47D5-9C38-E23A4336D5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CC6455-68B9-43D4-913D-1906C0D198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012F89-C962-4A18-B240-1AB62BC1BA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ADE299-3192-49B9-BAAD-FE6C017B7E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640C7A-CACA-4669-95A6-D66BF67157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5A12F9-1B38-4EC9-9DB2-CD27F002EE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534E71-E538-43A8-BDAC-949095B8AC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4B1FE-91F6-41F0-AA97-79242DF118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CE6E6C-83B7-4F5C-B9BD-81130779E1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935D31-88C2-43CF-9185-62BD7CDEDB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6D840-98A2-475E-9A2A-75236BB174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A36EA3-AEA6-46F0-85CE-FFB29AA8EC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160727-C0F1-4488-92E7-F65551D7BC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EF334D-7E80-41D0-9F6F-76C40BA2F0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BE2636-FBB8-4585-AA6D-CF15F3AAF9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414E9-93E5-4B2D-A675-020C1E8618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F6CC0F-9CC8-4D3A-AEA2-3D67534E67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11C56F-5650-4B2E-A0BE-9D1D8EE9D9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A299A1-39D7-4122-88A7-F57A82E5C4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BB2711-2BB8-4A13-BCC3-F822C783A2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05396D-2703-45A1-9044-A36CCFB9C7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082C91-2129-497D-BDC7-92625B6423E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