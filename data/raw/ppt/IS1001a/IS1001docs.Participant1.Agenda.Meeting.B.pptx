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DB8EE-C72E-4C68-BFFD-D5E92D329D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25D96-92E8-4FB2-8D00-F5DE0AEDEB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E82F0B-4F7A-4547-A664-227353FC9A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A0AF06-5D89-4CF5-97D0-B304A53C0C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9AB5F-F74D-410E-A06F-3590495FAC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BA9F65-0ED7-418C-AF50-52560F27BB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1CA2DC-8186-4873-867E-EDDB0AA9CA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F9D689-AD9E-4986-93DA-3D8CC4E767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4ED796-2220-4C36-B0A1-1B72B42E9A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A8BE4-53B5-4F1F-9275-054590E838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77BAD4-FD19-48D0-93E0-13BF8C41A40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9DEC2-B72D-4FF6-AE6F-BF2A294236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72C751-DA7D-4038-9938-C5B629F09A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218D86-AC5C-422E-B41D-2916C9B0FF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4FB506-0152-4AB9-97EB-4F0A04DDF4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46489F-6EBF-4856-BE2B-11D4F76D4A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3F7A9-AA8D-422F-80D4-0B012BAF66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742658-A521-4DB0-BF2F-36BA2BD2E5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9DEA3-7A2E-42EE-BAA5-65F40CA407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3CD71A-EDB9-40B7-B395-76FB507033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2818B1-CE5A-449F-86D6-4A0D2D040B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E5BD8B-3FCC-4358-82EF-37217C59A3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5702D2-3763-4B0C-B54D-DDE58D4965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9AF4CC-72D8-4A9A-B439-BCE661ADB6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B44F9F-F4E9-477B-B4AF-5EF9C67BDED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7ACC5A-4F55-4B4B-87A5-E6D8BD4E327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