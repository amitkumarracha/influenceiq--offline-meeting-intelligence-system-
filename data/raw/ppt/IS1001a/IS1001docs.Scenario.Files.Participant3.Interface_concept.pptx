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8AB78-2D60-4C7B-9DC7-EF39F12679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505C5A-4805-48E3-8B6A-A8B2B731E6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BB11F6-B079-42D6-A06C-C8166C4CAA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754F11-BB68-4B0F-8E38-196CDEA04D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806A9A-316F-442E-9D45-470DD42F4D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D8B309-1221-46E3-8452-28AE4903A1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8AEF50-ECFF-487F-B76E-4A82F74A61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4ABA8-A4D1-4F1E-B4CC-C63B361830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262DBC-41F8-48D6-B5E0-7594CB67CD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01AF95-BBBE-42DF-9879-B0651A4DBC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596762-5721-4D1E-961F-2091497EB8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36FFD6-E097-4055-895D-3F53441D50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A35B1A-945A-498B-9636-0B0417103F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8761D1-698B-4D9A-8F29-23EF596D31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197C65-894C-4432-A737-2346D2491A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6F41D2-CCC7-4FDD-A955-605864EF28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5CE089-EA1E-4BA0-BA15-463B807C70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30AF84-63FF-48F2-AC81-518DC36678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34031F-71F1-4D01-B710-B7991FEDC2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88738B-7E52-4863-B243-9840AB64CA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A55AD0-0FC1-46B7-B096-5B1E7E7D30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DEBA9B-8E11-4381-9214-8C79B91155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459D02-4107-42E7-889C-EA9861712E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B976F9-7750-42C9-AA90-F84FDE4A97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6C13A2-8358-4B97-81CC-770673645F1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EB0799-2D72-4230-A71C-F96AEB9BC59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