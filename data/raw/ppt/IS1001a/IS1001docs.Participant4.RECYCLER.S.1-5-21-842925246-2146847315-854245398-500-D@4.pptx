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590A7C-32F2-4253-B32C-65D51001911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1B8681-1DDC-4FC9-B1F1-50AB1081934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F34D2F-ED40-452A-9175-A70F8DE5A55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5CE1B5-B3D0-497A-BFEC-6E832118292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92E7DC-5A10-4CE3-BC90-C5A7550DE3E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85800" y="609120"/>
            <a:ext cx="77724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0E2048-080A-4F95-8DB1-A28807C60F2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85800" y="413064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CA6E5F-7BF9-4E9F-8F83-CC8C0464875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68480" y="413064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30AE05-782C-4288-A461-5E95DD5777C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85800" y="4130640"/>
            <a:ext cx="77724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2D9390-61C8-47B5-ACF7-6C92B77D9AA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85800" y="4130640"/>
            <a:ext cx="77724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F213B6-E00E-4839-ACAA-8EB08CCE074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85800" y="413064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68480" y="413064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384B86-494D-44A8-A0DD-A0B4DC0D978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313800" y="198108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5941440" y="198108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85800" y="413064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313800" y="413064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5941440" y="413064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AEEFEE-BBED-4C71-AA0E-D2E6B45E0C0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Second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Third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Fourth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Fifth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Sixth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Seventh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FD7C8D8-CF1F-4ADA-BF81-3CA9106E88FE}" type="slidenum"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Evaluation criteria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Presented by: Karin de Groot, Marketing Expert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43" name=""/>
          <p:cNvGrpSpPr/>
          <p:nvPr/>
        </p:nvGrpSpPr>
        <p:grpSpPr>
          <a:xfrm>
            <a:off x="108000" y="73080"/>
            <a:ext cx="1584360" cy="1701720"/>
            <a:chOff x="108000" y="73080"/>
            <a:chExt cx="1584360" cy="1701720"/>
          </a:xfrm>
        </p:grpSpPr>
        <p:sp>
          <p:nvSpPr>
            <p:cNvPr id="44" name=""/>
            <p:cNvSpPr/>
            <p:nvPr/>
          </p:nvSpPr>
          <p:spPr>
            <a:xfrm>
              <a:off x="108000" y="21780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45" name=""/>
            <p:cNvSpPr/>
            <p:nvPr/>
          </p:nvSpPr>
          <p:spPr>
            <a:xfrm>
              <a:off x="684360" y="730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Findings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000000"/>
                </a:solidFill>
                <a:latin typeface="Times New Roman"/>
              </a:rPr>
              <a:t>Criteria: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</a:rPr>
              <a:t>Original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</a:rPr>
              <a:t>Trendy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</a:rPr>
              <a:t>A fancy feel and look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</a:rPr>
              <a:t>Technologically innovative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</a:rPr>
              <a:t>Easy to use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</a:rPr>
              <a:t>Soft and curved materials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</a:rPr>
              <a:t>A fruit design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Evaluation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Criteria rating with seven-point scale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0" y="2376360"/>
            <a:ext cx="9144000" cy="15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000000"/>
                </a:solidFill>
                <a:latin typeface="Times New Roman"/>
              </a:rPr>
              <a:t>	</a:t>
            </a:r>
            <a:r>
              <a:rPr b="0" i="1" lang="en-IN" sz="2400" spc="-1" strike="noStrike">
                <a:solidFill>
                  <a:srgbClr val="000000"/>
                </a:solidFill>
                <a:latin typeface="Times New Roman"/>
              </a:rPr>
              <a:t>	</a:t>
            </a:r>
            <a:r>
              <a:rPr b="0" i="1" lang="en-IN" sz="2400" spc="-1" strike="noStrike">
                <a:solidFill>
                  <a:srgbClr val="000000"/>
                </a:solidFill>
                <a:latin typeface="Times New Roman"/>
              </a:rPr>
              <a:t>The remote control is according criteria X. 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1905120" y="3733920"/>
            <a:ext cx="3709800" cy="923760"/>
            <a:chOff x="1905120" y="3733920"/>
            <a:chExt cx="3709800" cy="923760"/>
          </a:xfrm>
        </p:grpSpPr>
        <p:grpSp>
          <p:nvGrpSpPr>
            <p:cNvPr id="52" name=""/>
            <p:cNvGrpSpPr/>
            <p:nvPr/>
          </p:nvGrpSpPr>
          <p:grpSpPr>
            <a:xfrm>
              <a:off x="1909800" y="3738240"/>
              <a:ext cx="3700440" cy="913680"/>
              <a:chOff x="1909800" y="3738240"/>
              <a:chExt cx="3700440" cy="913680"/>
            </a:xfrm>
          </p:grpSpPr>
          <p:grpSp>
            <p:nvGrpSpPr>
              <p:cNvPr id="53" name=""/>
              <p:cNvGrpSpPr/>
              <p:nvPr/>
            </p:nvGrpSpPr>
            <p:grpSpPr>
              <a:xfrm>
                <a:off x="1909800" y="3738240"/>
                <a:ext cx="841320" cy="456840"/>
                <a:chOff x="1909800" y="3738240"/>
                <a:chExt cx="841320" cy="456840"/>
              </a:xfrm>
            </p:grpSpPr>
            <p:sp>
              <p:nvSpPr>
                <p:cNvPr id="54" name=""/>
                <p:cNvSpPr/>
                <p:nvPr/>
              </p:nvSpPr>
              <p:spPr>
                <a:xfrm>
                  <a:off x="1909800" y="3738240"/>
                  <a:ext cx="841320" cy="456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ctr">
                  <a:noAutofit/>
                </a:bodyPr>
                <a:p>
                  <a:pPr algn="ctr"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0" lang="en-IN" sz="2400" spc="-1" strike="noStrike">
                      <a:solidFill>
                        <a:srgbClr val="000000"/>
                      </a:solidFill>
                      <a:latin typeface="Times New Roman"/>
                    </a:rPr>
                    <a:t>True</a:t>
                  </a:r>
                  <a:endParaRPr b="0" lang="en-IN" sz="2400" spc="-1" strike="noStrike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55" name=""/>
                <p:cNvSpPr/>
                <p:nvPr/>
              </p:nvSpPr>
              <p:spPr>
                <a:xfrm>
                  <a:off x="1909800" y="3738240"/>
                  <a:ext cx="841320" cy="4568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56" name=""/>
              <p:cNvGrpSpPr/>
              <p:nvPr/>
            </p:nvGrpSpPr>
            <p:grpSpPr>
              <a:xfrm>
                <a:off x="2751120" y="3738240"/>
                <a:ext cx="371520" cy="456840"/>
                <a:chOff x="2751120" y="3738240"/>
                <a:chExt cx="371520" cy="456840"/>
              </a:xfrm>
            </p:grpSpPr>
            <p:sp>
              <p:nvSpPr>
                <p:cNvPr id="57" name=""/>
                <p:cNvSpPr/>
                <p:nvPr/>
              </p:nvSpPr>
              <p:spPr>
                <a:xfrm>
                  <a:off x="2751120" y="3738240"/>
                  <a:ext cx="371520" cy="456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8" name=""/>
                <p:cNvSpPr/>
                <p:nvPr/>
              </p:nvSpPr>
              <p:spPr>
                <a:xfrm>
                  <a:off x="2751120" y="3738240"/>
                  <a:ext cx="371520" cy="4568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59" name=""/>
              <p:cNvGrpSpPr/>
              <p:nvPr/>
            </p:nvGrpSpPr>
            <p:grpSpPr>
              <a:xfrm>
                <a:off x="3122640" y="3738240"/>
                <a:ext cx="371520" cy="456840"/>
                <a:chOff x="3122640" y="3738240"/>
                <a:chExt cx="371520" cy="456840"/>
              </a:xfrm>
            </p:grpSpPr>
            <p:sp>
              <p:nvSpPr>
                <p:cNvPr id="60" name=""/>
                <p:cNvSpPr/>
                <p:nvPr/>
              </p:nvSpPr>
              <p:spPr>
                <a:xfrm>
                  <a:off x="3122640" y="3738240"/>
                  <a:ext cx="371520" cy="456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1" name=""/>
                <p:cNvSpPr/>
                <p:nvPr/>
              </p:nvSpPr>
              <p:spPr>
                <a:xfrm>
                  <a:off x="3122640" y="3738240"/>
                  <a:ext cx="371520" cy="4568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62" name=""/>
              <p:cNvGrpSpPr/>
              <p:nvPr/>
            </p:nvGrpSpPr>
            <p:grpSpPr>
              <a:xfrm>
                <a:off x="3494160" y="3738240"/>
                <a:ext cx="371520" cy="456840"/>
                <a:chOff x="3494160" y="3738240"/>
                <a:chExt cx="371520" cy="456840"/>
              </a:xfrm>
            </p:grpSpPr>
            <p:sp>
              <p:nvSpPr>
                <p:cNvPr id="63" name=""/>
                <p:cNvSpPr/>
                <p:nvPr/>
              </p:nvSpPr>
              <p:spPr>
                <a:xfrm>
                  <a:off x="3494160" y="3738240"/>
                  <a:ext cx="371520" cy="456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4" name=""/>
                <p:cNvSpPr/>
                <p:nvPr/>
              </p:nvSpPr>
              <p:spPr>
                <a:xfrm>
                  <a:off x="3494160" y="3738240"/>
                  <a:ext cx="371520" cy="4568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65" name=""/>
              <p:cNvGrpSpPr/>
              <p:nvPr/>
            </p:nvGrpSpPr>
            <p:grpSpPr>
              <a:xfrm>
                <a:off x="3865680" y="3738240"/>
                <a:ext cx="371520" cy="456840"/>
                <a:chOff x="3865680" y="3738240"/>
                <a:chExt cx="371520" cy="456840"/>
              </a:xfrm>
            </p:grpSpPr>
            <p:sp>
              <p:nvSpPr>
                <p:cNvPr id="66" name=""/>
                <p:cNvSpPr/>
                <p:nvPr/>
              </p:nvSpPr>
              <p:spPr>
                <a:xfrm>
                  <a:off x="3865680" y="3738240"/>
                  <a:ext cx="371520" cy="456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7" name=""/>
                <p:cNvSpPr/>
                <p:nvPr/>
              </p:nvSpPr>
              <p:spPr>
                <a:xfrm>
                  <a:off x="3865680" y="3738240"/>
                  <a:ext cx="371520" cy="4568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68" name=""/>
              <p:cNvGrpSpPr/>
              <p:nvPr/>
            </p:nvGrpSpPr>
            <p:grpSpPr>
              <a:xfrm>
                <a:off x="4237200" y="3738240"/>
                <a:ext cx="371520" cy="456840"/>
                <a:chOff x="4237200" y="3738240"/>
                <a:chExt cx="371520" cy="456840"/>
              </a:xfrm>
            </p:grpSpPr>
            <p:sp>
              <p:nvSpPr>
                <p:cNvPr id="69" name=""/>
                <p:cNvSpPr/>
                <p:nvPr/>
              </p:nvSpPr>
              <p:spPr>
                <a:xfrm>
                  <a:off x="4237200" y="3738240"/>
                  <a:ext cx="371520" cy="456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70" name=""/>
                <p:cNvSpPr/>
                <p:nvPr/>
              </p:nvSpPr>
              <p:spPr>
                <a:xfrm>
                  <a:off x="4237200" y="3738240"/>
                  <a:ext cx="371520" cy="4568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71" name=""/>
              <p:cNvGrpSpPr/>
              <p:nvPr/>
            </p:nvGrpSpPr>
            <p:grpSpPr>
              <a:xfrm>
                <a:off x="4608720" y="3738240"/>
                <a:ext cx="1001520" cy="456840"/>
                <a:chOff x="4608720" y="3738240"/>
                <a:chExt cx="1001520" cy="456840"/>
              </a:xfrm>
            </p:grpSpPr>
            <p:sp>
              <p:nvSpPr>
                <p:cNvPr id="72" name=""/>
                <p:cNvSpPr/>
                <p:nvPr/>
              </p:nvSpPr>
              <p:spPr>
                <a:xfrm>
                  <a:off x="4608720" y="3738240"/>
                  <a:ext cx="1001520" cy="456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ctr">
                  <a:noAutofit/>
                </a:bodyPr>
                <a:p>
                  <a:pPr algn="ctr"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0" lang="en-IN" sz="2400" spc="-1" strike="noStrike">
                      <a:solidFill>
                        <a:srgbClr val="000000"/>
                      </a:solidFill>
                      <a:latin typeface="Times New Roman"/>
                    </a:rPr>
                    <a:t>False </a:t>
                  </a:r>
                  <a:endParaRPr b="0" lang="en-IN" sz="2400" spc="-1" strike="noStrike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73" name=""/>
                <p:cNvSpPr/>
                <p:nvPr/>
              </p:nvSpPr>
              <p:spPr>
                <a:xfrm>
                  <a:off x="4608720" y="3738240"/>
                  <a:ext cx="1001520" cy="4568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74" name=""/>
              <p:cNvGrpSpPr/>
              <p:nvPr/>
            </p:nvGrpSpPr>
            <p:grpSpPr>
              <a:xfrm>
                <a:off x="1909800" y="4195080"/>
                <a:ext cx="841320" cy="456840"/>
                <a:chOff x="1909800" y="4195080"/>
                <a:chExt cx="841320" cy="456840"/>
              </a:xfrm>
            </p:grpSpPr>
            <p:sp>
              <p:nvSpPr>
                <p:cNvPr id="75" name=""/>
                <p:cNvSpPr/>
                <p:nvPr/>
              </p:nvSpPr>
              <p:spPr>
                <a:xfrm>
                  <a:off x="1909800" y="4195080"/>
                  <a:ext cx="841320" cy="456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ctr">
                  <a:noAutofit/>
                </a:bodyPr>
                <a:p>
                  <a:pPr algn="ctr"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0" lang="en-IN" sz="2400" spc="-1" strike="noStrike">
                      <a:solidFill>
                        <a:srgbClr val="000000"/>
                      </a:solidFill>
                      <a:latin typeface="Times New Roman"/>
                    </a:rPr>
                    <a:t>1</a:t>
                  </a:r>
                  <a:endParaRPr b="0" lang="en-IN" sz="2400" spc="-1" strike="noStrike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76" name=""/>
                <p:cNvSpPr/>
                <p:nvPr/>
              </p:nvSpPr>
              <p:spPr>
                <a:xfrm>
                  <a:off x="1909800" y="4195080"/>
                  <a:ext cx="841320" cy="4568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77" name=""/>
              <p:cNvGrpSpPr/>
              <p:nvPr/>
            </p:nvGrpSpPr>
            <p:grpSpPr>
              <a:xfrm>
                <a:off x="2751120" y="4195080"/>
                <a:ext cx="371520" cy="456840"/>
                <a:chOff x="2751120" y="4195080"/>
                <a:chExt cx="371520" cy="456840"/>
              </a:xfrm>
            </p:grpSpPr>
            <p:sp>
              <p:nvSpPr>
                <p:cNvPr id="78" name=""/>
                <p:cNvSpPr/>
                <p:nvPr/>
              </p:nvSpPr>
              <p:spPr>
                <a:xfrm>
                  <a:off x="2751120" y="4195080"/>
                  <a:ext cx="371520" cy="456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ctr">
                  <a:noAutofit/>
                </a:bodyPr>
                <a:p>
                  <a:pPr algn="ctr"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0" lang="en-IN" sz="2400" spc="-1" strike="noStrike">
                      <a:solidFill>
                        <a:srgbClr val="000000"/>
                      </a:solidFill>
                      <a:latin typeface="Times New Roman"/>
                    </a:rPr>
                    <a:t>2</a:t>
                  </a:r>
                  <a:endParaRPr b="0" lang="en-IN" sz="2400" spc="-1" strike="noStrike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79" name=""/>
                <p:cNvSpPr/>
                <p:nvPr/>
              </p:nvSpPr>
              <p:spPr>
                <a:xfrm>
                  <a:off x="2751120" y="4195080"/>
                  <a:ext cx="371520" cy="4568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80" name=""/>
              <p:cNvGrpSpPr/>
              <p:nvPr/>
            </p:nvGrpSpPr>
            <p:grpSpPr>
              <a:xfrm>
                <a:off x="3122640" y="4195080"/>
                <a:ext cx="371520" cy="456840"/>
                <a:chOff x="3122640" y="4195080"/>
                <a:chExt cx="371520" cy="456840"/>
              </a:xfrm>
            </p:grpSpPr>
            <p:sp>
              <p:nvSpPr>
                <p:cNvPr id="81" name=""/>
                <p:cNvSpPr/>
                <p:nvPr/>
              </p:nvSpPr>
              <p:spPr>
                <a:xfrm>
                  <a:off x="3122640" y="4195080"/>
                  <a:ext cx="371520" cy="456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ctr">
                  <a:noAutofit/>
                </a:bodyPr>
                <a:p>
                  <a:pPr algn="ctr"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0" lang="en-IN" sz="2400" spc="-1" strike="noStrike">
                      <a:solidFill>
                        <a:srgbClr val="000000"/>
                      </a:solidFill>
                      <a:latin typeface="Times New Roman"/>
                    </a:rPr>
                    <a:t>3</a:t>
                  </a:r>
                  <a:endParaRPr b="0" lang="en-IN" sz="2400" spc="-1" strike="noStrike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82" name=""/>
                <p:cNvSpPr/>
                <p:nvPr/>
              </p:nvSpPr>
              <p:spPr>
                <a:xfrm>
                  <a:off x="3122640" y="4195080"/>
                  <a:ext cx="371520" cy="4568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83" name=""/>
              <p:cNvGrpSpPr/>
              <p:nvPr/>
            </p:nvGrpSpPr>
            <p:grpSpPr>
              <a:xfrm>
                <a:off x="3494160" y="4195080"/>
                <a:ext cx="371520" cy="456840"/>
                <a:chOff x="3494160" y="4195080"/>
                <a:chExt cx="371520" cy="456840"/>
              </a:xfrm>
            </p:grpSpPr>
            <p:sp>
              <p:nvSpPr>
                <p:cNvPr id="84" name=""/>
                <p:cNvSpPr/>
                <p:nvPr/>
              </p:nvSpPr>
              <p:spPr>
                <a:xfrm>
                  <a:off x="3494160" y="4195080"/>
                  <a:ext cx="371520" cy="456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ctr">
                  <a:noAutofit/>
                </a:bodyPr>
                <a:p>
                  <a:pPr algn="ctr"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0" lang="en-IN" sz="2400" spc="-1" strike="noStrike">
                      <a:solidFill>
                        <a:srgbClr val="000000"/>
                      </a:solidFill>
                      <a:latin typeface="Times New Roman"/>
                    </a:rPr>
                    <a:t>4</a:t>
                  </a:r>
                  <a:endParaRPr b="0" lang="en-IN" sz="2400" spc="-1" strike="noStrike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85" name=""/>
                <p:cNvSpPr/>
                <p:nvPr/>
              </p:nvSpPr>
              <p:spPr>
                <a:xfrm>
                  <a:off x="3494160" y="4195080"/>
                  <a:ext cx="371520" cy="4568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86" name=""/>
              <p:cNvGrpSpPr/>
              <p:nvPr/>
            </p:nvGrpSpPr>
            <p:grpSpPr>
              <a:xfrm>
                <a:off x="3865680" y="4195080"/>
                <a:ext cx="371520" cy="456840"/>
                <a:chOff x="3865680" y="4195080"/>
                <a:chExt cx="371520" cy="456840"/>
              </a:xfrm>
            </p:grpSpPr>
            <p:sp>
              <p:nvSpPr>
                <p:cNvPr id="87" name=""/>
                <p:cNvSpPr/>
                <p:nvPr/>
              </p:nvSpPr>
              <p:spPr>
                <a:xfrm>
                  <a:off x="3865680" y="4195080"/>
                  <a:ext cx="371520" cy="456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ctr">
                  <a:noAutofit/>
                </a:bodyPr>
                <a:p>
                  <a:pPr algn="ctr"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0" lang="en-IN" sz="2400" spc="-1" strike="noStrike">
                      <a:solidFill>
                        <a:srgbClr val="000000"/>
                      </a:solidFill>
                      <a:latin typeface="Times New Roman"/>
                    </a:rPr>
                    <a:t>5</a:t>
                  </a:r>
                  <a:endParaRPr b="0" lang="en-IN" sz="2400" spc="-1" strike="noStrike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88" name=""/>
                <p:cNvSpPr/>
                <p:nvPr/>
              </p:nvSpPr>
              <p:spPr>
                <a:xfrm>
                  <a:off x="3865680" y="4195080"/>
                  <a:ext cx="371520" cy="4568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89" name=""/>
              <p:cNvGrpSpPr/>
              <p:nvPr/>
            </p:nvGrpSpPr>
            <p:grpSpPr>
              <a:xfrm>
                <a:off x="4237200" y="4195080"/>
                <a:ext cx="371520" cy="456840"/>
                <a:chOff x="4237200" y="4195080"/>
                <a:chExt cx="371520" cy="456840"/>
              </a:xfrm>
            </p:grpSpPr>
            <p:sp>
              <p:nvSpPr>
                <p:cNvPr id="90" name=""/>
                <p:cNvSpPr/>
                <p:nvPr/>
              </p:nvSpPr>
              <p:spPr>
                <a:xfrm>
                  <a:off x="4237200" y="4195080"/>
                  <a:ext cx="371520" cy="456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ctr">
                  <a:noAutofit/>
                </a:bodyPr>
                <a:p>
                  <a:pPr algn="ctr"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0" lang="en-IN" sz="2400" spc="-1" strike="noStrike">
                      <a:solidFill>
                        <a:srgbClr val="000000"/>
                      </a:solidFill>
                      <a:latin typeface="Times New Roman"/>
                    </a:rPr>
                    <a:t>6</a:t>
                  </a:r>
                  <a:endParaRPr b="0" lang="en-IN" sz="2400" spc="-1" strike="noStrike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91" name=""/>
                <p:cNvSpPr/>
                <p:nvPr/>
              </p:nvSpPr>
              <p:spPr>
                <a:xfrm>
                  <a:off x="4237200" y="4195080"/>
                  <a:ext cx="371520" cy="4568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92" name=""/>
              <p:cNvGrpSpPr/>
              <p:nvPr/>
            </p:nvGrpSpPr>
            <p:grpSpPr>
              <a:xfrm>
                <a:off x="4608720" y="4195080"/>
                <a:ext cx="1001520" cy="456840"/>
                <a:chOff x="4608720" y="4195080"/>
                <a:chExt cx="1001520" cy="456840"/>
              </a:xfrm>
            </p:grpSpPr>
            <p:sp>
              <p:nvSpPr>
                <p:cNvPr id="93" name=""/>
                <p:cNvSpPr/>
                <p:nvPr/>
              </p:nvSpPr>
              <p:spPr>
                <a:xfrm>
                  <a:off x="4608720" y="4195080"/>
                  <a:ext cx="1001520" cy="456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ctr">
                  <a:noAutofit/>
                </a:bodyPr>
                <a:p>
                  <a:pPr algn="ctr"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0" lang="en-IN" sz="2400" spc="-1" strike="noStrike">
                      <a:solidFill>
                        <a:srgbClr val="000000"/>
                      </a:solidFill>
                      <a:latin typeface="Times New Roman"/>
                    </a:rPr>
                    <a:t>7</a:t>
                  </a:r>
                  <a:endParaRPr b="0" lang="en-IN" sz="2400" spc="-1" strike="noStrike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94" name=""/>
                <p:cNvSpPr/>
                <p:nvPr/>
              </p:nvSpPr>
              <p:spPr>
                <a:xfrm>
                  <a:off x="4608720" y="4195080"/>
                  <a:ext cx="1001520" cy="4568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</p:grpSp>
        <p:sp>
          <p:nvSpPr>
            <p:cNvPr id="95" name=""/>
            <p:cNvSpPr/>
            <p:nvPr/>
          </p:nvSpPr>
          <p:spPr>
            <a:xfrm>
              <a:off x="1905120" y="3733920"/>
              <a:ext cx="3709800" cy="923760"/>
            </a:xfrm>
            <a:prstGeom prst="rect">
              <a:avLst/>
            </a:prstGeom>
            <a:noFill/>
            <a:ln w="9360">
              <a:solidFill>
                <a:srgbClr val="a0a0a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Administrator</cp:lastModifiedBy>
  <dcterms:modified xsi:type="dcterms:W3CDTF">2004-08-31T18:22:24Z</dcterms:modified>
  <cp:revision>7</cp:revision>
  <dc:subject/>
  <dc:title>PowerPoint Presentation</dc:title>
</cp:coreProperties>
</file>