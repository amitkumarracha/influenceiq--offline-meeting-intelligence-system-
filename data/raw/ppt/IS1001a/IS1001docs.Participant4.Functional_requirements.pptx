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986894-7A6B-46FF-805A-9F30225F531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2BC72A-E041-4312-9E9E-E03213F2E6E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4E5419-73C3-4422-BFF7-BFC451A2386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698A30B-E7FE-4C75-84F0-394591B3F4B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040F95-B623-4193-8A7B-89D7B72CBBF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0BD58BD-B694-43CD-AFD7-8B8B8F9A561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726F314-224C-43AA-9F93-E299FF2C84F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28230EF-F5F7-42A5-A1C2-AFEC4D9D8A7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3171152-6BAD-43A5-9FA2-C3D10EFAF39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5F54B65-EB36-487A-B2DE-AC9E234FFAA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014E1E2-3248-4308-83AF-8D0B8CDE490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D0D6C34-32C4-4066-B07C-E98583D3353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94668AD-CFDA-4811-8318-C86717E2862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F4ADD60-4E28-4A2C-A762-21B70B9C082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C647FDD-7B16-4E35-BF2C-BC26F1C72DD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3ACE43B-95B4-4EDB-BBF5-72800D3A96B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A532B9E-D541-461A-A180-63DD739875D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1FEE72F-90B7-486D-B4CD-1D4505BFF82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BB3F073-689B-45AA-80FC-8659A7133E2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97CC88E-A5CA-42B1-B342-27F18A29EEA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2F4C199-CF6F-42A0-9861-FB74D1B5D1A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EF727F4-EC2E-4833-806C-E6B70617B58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0339C27-4890-408C-8AC9-FDA9C50EFC9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267ED10-EE7A-4400-ACAF-8E060C5D8AC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EAE438B-5E2B-44CB-AD06-62A258BE378C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F39D5A6-0BAE-409A-A5D8-E83A45E9AE04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participant 4, Market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In our usability lab we observed the remote control use among 100 subjects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They also filled in a questionnaire.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4000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75% of users find most remote controls ugly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80% of users would spend more money when a remote control would look fancy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80% of users would spend more money when a remote control would look fancy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80% of users would spend more money when a remote control would look fancy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 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The biggest frustrations users expressed: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Remote controls are often lost somewhere in the room (50%)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It takes too much time to learn how to use a new remote control (34%)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Remote controls are bad for RSI (26%)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9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600" spc="-1" strike="noStrike">
                <a:solidFill>
                  <a:srgbClr val="ffffff"/>
                </a:solidFill>
                <a:latin typeface="Tahoma"/>
              </a:rPr>
              <a:t>Questions asked:</a:t>
            </a:r>
            <a:endParaRPr b="0" lang="en-IN" sz="36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Would you prefer an LCD screen on a multifunction remote control?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9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 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Would you pay more for speech recognition in a remote control?</a:t>
            </a:r>
            <a:r>
              <a:rPr b="1" lang="fr-CH" sz="36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6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9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6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9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6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ffffff"/>
                </a:solidFill>
                <a:latin typeface="Tahoma"/>
              </a:rPr>
              <a:t>Results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5" name="" descr=""/>
          <p:cNvPicPr/>
          <p:nvPr/>
        </p:nvPicPr>
        <p:blipFill>
          <a:blip r:embed="rId1"/>
          <a:stretch/>
        </p:blipFill>
        <p:spPr>
          <a:xfrm>
            <a:off x="1116000" y="2637000"/>
            <a:ext cx="5667480" cy="3105000"/>
          </a:xfrm>
          <a:prstGeom prst="rect">
            <a:avLst/>
          </a:prstGeom>
          <a:ln w="0">
            <a:noFill/>
          </a:ln>
        </p:spPr>
      </p:pic>
      <p:pic>
        <p:nvPicPr>
          <p:cNvPr id="106" name="" descr=""/>
          <p:cNvPicPr/>
          <p:nvPr/>
        </p:nvPicPr>
        <p:blipFill>
          <a:blip r:embed="rId2"/>
          <a:stretch/>
        </p:blipFill>
        <p:spPr>
          <a:xfrm>
            <a:off x="1838160" y="2395440"/>
            <a:ext cx="5467680" cy="2933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Lightening in the dark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Not too many buttons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A way to find it easily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portable</cp:lastModifiedBy>
  <dcterms:modified xsi:type="dcterms:W3CDTF">2004-11-09T16:16:42Z</dcterms:modified>
  <cp:revision>15</cp:revision>
  <dc:subject/>
  <dc:title>PowerPoint Presentation</dc:title>
</cp:coreProperties>
</file>