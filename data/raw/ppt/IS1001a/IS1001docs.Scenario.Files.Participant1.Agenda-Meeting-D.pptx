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565C83-AD16-4F35-BB2D-65AC81BECB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67B291-105C-4D9D-83B1-89BB35A4F3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5D2567-C972-4FFE-9EE7-8BC5E21A5F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3DB8EE-81E5-4784-8D01-C2430C1469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7896CC-DF73-4954-9A0D-394791D332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EAA1A7-375B-40F5-8952-653CF96F02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5E6F0C-ECB6-4C2E-A105-2A9961EB31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76BFD7-8761-49B5-AE59-12C533A757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786434-38DE-4A31-9238-0C4B1D3EB4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6425A5-0F73-4A54-B5FC-BD46CE0DB6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A86FD8-7CB7-457F-9E17-7F34830904C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0683F4-0F3B-4F26-89C8-202C671DA6D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90CA34-2ED4-4351-AD43-A3B579B7BF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7F145F-C853-4265-B26A-764423EED6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57CB88-B4C8-4055-A204-2098156A84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8C93B0-1D91-4AD1-8849-775A4977B2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8C1469-6BC8-4945-BBF2-3BFE1FC819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03110B-861D-424A-9289-5654D4EE40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38F826-3736-4F90-87C7-A193F4FCB9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EA3867-3AFD-4EA2-9C5E-FF7683314E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CAB578-DCDE-4997-80E3-013AA16EE6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DCA78C-1F34-43E1-98CF-D3A1C18029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2F848D-318E-4CB9-99A6-B4DD7AEE307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EEA3FB-2E75-47B3-A0AF-326BD93D7B3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F51D3F5-2D33-4877-85B4-C9F452798E9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70B975-4188-45D1-940E-EB1201959E0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Production costs: 10.7 euros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Lower than 12.50 euro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Financial aspect: ok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What about project evaluation 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2004-11-09T19:41:39Z</dcterms:modified>
  <cp:revision>19</cp:revision>
  <dc:subject/>
  <dc:title>PowerPoint Presentation</dc:title>
</cp:coreProperties>
</file>