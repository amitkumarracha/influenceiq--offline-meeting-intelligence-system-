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D99F47-C0C4-4C11-BC13-6E8488CD47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6C9048-94A3-43D6-B686-68796599F4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B472B0-6504-4700-AEEE-7FAFE025DC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E9B246-DAB9-4C8F-8EF6-3CD8C50C65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624E01-3B0C-450C-91BE-762FD5BBEC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6687B8-63D2-48AD-809C-18E74CE12F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A434A4-6D25-4566-9F81-7830A26CFC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C15FC-1EF8-4AA3-8ADB-4C903FB6D4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FFEE04-B425-4EC7-8D52-7C988B1278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799533-5703-4053-8368-6844DE5E3A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1DEDAC-DEB4-47C4-887E-E79B90F989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0FC1B9-E693-4083-A30B-0258213ACB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DE6191-50B9-4389-9DFB-182BCB1DBF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1E508-36B8-4210-984E-34310241E8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EFABD3-962C-4650-8F2A-B22CF26841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BB6BE9-AFD1-4171-B7E8-EE8DD8F806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F4210E-FEFA-4F5F-B058-3557A13DB9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8AF7FE-A8FD-41EA-B3A4-23871D3AFD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337AF3-AF5A-40BA-9EFC-CE472A202A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6BD021-EA5E-46B8-8D48-4522B208D1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9893B2-56FA-434B-81FC-04DCF48077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784E99-581F-4DF6-B1D4-EB73717000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E68C92-4FD4-49D4-8207-425C1A286B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6B0D18-A4E1-467B-A440-17380AD101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FE0AA7-22F3-458A-B934-03AFBD2196C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A0A769-1CB0-487D-AF55-62CED9F5C3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