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CB1719B-AD2E-4506-BDFD-7843CB0D3FC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F34668A-841B-4CB3-8FD9-FC68396BC97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CEB9177-EF86-448B-A7F5-0D353487459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F5EBF78-2530-41C4-9465-2DBD5371C2E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EDDA18D-5591-4011-9ECA-2AE4561D533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4E6D246-5B99-4E3F-A4E5-F34493DBB38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8E2F9D3-3333-4E1C-8368-2CE166BF615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7925120-966F-4A85-9779-40BC283F36E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136436-7DBA-431A-A92B-1EB3E4E8FB3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0004498-EFBC-44D1-8AFB-B76C96B9EB6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4BB986A-5CB4-4E60-89FE-16DA97EC7E4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6EB6A7-F417-4577-AAAD-7A41E3D3E50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D755CA6-45E5-4845-BDB6-FB58AAEF9D9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8E8ED21-D852-4DC8-9F10-497B6552DCE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356F74E-920C-4CAC-B669-03EAD675AF5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BD611CB-AC84-44DD-8C83-C2044043734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28F8F04-A4FF-45FD-A57D-22CA483FD13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3A67839-BEE6-48B6-A837-5B2FDB0011B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28CDAE9-87DC-444A-AAF2-8CD020E1E0C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92D8F74-0C05-4535-8575-AD7E494B2BD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E54E191-DA6E-46C5-945F-AE95F1B1718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7B99FB9-5B8F-46FA-A960-95EBA2DD3C4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E37EF49-FFB9-470D-B80E-3264C5FC625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94F8534-2E28-49E5-8201-79F6EFDC29C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E34953E-6587-446A-9ECE-060038B73253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8A42988-67E0-49AB-9182-E29199FFF2C2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&lt;BenZeghiba&gt;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Now: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PM: puts minutes in Project Documents folder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2004-12-06T16:08:55Z</dcterms:modified>
  <cp:revision>19</cp:revision>
  <dc:subject/>
  <dc:title>PowerPoint Presentation</dc:title>
</cp:coreProperties>
</file>