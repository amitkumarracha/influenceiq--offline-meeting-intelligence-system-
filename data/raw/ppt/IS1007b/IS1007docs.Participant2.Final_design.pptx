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FC2E81-CB44-4929-A8A3-676FF15091B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DC542C-585F-40E0-AB2C-C8D3D74E200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3475F5-4887-488F-B246-7D832D111AB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975445-E594-4BC5-8812-414BCE4F09C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1650FC-3690-4C1E-890F-9CF05ED4382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08EDE6-BCD0-4404-96B3-86BDBF12E44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8AC3529-A93B-4E6F-BF7D-A3FB92925EA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4F2B58-DE37-4926-8228-4FFE55297F3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C72B70-EAFC-4D25-B82F-F6435C84EB4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3B8E6FB-8C29-4FC6-A731-C1BD77F198F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E6D857-EC6D-4CD3-BA46-5CE5DCBE0EF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246B12-F207-4D24-8A3B-EB9A69A731D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D4454B4-91C3-4633-B3DA-444DFFFD55A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66E1B15-EB4F-4FFF-9389-8DB2D3CC2D7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81C9743-A955-4EB7-AB53-CAEFB09FE52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4F1BC62-7FE7-487C-8814-FBB4FEB14BE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EB4206B-A20C-4307-BB3D-5A4AF914E19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1D2A77F-3B2F-441D-BEC8-DE8E052D694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65A7594-1C05-4940-97D9-B6854320C97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856201A-A157-4C21-A19B-9E6BB3D0F2A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C1826F6-5246-412B-BA4F-C8A4FD92BD5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0221285-1998-43A2-AF68-84D82FE3B85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0131C07-0EA1-462C-A11D-4CA3FB91B0A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C0F7CDC-EB00-4EA3-B5F9-569DDEEB14B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930755C-7790-4D57-B2DB-7007A072D218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1D1E0EC-73BF-4923-99FB-77565A9808D6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Product Prototypes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Norman and Guillaume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Final Product Design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Two versions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With LCDs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Without LCDs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Both comes with: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charger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Detachable (add-on) parental control module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Detachable big buttons (for old people)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Tahoma"/>
              </a:rPr>
              <a:t>Other important features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4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Detachable (add-on) speech recognizer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Security feature (robust to mishandlings; for kids)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Endurable battery life (high autonomy)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Robust-to-misplacement reminder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User-programmable channels and vocabulary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Pre-filtering of TV programs by genre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Cheap-to-produce and –manufacture materials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Light-weight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Fancy design and colors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Demonstration of prototypes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2004-12-06T19:38:40Z</dcterms:modified>
  <cp:revision>18</cp:revision>
  <dc:subject/>
  <dc:title>PowerPoint Presentation</dc:title>
</cp:coreProperties>
</file>