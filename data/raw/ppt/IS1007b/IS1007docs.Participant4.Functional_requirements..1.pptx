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EF5D35-52BC-4586-838C-A9775678D65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6D7D11-4368-4D22-9390-45CF59E695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F47591-7630-4FD0-9D17-FAEE762FB7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1AB7EA-BD7D-4487-A285-AD7233BCEF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6420C5-F730-49B2-9CA2-2096F15ED3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FDE94F-7F62-4520-AEC7-50B878EBD5C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66695A-2F00-493A-AC6A-2189F2B8D8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9E9BC0-94BD-4367-A31E-E487656983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9D382E-4931-482D-8F1F-D14AEE3594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0D4FC4-9075-49BB-AB45-109D641E73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3095F2-2BCF-438A-8262-25C6A69FF08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85BE6C-BD6D-4400-B64F-2CDBC0D815E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79CDF2-B620-434F-B1FE-94C44D27E2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5B1FEA-7788-488A-A8F4-6119F8E4C0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1FC9DD-B9D8-4592-AC74-27477F40AE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33C3FA-D24D-45C8-955A-912F84AA30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2386AC-C4F6-463A-81D1-1B5816883D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C53E90-3AF0-4D23-9EC6-25C5F56708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E36F47-8999-47CB-AA63-9012879162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160FCF-1EC9-4873-864D-D786D954E4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CDC114-C93B-4FCF-B474-D4498804B0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6BF29D-826A-407E-8037-798B0C2DBD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84EFE7-1BBF-4093-AE7A-B5DBB4AEC0B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466FB6-7353-498D-A6D1-329F011BF3D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A60D8E3-9A7C-4CE8-95D5-AB8327AC94D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EC32ACC-2C3F-4AEA-A636-FD6605C16B3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Maganti HariKrishna,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Find most interesting features the users would like to have.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Get feedback from the users by providing feedback forms in magazines, journals,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Speech Interface adds up the value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Slim design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Less expensive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Teletext for various languages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Speech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Teletext option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Lighting Adaptive option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Task Remainder display option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2004-12-06T15:59:31Z</dcterms:modified>
  <cp:revision>14</cp:revision>
  <dc:subject/>
  <dc:title>PowerPoint Presentation</dc:title>
</cp:coreProperties>
</file>