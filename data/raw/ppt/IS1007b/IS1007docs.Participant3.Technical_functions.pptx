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568669-7E7F-4E43-9964-65BBB96B79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08E6D0-CEBA-459C-8346-EDE369990C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6BDDB6-1CB7-40D5-8D2D-886FD3ACBA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4606CD-8B8D-4F91-937F-91EE1F6C1D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AF04CD-E6FC-4CFB-9A2B-1FFE89CA70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527F1D-8B34-40D1-A27B-506567D9EC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5FDBD-8B4E-41CE-83BD-1F1ED2A340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96856B-8D4A-4AC1-BDA5-EAC94D6D4D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2CA41A-69D2-41BA-BD2F-0DF5F141B3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F1E0AD-D0E7-4853-9133-F7F2E0D2D5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4D599F-BFD2-47AB-8DA4-A7E41F8E37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216D82-1541-4045-99EA-24E90EEA3E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9C5236-0A8F-4D48-B282-AAC8B2280C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ADD171-E546-4D64-BF79-10291F2600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F0F404-5347-4F71-884C-4AD150792D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BE1E0C-9983-4990-8FC1-32B19FE44D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C0ABDB-34B6-4F1F-8CF8-37A0DC1D10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FFA772-B279-43AD-B30E-2D3350D6CD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8E2D64-58E8-4A6F-B550-B811E777AF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B70029-AE85-4B99-8135-128208FBA0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BA962E-0A0C-4F49-A10A-3AF761377B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204F8A-DAE3-4C89-A4E8-5279A5275A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80EB7A-09D2-4A52-B982-9294C7FA531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BC5281-CDBE-4EEE-9606-3B7837A267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2F4278-44F8-4DF8-9F61-A91E0B3B5E3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C806108-FC3C-4611-BCE9-F960BEDEC98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Norman Poh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effect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should the apparatus have 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basically to send messages to the television set. Example messages are: "switch on", "switch off", "switch to next channel", "switch to channel 9", "turn volume up", etc. The followings are two examples of a remote control interface through which the functions are fulfilled.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1692360" y="1125360"/>
            <a:ext cx="1339920" cy="452628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5867280" y="981000"/>
            <a:ext cx="133992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Problems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577044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Too many buttons; complex user manual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6343560" y="1600200"/>
            <a:ext cx="647640" cy="218592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7308720" y="1628640"/>
            <a:ext cx="648000" cy="218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Proposal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Easy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Navigate on TV screen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Pre-filter users’ preference by program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Having the TV connected to the Internet to access XML plus some preprocessing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KIV: speech recognition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6343560" y="1600200"/>
            <a:ext cx="647640" cy="218592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2"/>
          <a:stretch/>
        </p:blipFill>
        <p:spPr>
          <a:xfrm>
            <a:off x="7093080" y="1628640"/>
            <a:ext cx="647640" cy="218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2627280" y="-485640"/>
            <a:ext cx="2982960" cy="10080360"/>
          </a:xfrm>
          <a:prstGeom prst="rect">
            <a:avLst/>
          </a:prstGeom>
          <a:ln w="0">
            <a:noFill/>
          </a:ln>
        </p:spPr>
      </p:pic>
      <p:sp>
        <p:nvSpPr>
          <p:cNvPr id="112" name=""/>
          <p:cNvSpPr/>
          <p:nvPr/>
        </p:nvSpPr>
        <p:spPr>
          <a:xfrm>
            <a:off x="2268360" y="-819000"/>
            <a:ext cx="3527640" cy="3500280"/>
          </a:xfrm>
          <a:prstGeom prst="rect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2268360" y="5273640"/>
            <a:ext cx="3527640" cy="3500640"/>
          </a:xfrm>
          <a:prstGeom prst="rect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 simple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5" name=""/>
          <p:cNvSpPr/>
          <p:nvPr/>
        </p:nvSpPr>
        <p:spPr>
          <a:xfrm>
            <a:off x="1979640" y="6135840"/>
            <a:ext cx="4032360" cy="3500280"/>
          </a:xfrm>
          <a:prstGeom prst="rect">
            <a:avLst/>
          </a:prstGeom>
          <a:solidFill>
            <a:srgbClr val="ff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2125440" y="1557360"/>
            <a:ext cx="469620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Keep the navigation buttons!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2004-12-06T16:07:45Z</dcterms:modified>
  <cp:revision>11</cp:revision>
  <dc:subject/>
  <dc:title>PowerPoint Presentation</dc:title>
</cp:coreProperties>
</file>