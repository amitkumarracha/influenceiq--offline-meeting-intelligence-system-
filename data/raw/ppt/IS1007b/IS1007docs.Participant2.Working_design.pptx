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EBAA05-E55D-4F17-8703-A79788683F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071ACE-7389-450B-AA33-A226768EE0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C9424A-7820-4290-9064-3FA6E575F0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87688A-6A5A-4EF2-9CDF-4247176A9D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717CF1-96A3-4654-B342-D17E2104D2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45AAFD-B4FD-4518-9627-7CF3EBEA54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D00D4D-DD3E-4FB0-B5AA-A32CD5AB79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CEC2E1-20CB-45E1-A947-DED059E6CF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BC16E3-2180-4670-8785-6505060D03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63697B-D7C9-4064-9E7D-EF2F51E1F2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EDD705-C9FE-498A-92EB-480A40FCA8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4906B2-4CBF-4168-B683-BBCD073A30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16E083-7A6D-4117-8442-807430CC12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3555C3-397C-47B6-BF72-4A3F3E32A4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B77066-2B67-4155-BCAB-8CBC5597A6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EE473D-D865-4726-9487-863F098E13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BD14DC-4727-4DDB-AEC5-4523EA772A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3BBDE5-2B0E-4044-81FD-9D13B11E54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90FE85-184C-4CCF-B20F-55EB270CA6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822F99-AE27-4FA9-A2AF-760B97C053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73FD87-323B-47F0-8069-688F645E0D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4A84B1-FB2B-48D9-ABCB-DCC75197CC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F20227-8AE1-47F0-95A2-6CE619949F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252EEB-44DD-47AB-80AB-327D53A887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9C07CB-B0BB-477D-8E92-D756DCA0A4B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9D03AD8-B9FF-48B0-B597-0DAE234F651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Guillaume,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Define the hardware material needed to achieve the required functionalities.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Build prototype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Add software functionalities (e.g. browse by content, remember favorites, …)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628280"/>
            <a:ext cx="8229600" cy="381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 used for alimentation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 for software functionalities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 for communication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Communication through infrared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"/>
          <p:cNvSpPr/>
          <p:nvPr/>
        </p:nvSpPr>
        <p:spPr>
          <a:xfrm>
            <a:off x="5724360" y="292428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468360" y="155736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691240" y="350208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4035600" y="24210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4106880" y="3573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 flipV="1">
            <a:off x="4467240" y="2997360"/>
            <a:ext cx="144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7" name=""/>
          <p:cNvGrpSpPr/>
          <p:nvPr/>
        </p:nvGrpSpPr>
        <p:grpSpPr>
          <a:xfrm>
            <a:off x="4754520" y="3614760"/>
            <a:ext cx="954000" cy="174600"/>
            <a:chOff x="4754520" y="3614760"/>
            <a:chExt cx="954000" cy="174600"/>
          </a:xfrm>
        </p:grpSpPr>
        <p:sp>
          <p:nvSpPr>
            <p:cNvPr id="108" name=""/>
            <p:cNvSpPr/>
            <p:nvPr/>
          </p:nvSpPr>
          <p:spPr>
            <a:xfrm>
              <a:off x="4754520" y="378756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5132160" y="361476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5378400" y="378936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1" name=""/>
          <p:cNvGrpSpPr/>
          <p:nvPr/>
        </p:nvGrpSpPr>
        <p:grpSpPr>
          <a:xfrm>
            <a:off x="3387600" y="3573360"/>
            <a:ext cx="673200" cy="665280"/>
            <a:chOff x="3387600" y="3573360"/>
            <a:chExt cx="673200" cy="665280"/>
          </a:xfrm>
        </p:grpSpPr>
        <p:sp>
          <p:nvSpPr>
            <p:cNvPr id="112" name=""/>
            <p:cNvSpPr/>
            <p:nvPr/>
          </p:nvSpPr>
          <p:spPr>
            <a:xfrm>
              <a:off x="3638520" y="357336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3827520" y="372420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3387600" y="391788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"/>
            <p:cNvSpPr/>
            <p:nvPr/>
          </p:nvSpPr>
          <p:spPr>
            <a:xfrm>
              <a:off x="3826080" y="390348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6" name=""/>
          <p:cNvSpPr/>
          <p:nvPr/>
        </p:nvSpPr>
        <p:spPr>
          <a:xfrm>
            <a:off x="2522520" y="364644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Battery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979640" y="1989000"/>
            <a:ext cx="4968720" cy="2735280"/>
          </a:xfrm>
          <a:prstGeom prst="rect">
            <a:avLst/>
          </a:prstGeom>
          <a:noFill/>
          <a:ln w="255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FPGA for functionalities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Bluetooth for communications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2004-12-06T16:10:39Z</dcterms:modified>
  <cp:revision>14</cp:revision>
  <dc:subject/>
  <dc:title>PowerPoint Presentation</dc:title>
</cp:coreProperties>
</file>