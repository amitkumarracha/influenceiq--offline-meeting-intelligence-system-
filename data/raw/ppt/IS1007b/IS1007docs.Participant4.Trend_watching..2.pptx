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A817119-D10F-42EC-A2B9-0696BF88647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5A49170-EA24-4521-B6CE-E49ACD62289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3EBF134-370E-49CD-90B2-F4D60DD251E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5A991B7-4CBA-4A56-8ADD-EACBB0158A0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1D1A3FF-3F8B-4AA2-BA59-2FFEC2A67BD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11648E4-5B70-43FC-ABAE-9DEBBA5451B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CAF3C9D-4DD4-4CA1-9F53-ADE6FF87C46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4CFA465-1991-423D-B037-90B258E9A8A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F4B51FA-DECF-44CC-B547-333E96079D2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B30FC8E-2BE1-4450-9AB1-1C4FD1F7465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4BD0513-BC53-4C36-8DC2-99EDCE367AB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361A5D3-B044-4B14-BC3E-051BB8CC953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321B010-5692-4292-ADD6-70C6A06E3FE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B2F825F-170B-40EF-AAC3-AD9983F22EB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00DF4F9-7259-4876-BF87-ABDE4851314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7DF3723-8DE6-49C8-94E8-C0D32FD87F9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845E6C8-AD69-452F-9500-0876C444875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2D5FBB4-E57C-467F-ABDD-DDF4C13998A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1A2F456-F080-4405-BB46-32005967405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A22B969-348B-493D-BE44-7825147E7D6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2BB5DDE-BFEB-48EA-B1B1-39B62213956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83617C8-A1D5-46DF-90A8-0E21DF57384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B8D799C-490B-4A2C-A0A0-749F926B510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E00AA9A-C0E1-4945-8CF8-FFC61E198B4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CE1AA5C-A7B1-4F67-974E-AB6557D2C25D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33FA7BA-3987-4CC0-B1A1-A2D9B3647C5D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Trend Watching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Maganti Hari Krishna ,Marketing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Responses from the questionnaires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Prizes for the most creative suggestions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4000"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75% of users find most remote controls ugly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80% of users would spend more money when a remote control would look fancy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Current remote controls do not match well the operating behavior of the user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75% of users said they zap a lot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50% of users say they only use 10% of the buttons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000" spc="-1" strike="noStrike">
                <a:solidFill>
                  <a:srgbClr val="ffffff"/>
                </a:solidFill>
                <a:latin typeface="Tahoma"/>
              </a:rPr>
              <a:t>Frustations-Present Remote Controls</a:t>
            </a:r>
            <a:endParaRPr b="0" lang="en-IN" sz="40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Remote controls are often lost somewhere in the room (50%)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It takes too much time to learn how to use a new remote control (34%)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LCD on remote controls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Speech Recognition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Button on charger to find the remote control (or Voice command)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Fancy look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2004-12-06T18:12:59Z</dcterms:modified>
  <cp:revision>8</cp:revision>
  <dc:subject/>
  <dc:title>PowerPoint Presentation</dc:title>
</cp:coreProperties>
</file>