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D89AB2-8455-4103-A120-922740E51A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EE905F-29D2-412C-B560-BC709BDFD2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FB1F08-57E3-46A7-9E47-483DAFEC3F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D56443-6032-471F-BC98-21B17EA075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605943-5AC5-453D-A04B-BC69CAD4E2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30C7C1-EDE1-48BE-9A60-CDE45E1A4B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077069-2BFA-43AD-B22C-E9CBE8246D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AE99D2-4DA4-4A92-8DEF-3B14B1CC5D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9261B5-050B-4560-87D1-1984E52369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830B48-DC43-4C49-ABE5-7940765EB1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B33CFC-47DB-471D-A576-106155DC11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5911BA-7530-477F-BC05-328D663568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863957-6D4E-4CD9-B84E-E667E99F96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5E0D2E-145A-4945-AEE6-C3B9180A56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2676D3-F6F4-4581-A8F7-76033DA36B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747556-ACF4-45FA-9E51-53FF3BA9AD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6E45B0-D3B4-485D-8186-7FACBA4094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B862D3-360D-4283-BACF-166DEEF52F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E31FAA-703F-43B8-81FB-72610161BE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CE58BA-77D4-4905-BF2F-F4A7E06645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69B6A3-7641-4607-A4D9-153629C398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A9922D-FA99-4E01-8C06-FC22E030A3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FB0130-054B-4A69-B14E-9CC1270A725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61F47F-7ED9-4BA9-B47B-5006022077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DF90FA-D828-44C0-9136-A677FA4C8F0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56B48B-3850-48A4-95FC-C0F3E0935A0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Norman Poh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User interface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- The aspects of a computer system or program which can be seen (or heard or otherwise perceived ) by the human user , and the commands and mechanisms the user uses to control its operation and input data . </a:t>
            </a:r>
            <a:br>
              <a:rPr sz="2800"/>
            </a:b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 graphical user interface emphasizes the use of pictures for output and a pointing device such as a mouse for input and control whereas a command line interface requires the user to type textual commands and input at a keyboard and produces a single stream of text as output 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some examples of remote controls: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826920" y="1341360"/>
            <a:ext cx="7286760" cy="321012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10920" y="4868640"/>
            <a:ext cx="7643880" cy="82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Tahoma"/>
              </a:rPr>
              <a:t>The interface exists of a clutter of button functions, colors, and forms. This inconsistent use of interface is confusing and doesn't improve the use of the product. 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Voice recognition: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Control multiple devices and surf your favorite channels with your voice! Stores Up to 80 speech samples, Controls 4 Devices -TV, Cable/Satellite, VCR/DVD &amp; Audio. Record your own verbal labels that is connected to a remote control function. 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5580000" y="2133720"/>
            <a:ext cx="1811520" cy="347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A spinning wheel with LC display: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3457440" y="1957320"/>
            <a:ext cx="2229120" cy="381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3106800" cy="45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A scroll button with integrated push button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500720" y="907920"/>
            <a:ext cx="36129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Child Friendly design and ease-of-operation ensures kids will love using their own remote!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Supports TV's, TV/VCR, Analog and Digital Cable, DirecTV, Dish, TiVo, ReplayTV and Ultimate TV.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More features and options.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857680" y="1971720"/>
            <a:ext cx="3429000" cy="378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Big Button, Oversized TV Remote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3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132000" y="1557360"/>
            <a:ext cx="3103560" cy="430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Turn down the TV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2771640" y="1844640"/>
            <a:ext cx="2776680" cy="312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Summary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Big buttons are convenient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 helps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Push buttons, scroll buttons, spinning wheels as navigation tools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User-customizable (kids, old people, etc)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Simplicity is the key!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2004-12-06T18:18:45Z</dcterms:modified>
  <cp:revision>10</cp:revision>
  <dc:subject/>
  <dc:title>PowerPoint Presentation</dc:title>
</cp:coreProperties>
</file>