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76FE976-D58D-4937-96D8-9FEC806F8ED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F28E54D-3AF0-402E-8BC5-79BF54D4015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CBE11D1-397E-45FE-AA1A-4F680B42B6F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32DF4DC-7D1D-4745-84C5-38FB7AC4671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DE3603E-6AB0-4500-83A1-C78012308D5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104064F-721A-45E8-A12B-135CDB3CA1A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F640451-C9A4-42F2-8522-25DAC2F2002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E1483D5-996B-4D89-B3F5-7150F4A10EF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E6EF13-FD4E-4B20-9638-F458BBD9B5F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E8EC2F-93DC-4C12-8317-28A9F40CCD9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4D9F18-E8D7-4A79-9ABC-CB3194A8096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79BBA28-690F-4677-AB59-CBADB5DDC08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72F1895-8502-4264-BD34-051B3798584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3E1181C-4D0F-4467-81B2-A86F3252AC9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759DD20-2590-4D4E-B9F2-598EB9BCC1D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E40D819-46B1-4C15-AD7D-28DE4482447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B7DCA07-C204-46B6-8863-05089A81CE0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267F764-C452-43A7-B61B-F28530326C2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717C33B-3F2B-43C5-931D-01BC8D68151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2D1D92B-7621-4E0F-BC34-DFB71C59ED1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9BFC897-E7E1-437F-A4E7-CC82C51D7AC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B9E870F-F1EE-46BE-8501-4283506D575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C9C0C6E-00B2-4FFF-A01B-C6F261262DB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EE17D44-7486-4934-9048-84B16AF83C3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5AFB663-9DC4-4E8C-B4FE-0E554DD44A29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694E248-851B-4820-8F3D-280BF2F1DBAD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Product Prototypes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Norman and Guillaume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Final Product Design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Two versions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With LCDs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Without LCDs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Both comes with: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charger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Detachable (add-on) parental control module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Detachable big buttons (for old people)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Other important features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Detachable (add-on) speech recognizer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Security feature (robust to mishandlings; for kids)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Endurable battery life (high autonomy)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Robust-to-misplacement reminder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User-programmable channels and vocabulary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Pre-filtering of TV programs by genre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Cheap-to-produce and –manufacture materials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Light-weight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Fancy design and colors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Speech recognition feature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Demonstration of prototypes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Comments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2004-12-13T18:34:59Z</dcterms:modified>
  <cp:revision>19</cp:revision>
  <dc:subject/>
  <dc:title>PowerPoint Presentation</dc:title>
</cp:coreProperties>
</file>