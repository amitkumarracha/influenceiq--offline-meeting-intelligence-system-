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9122DF-3D12-43B0-9896-9B2168BC7B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0079A0-A1C4-4EB5-A743-24381E0134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F2B6C-1214-4674-8AB5-0A79C900FD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F53EF-ACED-4372-89A2-02E912E718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F1CFA-3F2F-4AE1-983F-7C41B41D3C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7B0A9D-3CA5-48A6-BE23-B42AD0957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76F180-FE2D-48BB-8CC0-957975A395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954BD-CD84-4FD0-A24E-B70E7D4C5F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93C34-7CA2-444E-94AD-1AE873BFBD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AFAED4-A23D-4428-933A-9A9367ED9B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8388FA-3BD8-4165-B219-44A7816C5E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5664A6-25DA-4CEB-AA31-1041E8A0718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2B91E9-D798-47AB-AC7B-C21EB36205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6AFC0E-5EE7-4944-9B7A-4061ADDDAC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897883-5FA0-4387-8924-7FA29E91F1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AA26E-0855-4072-9A5F-06751C2D86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2AECDD-3CD4-4DAE-856E-6969AD99D5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40B5AF-8150-4675-A198-A260E325FB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571423-5594-4381-8984-A269B1628F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979810-FB73-4D27-91C6-8B02E29301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79AC76-D0A2-4A5E-80DC-A560E2679D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077A94-5422-4A59-917C-727615697F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5CE66-69F0-46E6-B469-BD4E40FDD7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5901AE-A913-4FEA-BB9E-5C228E8235F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3E8B3C-EB28-44B8-AFD7-1CF7EAD166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4AE8E0-1D78-47A1-8718-5279ED59542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Review of existing material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energy sources: solar, hand dynamo,…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case material: wood, rubber, titanium,…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interface: buttons, scrolls,…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kinetic or basic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single-curved,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Interface: rubber buttons (cheaper)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Electronic: regular chip (cheaper)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Rubber buttons are sufficient for our purposes (navigation). Moreover, only regular chip are necessary when using simple buttons (cheaper).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case: trendy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Is the kinetic method sufficient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2004-12-06T18:20:07Z</dcterms:modified>
  <cp:revision>11</cp:revision>
  <dc:subject/>
  <dc:title>PowerPoint Presentation</dc:title>
</cp:coreProperties>
</file>