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383BA3-A5B4-4CEA-8CA3-5DA86B56E2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54BFB2-60C6-4C48-BDC8-3E9893104B6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E26BFF-EBB6-4004-B69E-3AF03AFEBF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E39DD0-3613-4148-9246-E1A52468D17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61BDE3-C9F8-40B5-82D0-57C2B21F1F6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5966BF-D988-4342-949B-916EB4231E2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57B81F-A3D6-44AC-A154-BBFCA0E05AC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CB0433-7A4E-4E6E-9256-352E7B1558B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1C50B3-F7DD-4369-83D5-D879C23FAC8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E2E576-1548-425C-B98A-5F0D64D47C9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BA6B93-ECF3-43BB-92D2-61C4BC1B7AD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31A9C9-4AF7-4A3A-A6B0-1ED6C3AC385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228BA4-E1E2-45CD-A355-EE68FD1B6F4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FB5EA6-6966-481C-8724-B46B2BC15EF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9F0903-6790-49D8-9826-7B7F006CF2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D4E382-4417-4368-A26F-28540C3DA36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5B008F-665B-4164-B0F1-4C6DD0BD8B0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6626D8-4ADE-464A-9ACF-9D5F4D64CD6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7B2B20-7E2D-4B44-86D0-A7770F722D8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D935FD-E161-4EAC-A397-00451DAE3A1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DF6BD3-69C6-44A0-AC3E-135CAEE25BB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A43E3B-AC56-4248-93C6-B8F186F82FE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88C78A-ED23-4D94-887E-6BD558AEEF5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287E9C-390C-40CB-B4C3-3965919BB54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5825614-15C2-42EB-B3E1-6207C25AF07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7B6B88E-2F38-40E0-8B60-6E9C09B90D9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Maganti HariKrishna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Recent investigation of the remote control market shows the following.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The most important aspect for remote controls happens to be a fancy look-and-feel, instead of the current functional look-and-feel. This aspect is twice as important as the second aspect.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The second most important aspect is that a remote control should be technological innovative. In turn, this aspect is twice as important as the next aspect.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The third most important aspect is that the remote control should be easy-to-use.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4400" spc="-1" strike="noStrike">
                <a:solidFill>
                  <a:srgbClr val="ffffff"/>
                </a:solidFill>
                <a:latin typeface="Tahoma"/>
              </a:rPr>
              <a:t>Recent Fashion Update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Fashion watchers in Paris and Milan have detected the following trends.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- This year, </a:t>
            </a:r>
            <a:r>
              <a:rPr b="0" i="1" lang="fr-CH" sz="3200" spc="-1" strike="noStrike">
                <a:solidFill>
                  <a:srgbClr val="ffffff"/>
                </a:solidFill>
                <a:latin typeface="Tahoma"/>
              </a:rPr>
              <a:t>fruit &amp; vegetables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will be the most important theme for cloths, shoes, and furniture.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CH" sz="3200" spc="-1" strike="noStrike">
                <a:solidFill>
                  <a:srgbClr val="ffffff"/>
                </a:solidFill>
                <a:latin typeface="Tahoma"/>
              </a:rPr>
              <a:t>-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Also in contrast to last year, the feel of material is expected to be </a:t>
            </a:r>
            <a:r>
              <a:rPr b="0" i="1" lang="fr-CH" sz="3200" spc="-1" strike="noStrike">
                <a:solidFill>
                  <a:srgbClr val="ffffff"/>
                </a:solidFill>
                <a:latin typeface="Tahoma"/>
              </a:rPr>
              <a:t>spongy.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2004-12-06T19:38:24Z</dcterms:modified>
  <cp:revision>13</cp:revision>
  <dc:subject/>
  <dc:title>PowerPoint Presentation</dc:title>
</cp:coreProperties>
</file>