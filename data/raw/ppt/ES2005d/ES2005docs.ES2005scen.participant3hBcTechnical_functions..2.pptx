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BF1101-7E9C-43EA-B90E-B060F7FCD0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3E1C77-9D07-46AC-BB8C-496F874A42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C9CB96-3A3F-42F0-9A03-3620A7FA6A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32D6B2-61FD-48CD-BED7-4D88ACAF4E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BACD61-E239-4585-9595-7215DA7304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1BC599-6AF2-42E3-9DF4-B1D2A66802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3BAACE-787E-4056-A6B3-C9B162A7E4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4FD235-4C55-4342-9E0F-31B2452A70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5617C3-E4EA-44FE-8E00-080511918E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83137F-A7F9-4137-A84C-9797406444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30BB38-1978-486A-A5DD-07F715D856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83DAA7-90E0-4323-8FDD-20A164616E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BF2045-7D1B-4535-9795-619296D106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4CDAD1-D96A-4F91-A6B4-BFB6F1B21A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F94CA3-825B-4074-BB61-4357948F9A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DEB036-C826-49BC-81F0-3FE54AE29A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429F31-9B25-4686-BCE3-8B20FB0230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092C97-D6C5-437A-A4D6-9D2B346371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BA960-DDE9-4440-B605-A438D64C1B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AEC2CF-CD73-40E8-9143-BC859DB8A9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E8C1C8-EF8E-4792-989C-AF4F1EF7F7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2D6896-702F-4EA3-B0A4-953CF28A63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89E133-7215-45C9-9916-F041A177148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C4AC47-FADB-4DCF-A76E-21CFEF8C8F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F2500F-38EB-494A-92E7-434C8812212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2BA335-CE29-4159-B561-0EA721B011E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Helen,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designs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people like and dislike about certain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Search Internet for fashions/trends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Ergonomics research- e.g. comfortable sizes shapes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 of the basic remote: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‘to send messages to the television set’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These functions need to be included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Effect they need to have is to e.g. turn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Current leading remotes are very boring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Something good to hold: tactile, not too ‘edgy’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Simple designs: easy to use, 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Size: hand held and portable. See TFT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functions: e.g. for t.v. and c.d. player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Gimmick: glow-in the dark/easy-finder/rechargeable…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2005-01-26T17:57:25Z</dcterms:modified>
  <cp:revision>9</cp:revision>
  <dc:subject/>
  <dc:title>PowerPoint Presentation</dc:title>
</cp:coreProperties>
</file>