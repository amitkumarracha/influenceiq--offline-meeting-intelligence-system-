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2C5209-E8A8-477C-8427-810226403A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348896-0E67-4BD7-84C0-A489255C58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D7DF66-72CB-43D6-A113-309AEF7373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08A6B5-9611-4825-93CD-2B0EF54843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78A76C-8075-4A2F-A323-296D42EE61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1B04D1-8D97-4987-91E8-38C9CA0418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F0DEB5-9141-4A37-97CE-FA97A5E32C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EF4FD7-B620-4BDA-9F3C-A30272B7DD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C4EBB9-F71A-4C53-989E-29A3FD0B70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E6B51B-988C-4EB3-8F21-296D4AC73C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4839FE-6CB5-4CE1-94A1-C65640298C8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B05490-FADC-4CFB-9421-C67182E7232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6A5CEA-C62A-403B-AF41-967B3EE018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16B48F-AC71-478C-8C68-44F9BF16F5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B34ACD-4D31-4588-BF19-FA9FEB7829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AC26FD-929C-4EF3-89DD-77BF7CF6FB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CBB667-B974-4B10-A8FA-B1113D1525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BEC4F9-4917-4101-9698-3BC9966264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71CAF6-387D-4AAD-91FE-DB4CF49E6F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22A555-DA9A-43D9-8642-0B0DF6C089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760030-6E24-4555-8471-9D594C3147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30B590-0083-4660-8F2D-BD5770DD60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3860A8-5AD7-4785-B5D7-8E96A7C0746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F97DFF-E2B2-4472-8159-A50C90B44B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7071A6C-C0CC-4EB3-A4E5-4F0E65A52D7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59A9C8-01D1-4C2B-9F1A-9B4286FDF36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Existing designs: their designs, why are they like that? good/bad features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do we need from the remote: easy-to-use buttons, layout of buttons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remotes use graphical user interface; pictures as output, pointing device. Inconsistent layout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New remotes: voice recognition, LCD displays (e.g. music download devices), mouse-like, child-friendly, over-sized,#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Need to combine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New speech recognition software!!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Raised symbols, makes remote 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LCD- fancy, looks smart; too complicated?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Over-sized- gimmick, would it sell?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Child-friendly- great idea, good shape; easy to use?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Mouse-like- what do the scrolls work for?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2005-01-26T19:31:20Z</dcterms:modified>
  <cp:revision>9</cp:revision>
  <dc:subject/>
  <dc:title>PowerPoint Presentation</dc:title>
</cp:coreProperties>
</file>