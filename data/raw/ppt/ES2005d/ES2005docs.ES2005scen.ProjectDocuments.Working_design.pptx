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jpeg" ContentType="image/jpeg"/>
  <Override PartName="/ppt/media/image3.jpeg" ContentType="image/jpeg"/>
  <Override PartName="/ppt/media/image4.png" ContentType="image/png"/>
  <Override PartName="/ppt/media/image6.png" ContentType="image/png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16794B-4D16-42BD-9443-59FAF9FF22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1EF767-EC87-4A11-AA59-3A0A18E599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3FFAE6-2688-451D-90C8-C77AC5C87A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9BFB78-64E5-490C-93D5-B97DA512C1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1740AC-628E-498B-9C59-32D04BC686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EBFA9D-95A9-45E0-B834-84D4672C7D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75849E-1917-4503-8EBA-9EA20976EB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4670B7-4FC7-4893-8EFD-FAC3594934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BA069E-B071-4829-A67F-C79F7B6D55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8C8B09-3480-4BE6-B774-8601733C9E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7475D8-940A-41C3-A9B2-431DF7C3620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0E8E45-7301-44B8-8600-A077BF955BD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2D2774-73F0-40E3-B1E4-BB9A97BC77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5DB2FD-3D6D-46BD-BC5F-9BF1FCFB43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6224A1-1F20-4F9E-B47A-7F415C6F86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621C26-E8F0-4353-83F2-B224FDA66F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33E897-9EAF-4210-8539-0F80886F39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09DD77-05EB-4CFE-81BA-0C0F96F41B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067B33-0D6D-415C-A9B8-B96798768E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7A1D8E-6264-4126-BC62-11EB7789FD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8FE591-4BD7-4BA0-9356-EB353C5B44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BDE6B8-6187-4CE8-9C86-49F590F32C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F4C951-8D51-472D-9FFE-E35D2D137D7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6136A4-722E-4CAF-AF6A-6F369E84FB2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E01A31B-31BB-41A0-B606-0F83A5F0DDD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F222BDB-9E8D-47D1-B00D-B44BD63C466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684360" y="3886200"/>
            <a:ext cx="777528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Arlo,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input from marketing, UI: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What are the basic needs?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What novel features can be added?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limitations: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Budget and timeline from The Boss.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Practical limitations – don’t ask me for the impossible!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it!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91520" cy="146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Our company produces an array of high-quality products from which to draw inspiration for this new remote control: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564000" y="3357720"/>
            <a:ext cx="2185920" cy="218592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804000" y="3429000"/>
            <a:ext cx="1932120" cy="218772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3"/>
          <a:stretch/>
        </p:blipFill>
        <p:spPr>
          <a:xfrm>
            <a:off x="395280" y="2997360"/>
            <a:ext cx="2143080" cy="300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My solution: combination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4" name=""/>
          <p:cNvGraphicFramePr/>
          <p:nvPr/>
        </p:nvGraphicFramePr>
        <p:xfrm>
          <a:off x="874800" y="1652760"/>
          <a:ext cx="7392960" cy="44193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5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874800" y="1652760"/>
                    <a:ext cx="7392960" cy="4419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My solution: combination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7" name=""/>
          <p:cNvGraphicFramePr/>
          <p:nvPr/>
        </p:nvGraphicFramePr>
        <p:xfrm>
          <a:off x="785880" y="1600200"/>
          <a:ext cx="7570800" cy="45259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8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785880" y="1600200"/>
                    <a:ext cx="7570800" cy="4525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Outer casing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Energy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 interface (i.e. buttons)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Other alternatives?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Transmission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"/>
          <p:cNvSpPr/>
          <p:nvPr/>
        </p:nvSpPr>
        <p:spPr>
          <a:xfrm>
            <a:off x="53964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14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5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9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20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3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1979640" y="3357720"/>
            <a:ext cx="5486400" cy="116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Programmable options: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channels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Preferred volume settings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Requires a small amount of memory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Bells and whistles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 more money, effort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More likely to work poorly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2005-01-26T17:57:19Z</dcterms:modified>
  <cp:revision>13</cp:revision>
  <dc:subject/>
  <dc:title>PowerPoint Presentation</dc:title>
</cp:coreProperties>
</file>