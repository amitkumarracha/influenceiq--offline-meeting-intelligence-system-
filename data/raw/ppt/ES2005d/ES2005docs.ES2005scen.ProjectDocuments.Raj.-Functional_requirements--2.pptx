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23359-E693-4F30-9F9E-9219D190CB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373D71-B53B-44E8-97B0-6F8C4712CB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E2FAD-C43B-46F3-A50B-0F698C4EE3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224A2F-6571-44D9-854E-0391A89C7D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33539-35BD-4359-A25E-8237B4E7DA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614F9C-0E0F-4B49-9555-BB86D70CA2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16435A-D88A-4DB2-ADEB-7BA7BA7009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4E324-1235-4394-94B3-B36AF66B45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B8CC5-67E4-44F2-869E-2BEB78EDC3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4D3ADF-197A-403A-B782-A2FBF827C0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C829A7-0F7C-45E8-860B-27507F6D8A4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EC426-024A-4561-A569-A497912E2D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7090B8-67CE-4CD1-96A7-7530595C5B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6BD86B-4F6D-406A-BCFA-53788CB0B3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77CCB0-F456-4C8A-9998-CBEAC335C8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749A02-B066-4687-A6E7-70C605F239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41A78C-1BE1-48DE-8AD8-5731221B64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4E310A-F696-4229-A5C7-EC00119099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7DD2A5-0769-40AB-89D2-E8CF3C849A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059F58-F4C2-490F-970C-764AC58634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7B034F-D51E-44EA-93BC-801E9112BC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9C8295-B424-4D04-B3E0-BAE75168DB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F114ED-0CB5-4DD9-9A2F-FD04C9CC6C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35083D-DD9B-4216-8C2A-AABDDFB20A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940A3C-F1CA-482B-9CA6-8AED3B4B72B3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135079-77C8-425A-887E-1FB01EAB8C92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2005-01-26T20:16:39Z</dcterms:modified>
  <cp:revision>14</cp:revision>
  <dc:subject/>
  <dc:title>PowerPoint Presentation</dc:title>
</cp:coreProperties>
</file>