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57D966-6C11-4F46-A1D2-630661394D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90A7C0-C36D-4B35-8B2C-5E96D5E0E9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307BBF-8EF4-4CE1-AA43-C5E3D2E740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16A68-727D-4862-B7CE-426493E386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3AED2-2BE1-4BEA-B02A-AE685366BA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19E30F-70B7-43D9-8E33-D82C785AFE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C92BE-06FC-4EFD-AF64-714645F9BF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08A570-CAF3-4367-9920-D8583E537A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198D7E-8A89-4BE6-AB4A-10A87C208B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86C376-F609-4DD1-8675-C05671224B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54387A-4C14-48FB-BE3F-8F8C2A7CC4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24169E-69E7-4406-8C7C-00125D46B3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28E463-0758-46B3-AE1E-053B72C313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E10962-0EA0-48E0-B7EA-110D489629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DA71E-84EB-4030-B96C-A097B8B071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83B158-6989-4CA2-9ED1-4BADAAD6EB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AB2556-62A6-4C12-8121-04E56BCB83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13AD3-98A2-4ECD-A0A6-5E86BD73AB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CDCEEC-536E-4F68-B75F-FE4B3D3C19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157778-21E4-4264-ADA5-11FD346FB8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B2572A-5F34-49B4-B81A-6F31273951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BF4F3-CFA9-4C73-8654-C930817E46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0E78E-5A48-46A7-B381-6A2F820375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FC5AC9-5A6D-44F3-8849-870B24B02A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9E0BA9-54D1-4F62-AF04-0A5F60FD47B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A33B9E-76C5-4898-BD03-61B6EC0EA1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