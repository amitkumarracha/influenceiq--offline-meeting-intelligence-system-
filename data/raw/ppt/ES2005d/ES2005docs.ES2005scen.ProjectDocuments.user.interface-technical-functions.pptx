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17AE96-F36F-43D8-88ED-4467C34E68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B12896-922E-4F52-9791-F2F13C50E6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074FE5-B1CE-4DB5-B8A8-4147612B88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74EC98-13CA-432C-A8B7-9BF4AD4BBC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7B6895-C413-460F-BB86-FDE3D6694E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3456AB-E0DE-447E-8459-C18CAABA49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D185D0-C15B-4ADC-998F-CC972D1CCA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A58540-8099-443C-A38B-A51880E931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3D2E83-8950-41C2-B4EC-B84B5EEFF3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7CBE37-60B4-40C2-92D7-1A03758EFE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85A633-2858-4331-A8F6-91CEB20E918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27A156-EB1B-4A65-A7C1-90855F118F9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17CAA1-25FE-49FA-8A3B-B243B09475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D5D7A7-BDE4-47A2-9671-D89EE476D4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EC7A29-C0DC-4123-B774-CEE9CB31EF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04E126-4C7A-4B5B-9E60-27A144F3A1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4D5B67-F2DB-440D-9027-0EB9546F69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CCCEA7-3D08-41AF-BC6F-A8A03A9C59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E604B6-26C7-4C0A-AB24-28C0537D6C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BF6B84-E6B7-4A2E-A3A6-D1E120B85E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D64E06-43A2-4831-A65D-52274A02C8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65B4DD-7B24-4913-80EA-42EE6EE9D9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1139F6-8EDA-4D08-A689-15C14C0E938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F869D1-0F82-4C1C-87CD-B6E76C8BDAF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AC95359-6EBC-4D0D-96BD-76D5C64C664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8BACF12-2BB8-48F9-A2F1-26003E66245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Helen,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existing designs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people like and dislike about certain products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Search Internet for fashions/trends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Ergonomics research- e.g. comfortable sizes shapes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Basic Function of the basic remote: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‘to send messages to the television set’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These functions need to be included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Effect they need to have is to e.g. turn on/off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Current leading remotes are very boring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Something good to hold: tactile, not too ‘edgy’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Simple designs: easy to use, not too many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Size: hand held and portable. See TFT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Other functions: e.g. for t.v. and c.d. player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Gimmick: glow-in the dark/easy-finder/rechargeable…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2005-01-26T17:58:07Z</dcterms:modified>
  <cp:revision>9</cp:revision>
  <dc:subject/>
  <dc:title>PowerPoint Presentation</dc:title>
</cp:coreProperties>
</file>