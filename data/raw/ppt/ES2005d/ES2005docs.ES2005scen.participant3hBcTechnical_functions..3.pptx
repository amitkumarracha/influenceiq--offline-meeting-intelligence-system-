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781797-190E-4AF2-8A5D-32D6304213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B30F81-95DD-433E-9D41-16274F1D37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D9205E-DCCF-4DBD-8B45-7F95563DEE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0EBDAE-2237-475B-83BD-EEA9424C16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F075F-A9BE-41C5-91AD-E2D7449A43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77CE21-0107-4168-9458-8DF274A14A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B54AF2-ABDC-4E65-A8AB-2ECD935CD4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09EF77-DC13-45B6-8E2D-56FAC8DEDB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1996E0-7B27-4080-A272-BC7A77E184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774C2A-C55F-457E-988C-5C901EED32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BFF201-CAAA-4156-BC42-5FF02445A0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81887F-3D40-47D3-A429-2D8DC6DF31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4F377A-07B1-4DC4-B946-346371D010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D62D7E-3659-4334-BB92-C0AAABDD1A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CC8451-C2F1-4698-8D2C-205519BCCD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FC7748-ACDD-4F2E-AEE6-E3A3F37242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3E84FD-6E76-417C-8F2E-CB9438F948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9D3547-B95F-442A-A970-263E4644EC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02736C-73FF-43BB-9F8F-A0B3024E69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6FE31C-C40F-4AF3-A90A-BDA8B7C154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F37FE-0E80-434C-8F3C-131C8F1F65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A705FB-1ABB-4541-8DA1-0FBF900B9E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EA93E2-7952-46CA-9C10-F592465423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3B7459-77C1-43C2-AED8-E5A893C5A5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38D9ED-E4BA-44D4-9ECB-86C258A2D3B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86E43E-8952-4C2A-987A-7CEF6577E95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&lt;Explain your working method&gt;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2004-11-04T20:57:57Z</dcterms:modified>
  <cp:revision>8</cp:revision>
  <dc:subject/>
  <dc:title>PowerPoint Presentation</dc:title>
</cp:coreProperties>
</file>