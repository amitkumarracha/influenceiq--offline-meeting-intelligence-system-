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398C87-6CB0-40B4-AFD5-F7C3150D28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722EC-C16F-4C04-A262-9A292AB473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7CBDDF-FC1F-4A84-920C-E3609BECC1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FEB1A4-84E5-4A98-B77D-A86D0178EB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196EC9-824A-4E4A-AD28-54FD1499FC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3B7960-F5B6-4867-AA4D-C7C8D99F05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F2E434-97A9-49BA-97AE-7A0161765A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BCA302-25C0-4965-A3B7-579A78CC2C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17BC06-1B8A-4BA3-A4BF-8CE4381B00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F6603A-5E1B-47C6-931A-1507A70F7A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AE5040-B52C-4F2F-A25F-63DE7B5460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6C72FB-BFCD-4F6C-AF25-14E2107992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360F1-EEE0-43E8-BFED-EA769211FF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E728CE-2121-42B9-94DF-56F31FE6BA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A85D33-39C3-4079-8C19-4E1F712C0F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1F102-2F64-4E75-B61F-4A0A7E1798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069053-9A8C-42CC-B59F-56C2F45B0B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EF75A2-9802-4A77-81D2-8514AA4DB2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15F367-6975-4FC7-8CBB-00ED600657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5E9F45-D4AE-47F5-A0E3-C2653C3A1F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126BFD-751D-4737-B87E-6CAA83C047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187553-4F5B-4481-AFEC-8BFEA32A1B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679E00-678B-4185-854B-EF7BA5A9E5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D1A7F9-529C-4560-B974-D8FDB06708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933AAA-CD40-4EE1-8E0D-3479333DF09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5BCD0A-6F04-4168-B1FF-D214A53B075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