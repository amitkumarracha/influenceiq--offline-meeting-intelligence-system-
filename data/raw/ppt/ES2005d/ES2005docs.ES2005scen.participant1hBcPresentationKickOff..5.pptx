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1DBFA6-CD40-44F3-8CCC-DA3E914D5B3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87FC71-B33D-4457-A1C9-4102F6959E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509289-E203-4809-8673-1FC7FC4FD9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E8B245-B089-450C-B62E-1FEEC47B151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BC0EA0-DB4B-4AA4-96B5-758E3E85948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B640AA-F317-4AB1-8ED7-4C52C13528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EA1DF1-EF6B-4619-A35E-E479645CCDB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02CFBF-EFEA-4BA1-AC30-8A0AC444725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C02DE1-DF56-47CD-9997-110CC23C9C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2E76C8-DC1C-4F8F-8317-18107894AF6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BE514D-78E9-4646-9861-45F2B8B1AD4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F8B806-A045-41CD-9F29-2ED7E6430C9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663848-4D59-4B21-BFD0-EB0FEC31BA3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676339-632F-4074-8A08-A4EC86C823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C4A721-5BED-4649-B4B8-FB74E69E28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DC4B89-72D4-4E04-B617-B5DAD88C6E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5ECA68-51D2-4210-B2F7-AB6C6EEAF0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13E587-AE8F-41AD-9B49-F4F89F96353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CE0BBD-D4EE-4E69-A2DD-48D95FCD0B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C51398-2FBF-4461-AB48-8949C74D0F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22687E-D98D-4A34-B020-146FE6B92EC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A45323-7146-4A2B-B3D7-8A639C3BBD8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FD388D-6C99-49B7-8E8F-0EF15038C39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C7AA03-B57E-4DF6-9807-0AE823ABBEF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0E9FB6D-AFBC-468E-863C-E4A1E841E12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0460969-8788-45BB-A62B-A1CC6753D62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Brian,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2005-01-26T17:05:08Z</dcterms:modified>
  <cp:revision>33</cp:revision>
  <dc:subject/>
  <dc:title>PowerPoint Presentation</dc:title>
</cp:coreProperties>
</file>