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9BA65E-3A61-407C-A399-C9B4422CA7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7F6F76-CE5B-42B6-B6EF-BD810BF120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3DFC7C-FE37-4009-A55C-407046CE6A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3FA23D-E518-4F37-8C8D-BCEFA2E2A79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B9101E-6236-4264-B600-FB8F3D4BEF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F76747-CD5D-446D-BBDA-92D8F10D9B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C9FFD6-E4B0-469C-B072-A436D20938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9EB2EB-5BCA-42E8-BB8D-EA44039D9E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0D1478-BE5A-488E-BE81-C73D2167E7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EFF53E-621F-49A6-99FC-304C296471C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B28896-33B1-4BF5-9004-652718634F5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824CD7-BEBD-4064-A9CA-CD6D8A2EBA9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96BF30-9CE3-4930-BA11-7E9F30A6C9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B92638-7A45-43DB-8894-9FE51A73FE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980E99-72C2-49AA-A8D2-045A5B4BC1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576445-6546-4713-B793-03AA3B364E4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C1BC2F-3AE2-48DB-A931-1132565D9E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A01873-7A6F-4925-A6BE-021E824EF5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E514CC-DACD-4BCE-8F11-848E99F652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33B075-CF4B-4DCF-BFA8-71CA4133A7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C990EF-0E2B-444D-8005-FB84D329D8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71FC02-94F0-4061-BC43-4DB0C453958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BD397B-A133-4545-8EC5-492742AB907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86761E-BB70-43DE-9E65-56E9EAC9DBE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9AA7014-CD65-4FF8-AB5E-BFB7127DB4A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39033BA-E1B1-47D5-A74B-9ADCABA42B8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2004-12-14T17:32:27Z</dcterms:modified>
  <cp:revision>19</cp:revision>
  <dc:subject/>
  <dc:title>PowerPoint Presentation</dc:title>
</cp:coreProperties>
</file>