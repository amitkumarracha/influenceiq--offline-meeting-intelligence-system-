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160228-A5C0-45F3-B11C-AC7CD3984D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2A0B49-EEA9-4CD9-899F-3280ABB439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DD6FCE-D073-423F-970D-86B5E13613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4D270D-99D1-4738-AA83-6E7AC9072A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37626D-E5A5-492C-B7B3-876473DBBA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1DB0B1-1D7B-48B9-92D7-B17C1F45CD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58D536-FCD7-4A11-9ABE-0449A28780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521C19-9A15-4EE4-AE92-5AAA816628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39B559-FA10-473B-AB4A-97019E3B10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22437A-486C-4FA1-A52D-94D85516F3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8DC273-AD76-4C3F-88E4-C5FBD5F0500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523F5D-B493-4AC3-AEF6-D0179883AE5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B4A7A8-3854-439F-B3A1-54EC4A01A3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910F26-4024-4CD9-8B3A-065B26F2B9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DFF3DA-3EDF-4318-A92B-1C73114E34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FD8E52-74F8-47F4-880E-85292FE4D5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8A30EB-B431-48E4-A517-8BD0842FA6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1BB413-12EC-4691-BA96-4F1526B559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52B3DC-BE1D-4133-A0B9-F1A83F98BF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A63611-112F-4758-8D62-90712AD9BD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8F8E0E-7FCA-4AB1-8889-0FF0058530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C9295E-D58F-43F9-AC20-E97133A9FF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ECDCE2-008E-4E9D-8E18-C6E61CD998F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3A0B2A-058E-47AF-AEBD-75A0B0A4270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F5DCDD-D0D8-4913-8719-E27714B35AD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0BDAC9-BFC2-4CAA-8C69-328695017D7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2004-09-07T15:41:06Z</dcterms:modified>
  <cp:revision>7</cp:revision>
  <dc:subject/>
  <dc:title>PowerPoint Presentation</dc:title>
</cp:coreProperties>
</file>