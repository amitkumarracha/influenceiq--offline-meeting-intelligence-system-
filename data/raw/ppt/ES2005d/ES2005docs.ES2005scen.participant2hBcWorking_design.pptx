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5.png" ContentType="image/png"/>
  <Override PartName="/ppt/media/image2.jpeg" ContentType="image/jpeg"/>
  <Override PartName="/ppt/media/image3.jpeg" ContentType="image/jpeg"/>
  <Override PartName="/ppt/media/image4.png" ContentType="image/png"/>
  <Override PartName="/ppt/media/image6.png" ContentType="image/png"/>
  <Override PartName="/ppt/embeddings/oleObject1.bin" ContentType="application/vnd.openxmlformats-officedocument.oleObject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3222695-AAF9-474F-BBEF-51006885A16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84B114-5049-4563-9EAF-522E366B05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5EADF0-7177-4754-A7CB-A0591822C2F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0C4E23-0F95-4297-9C40-8604D0CA835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37B70C5-F621-4F5F-8D32-99F0135648A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5E9FF5-9922-4303-A948-02FA458F525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7F9AA8-8A5F-42D2-A12D-2C1BCAE081C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93320F-A7BF-4D8B-89BE-0DF438FA7D1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02BD0F9-488B-4A96-8D00-3707B6D5F26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9A45522-E6D9-4AD0-88A3-A6A8DC6E8DC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45CDD0-A263-4982-9FF9-8766956BA57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055DEA-F9E5-4D86-9281-EA54EFA6FAA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B1F99EF-0F1C-4B08-B5CE-BFDD14A60C7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A75F8A6-77F7-42C9-B5F8-AB1E2DB0BD2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DFA4EA5-E9A5-4E69-9720-C2B78FE8A09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87AA8D1-8EF9-46E0-BF31-22381A40829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AF76673-D14F-4A70-BBE1-8161408115E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6E548D9-F613-419E-96C3-4D10080B28C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9AA9A6D-0279-4638-81B9-D458691973F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4A3AD87-C69A-4A49-9DAF-041B9C4523A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ACF7C4F-CB59-470F-87A0-41D55AC823A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D218DA3-90A4-4079-A99B-B0B30B1EAE2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61A1AAF-A331-4BE4-B882-20D58FC9779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940498A-E948-40D3-8461-48DDC2B1D31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49A4827-C1F2-4E3B-8CB4-3E87CA6AECF8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FD2BC67-CB17-4BB3-BDFF-D3EB526EF81F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8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684360" y="3886200"/>
            <a:ext cx="777528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Arlo,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Consider input from marketing, UI: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What are the basic needs?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What novel features can be added?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Consider limitations: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Budget and timeline from The Boss.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Practical limitations – don’t ask me for the impossible!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Design it!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599840"/>
            <a:ext cx="8291520" cy="146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Our company produces an array of high-quality products from which to draw inspiration for this new remote control: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3564000" y="3357720"/>
            <a:ext cx="2185920" cy="2185920"/>
          </a:xfrm>
          <a:prstGeom prst="rect">
            <a:avLst/>
          </a:prstGeom>
          <a:ln w="0">
            <a:noFill/>
          </a:ln>
        </p:spPr>
      </p:pic>
      <p:pic>
        <p:nvPicPr>
          <p:cNvPr id="101" name="" descr=""/>
          <p:cNvPicPr/>
          <p:nvPr/>
        </p:nvPicPr>
        <p:blipFill>
          <a:blip r:embed="rId2"/>
          <a:stretch/>
        </p:blipFill>
        <p:spPr>
          <a:xfrm>
            <a:off x="6804000" y="3429000"/>
            <a:ext cx="1932120" cy="2187720"/>
          </a:xfrm>
          <a:prstGeom prst="rect">
            <a:avLst/>
          </a:prstGeom>
          <a:ln w="0">
            <a:noFill/>
          </a:ln>
        </p:spPr>
      </p:pic>
      <p:pic>
        <p:nvPicPr>
          <p:cNvPr id="102" name="" descr=""/>
          <p:cNvPicPr/>
          <p:nvPr/>
        </p:nvPicPr>
        <p:blipFill>
          <a:blip r:embed="rId3"/>
          <a:stretch/>
        </p:blipFill>
        <p:spPr>
          <a:xfrm>
            <a:off x="395280" y="2997360"/>
            <a:ext cx="2143080" cy="3000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My solution: combination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graphicFrame>
        <p:nvGraphicFramePr>
          <p:cNvPr id="104" name=""/>
          <p:cNvGraphicFramePr/>
          <p:nvPr/>
        </p:nvGraphicFramePr>
        <p:xfrm>
          <a:off x="874800" y="1652760"/>
          <a:ext cx="7392960" cy="441936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105" name="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874800" y="1652760"/>
                    <a:ext cx="7392960" cy="4419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My solution: combination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graphicFrame>
        <p:nvGraphicFramePr>
          <p:cNvPr id="107" name=""/>
          <p:cNvGraphicFramePr/>
          <p:nvPr/>
        </p:nvGraphicFramePr>
        <p:xfrm>
          <a:off x="785880" y="1600200"/>
          <a:ext cx="7570800" cy="452592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108" name="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785880" y="1600200"/>
                    <a:ext cx="7570800" cy="452592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Outer casing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Energy source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User interface (i.e. buttons)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Other alternatives?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Transmission interface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"/>
          <p:cNvSpPr/>
          <p:nvPr/>
        </p:nvSpPr>
        <p:spPr>
          <a:xfrm>
            <a:off x="539640" y="2205000"/>
            <a:ext cx="8280360" cy="3672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"/>
          <p:cNvSpPr/>
          <p:nvPr/>
        </p:nvSpPr>
        <p:spPr>
          <a:xfrm>
            <a:off x="539640" y="189000"/>
            <a:ext cx="8248680" cy="1801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  <a:effectLst>
            <a:outerShdw dist="107932" dir="2700000" blurRad="0" rotWithShape="0">
              <a:srgbClr val="80808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3" name=""/>
          <p:cNvSpPr/>
          <p:nvPr/>
        </p:nvSpPr>
        <p:spPr>
          <a:xfrm>
            <a:off x="3995640" y="836640"/>
            <a:ext cx="609840" cy="60948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14" name=""/>
          <p:cNvGrpSpPr/>
          <p:nvPr/>
        </p:nvGrpSpPr>
        <p:grpSpPr>
          <a:xfrm>
            <a:off x="2900520" y="757080"/>
            <a:ext cx="672480" cy="665280"/>
            <a:chOff x="2900520" y="757080"/>
            <a:chExt cx="672480" cy="665280"/>
          </a:xfrm>
        </p:grpSpPr>
        <p:sp>
          <p:nvSpPr>
            <p:cNvPr id="115" name=""/>
            <p:cNvSpPr/>
            <p:nvPr/>
          </p:nvSpPr>
          <p:spPr>
            <a:xfrm>
              <a:off x="3151080" y="757080"/>
              <a:ext cx="1224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6" name=""/>
            <p:cNvSpPr/>
            <p:nvPr/>
          </p:nvSpPr>
          <p:spPr>
            <a:xfrm>
              <a:off x="3340080" y="907920"/>
              <a:ext cx="1224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7" name=""/>
            <p:cNvSpPr/>
            <p:nvPr/>
          </p:nvSpPr>
          <p:spPr>
            <a:xfrm>
              <a:off x="2900520" y="110160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8" name=""/>
            <p:cNvSpPr/>
            <p:nvPr/>
          </p:nvSpPr>
          <p:spPr>
            <a:xfrm>
              <a:off x="3338640" y="1087200"/>
              <a:ext cx="2343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9" name=""/>
          <p:cNvGrpSpPr/>
          <p:nvPr/>
        </p:nvGrpSpPr>
        <p:grpSpPr>
          <a:xfrm>
            <a:off x="1549440" y="998640"/>
            <a:ext cx="954000" cy="174600"/>
            <a:chOff x="1549440" y="998640"/>
            <a:chExt cx="954000" cy="174600"/>
          </a:xfrm>
        </p:grpSpPr>
        <p:sp>
          <p:nvSpPr>
            <p:cNvPr id="120" name=""/>
            <p:cNvSpPr/>
            <p:nvPr/>
          </p:nvSpPr>
          <p:spPr>
            <a:xfrm>
              <a:off x="1549440" y="117144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1" name=""/>
            <p:cNvSpPr/>
            <p:nvPr/>
          </p:nvSpPr>
          <p:spPr>
            <a:xfrm>
              <a:off x="1927080" y="99864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2" name=""/>
            <p:cNvSpPr/>
            <p:nvPr/>
          </p:nvSpPr>
          <p:spPr>
            <a:xfrm>
              <a:off x="2173320" y="117324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23" name=""/>
          <p:cNvSpPr/>
          <p:nvPr/>
        </p:nvSpPr>
        <p:spPr>
          <a:xfrm>
            <a:off x="5148360" y="836640"/>
            <a:ext cx="609480" cy="60948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"/>
          <p:cNvSpPr/>
          <p:nvPr/>
        </p:nvSpPr>
        <p:spPr>
          <a:xfrm flipV="1">
            <a:off x="1074600" y="773280"/>
            <a:ext cx="1800" cy="63648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"/>
          <p:cNvSpPr/>
          <p:nvPr/>
        </p:nvSpPr>
        <p:spPr>
          <a:xfrm>
            <a:off x="6308640" y="828720"/>
            <a:ext cx="67968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"/>
          <p:cNvSpPr/>
          <p:nvPr/>
        </p:nvSpPr>
        <p:spPr>
          <a:xfrm>
            <a:off x="7407360" y="808200"/>
            <a:ext cx="846000" cy="60948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"/>
          <p:cNvSpPr/>
          <p:nvPr/>
        </p:nvSpPr>
        <p:spPr>
          <a:xfrm>
            <a:off x="4798440" y="1528920"/>
            <a:ext cx="133272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Infrared bulb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4016880" y="1527120"/>
            <a:ext cx="6912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Bulb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1609200" y="1514520"/>
            <a:ext cx="883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Switch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2510640" y="1498680"/>
            <a:ext cx="15156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Energy source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779040" y="1511280"/>
            <a:ext cx="59076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Wire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6289920" y="1539720"/>
            <a:ext cx="694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Chip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7121880" y="1533600"/>
            <a:ext cx="164088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Subcomponent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34" name="" descr=""/>
          <p:cNvPicPr/>
          <p:nvPr/>
        </p:nvPicPr>
        <p:blipFill>
          <a:blip r:embed="rId1"/>
          <a:stretch/>
        </p:blipFill>
        <p:spPr>
          <a:xfrm>
            <a:off x="1979640" y="3357720"/>
            <a:ext cx="5486400" cy="1161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Programmable options: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Favourite channels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Preferred volume settings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Requires a small amount of memory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Bells and whistles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Require more money, effort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More likely to work poorly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2005-01-26T17:57:19Z</dcterms:modified>
  <cp:revision>13</cp:revision>
  <dc:subject/>
  <dc:title>PowerPoint Presentation</dc:title>
</cp:coreProperties>
</file>