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8E2D86-44E9-4EF2-8277-137B0D1215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94453C-2C40-4C99-B191-2276690A39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F62A05-C0CB-48BA-849B-DD82A4D30C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22090E-070A-4809-94C4-2CFF52B7A9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973E29-4713-44A1-9A6A-866EFDF966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70BC92-D977-451D-B18E-B6FCFC8010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3A440C-DEFA-4C12-BC30-589E511038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84647B-1800-4EF6-BAD1-09C2ADC511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97ECC1-F482-4F2A-A73E-3522DE9519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1781E7-CADA-4CA7-8623-2B9C091E4F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BE0B00-25FB-4CD9-8CFC-49D553199D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6746D6-44C4-49BD-AF7A-E1D1560F94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1BD130-9FC2-43E3-BD99-666FA7BE05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548875-76D1-40F3-9754-26AA82EB5E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A7D3EA-9503-4B23-A4BB-4FAA42218A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BECA3D-93E9-48D6-8CBD-A7CCBA8AF9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B77122-A6D3-4BBF-B63F-AF11CB1942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70981B-4830-4D06-9858-CBDDB156A6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809E32-A725-473C-8190-8556B3B6CD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A5DDBA-C7A1-47BB-B1B3-3BE6F1F8D9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6F59A4-AE53-40E5-860E-7C822DE2D3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12D08C-F9AB-4196-B761-5E3C095A25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FDC05C-C385-4E9A-8793-A78D11D45F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6A6A94-A608-4C0D-AE55-E83C609D39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F5C753-0CCB-46AE-A469-CFC0F78D188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8F16E0-E050-489D-A41A-302202AE987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2004-09-07T15:40:33Z</dcterms:modified>
  <cp:revision>7</cp:revision>
  <dc:subject/>
  <dc:title>PowerPoint Presentation</dc:title>
</cp:coreProperties>
</file>