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4F35A-1804-437B-A548-EB7685CB38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D2E89-ECE9-4660-B58E-47AD8AD6D6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2B52FF-3F1A-441E-9634-7BE402E79F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7FA272-D85D-426A-A254-8A16F7456A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840BA-6FC0-4809-84AC-13AA7DE794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289E2F-9C93-433B-89EA-CDAFC432DA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909CA-D000-40D1-86CE-8EE2CC622A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AD2BAF-1D92-480C-AA5E-BD43FE4FB5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1346C-1411-4C9F-A225-8A670011B4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1A757D-7CF8-42E5-8E35-74D4630B7F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FF7D22-7749-4B0E-AAC8-4F42E0369C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1B913-46F0-4D3D-9174-C9D830CB72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6FA844-F35B-4489-B0CF-B9D1C6382B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401F0-946C-4097-BE50-C47337D7DE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32FBA5-A2FC-4A09-A3FD-B77C02146E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2D4372-5388-4B78-9523-E95AB4809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6B4208-8DCD-4167-BBB6-D6415BD377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8111C-BFF9-4D9A-87DD-C5EDC87FB6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E4D63-AD7B-4F26-BAB3-F512303EE5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A2C204-D4A3-4AEE-9CA8-A4490561F5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27B090-2D62-495B-9CAF-7842640DFA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F33E6-4D4C-4E55-A72C-E94ADE1EA3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9A7BC9-6017-46A8-8783-8355D76340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0F5D5C-1866-4385-9DC9-40857536E3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289592-170A-4097-A9A7-D3AA3338C47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B49382-B51C-4973-BC10-DDA802262F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2004-11-11T20:46:00Z</dcterms:modified>
  <cp:revision>11</cp:revision>
  <dc:subject/>
  <dc:title>PowerPoint Presentation</dc:title>
</cp:coreProperties>
</file>