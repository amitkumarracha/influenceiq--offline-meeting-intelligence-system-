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41C8287-2051-4278-8327-6C1821741430}"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F5A266A-BE3A-4295-A4A3-670EA536FB79}"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33D3C00-CA09-4212-96EB-FA1DCCBD1E1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1456374E-CD8D-49B2-ABC2-2C273158C063}"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A8BE4DD7-6375-47E1-B1DD-DDB0B405A5FD}"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F94F10D-6103-4198-A52A-8215208A8588}"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9CAD6BF-2F2A-412D-A4A6-45659B225BF1}"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3489CD3-C6FE-4EFC-8752-23AA0EDB2208}"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6562EAE-A651-4569-A278-D3A710EF15E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DE7130B-A593-4E91-8C0C-7AE0D760EF7A}"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DF50080-32A7-4C0F-B386-199EE582F87A}"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87C70E35-4C44-45C5-BA86-07FEA6678AAE}"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573C14A-8956-4B85-898D-6424E7A0C6C3}"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3A16C4E-A819-4E0F-8A58-812FC014312A}"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78BB58D-790F-4BB2-9A1A-16ED8F0686FD}"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496C538-44DC-42EC-97AE-99300B31A79A}"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006ECC6-84B6-43ED-A173-0C8B65974EA6}"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AEC06B5-9CE9-42AE-9513-4D2EE8792CAD}"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16B87EF-0792-417E-A469-97F4929349AA}"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1AD50F4-F12E-4254-BFF7-B2CD83EA125D}"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BB1C31A-75AE-44C6-81DD-1A15C12E0A1E}"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B6813B8-1197-47FA-8501-D69F97B633EC}"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3643B78A-6B3A-45D2-91E9-7FA021A6F2D0}"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EE8997BF-42E5-4187-B944-D57F975ADE38}"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1354A4E-1A0C-480D-9E8B-E4416920D6A5}"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BDFFA5-F704-40AD-8784-F0FEF04A7435}"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2005-01-26T20:07:41Z</dcterms:modified>
  <cp:revision>11</cp:revision>
  <dc:subject/>
  <dc:title>PowerPoint Presentation</dc:title>
</cp:coreProperties>
</file>