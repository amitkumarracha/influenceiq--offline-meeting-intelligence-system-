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6E3D7F-FC32-4312-AEE4-EBA74B3DA9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6EE3A2-0324-4659-A6BF-5BE5970C71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2A6AE8-3524-4341-A8A5-04ADA88788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0101F6-453F-44E9-8128-CB1B82FC61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7A41DF-0EBD-43A6-A6F5-1D78655116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287B3C-EDB0-4F5D-9635-2364E79E72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F9E88A-A71D-4E63-BC02-2EEC663F18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159DC7-1BAF-48D8-AC03-C5D6BCD896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1E716D-FF91-4723-889C-5406959251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3E8EB1-51F2-4B82-B2AE-45E4326C46D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003059-B3A4-4EE2-8489-52FFD25E32B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2D45DF-A80C-4E76-8A22-3E8F426AC54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86A715-BD28-4EB7-9C32-0C583CE466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15C0FB-3EBD-4724-B862-A46CCB188C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C71939-DB1A-4F39-9E85-B5E5C09DAD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5FA03B-9238-4AF0-9F47-8CAFD5333B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61B1B7-C662-45C4-BF6A-8A7283534DC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3E9E88-EFB5-4797-8806-437974A6A24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C423A5-AFA6-4454-AFB3-CF7323B2A3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8922D0-EB45-4CF7-83CA-994BA07759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BFD8AC-041D-459B-A95B-7A9154EF31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322A84-B188-45AA-873D-F52AB653EA2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DC0C4F-30E0-4811-BDE9-60FBC47B074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5A2E3F-043B-46E9-A019-08B38E080E4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40A3D70-D08D-4473-85E4-F64FF561BDF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42DD209-EE11-4C4C-92B4-0B2A1EC47D0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Brian,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2005-01-26T21:21:32Z</dcterms:modified>
  <cp:revision>21</cp:revision>
  <dc:subject/>
  <dc:title>PowerPoint Presentation</dc:title>
</cp:coreProperties>
</file>