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8BB0E6-28BE-410B-A8FC-250E79D1FC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C2663C-0FD3-44D7-8729-996C7F6998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840306-7B8D-4FF7-A891-93237056E3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E76039-E490-417A-90C1-DE336ED014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B6012A-7270-4A1C-941D-06A2663021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791FB-234F-43BF-B14A-7DCC2DB47E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AD3360-DD4C-47CA-A403-9577F769A8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286D77-DBF3-44B4-A97F-D4CDAF4AC4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4C738D-69CE-42D0-9B5D-ECC1EC1285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8907FE-BB19-47B7-8EF2-BAE3FC5160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998392-78A9-470E-BC06-A7FF44A98F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4E9A23-4B78-4B55-9B1B-0A6D5852F7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181B52-5314-4F38-8378-A4D48BF8D7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6A1829-1149-4019-A5A9-8244FBBEE9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C11B9F-2444-43FF-8458-69AE79236F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6137FD-253F-448B-A92E-4E0F57D336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FA2731-B776-4260-8E9F-B22C26BA04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BA8F6C-34B9-4A8C-90CD-ECAB821950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3DADD4-6D48-4187-AADE-27E83A0765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D97771-A392-45F5-BC81-AEB681A000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46F80E-A330-4827-BA4D-0E6B213D83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352805-7D07-4336-826A-11A8593CC0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CF17EC-9B61-4105-93DF-486E0654F07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DE8B6C-5AB4-4DC7-986F-4A4B3CB62CB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DC5FABB-70AB-46E0-B445-753E6D56110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7CCD76-CE39-46ED-B1D6-FA6C67DA92C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2004-11-11T21:00:38Z</dcterms:modified>
  <cp:revision>32</cp:revision>
  <dc:subject/>
  <dc:title>PowerPoint Presentation</dc:title>
</cp:coreProperties>
</file>