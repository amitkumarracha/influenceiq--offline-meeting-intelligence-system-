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B88FEF8-A12F-4606-A18A-F2B04CA4C38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B368045-FA18-40F0-9FBF-0E199E0D4A4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DF5AB70-128E-4A1C-A8C4-878CED3B244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E348B4C-C6A9-4136-B198-9556E4AB089D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CF8ED66-6C09-498E-AA44-80880C667ED5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45D6140-1CCF-480A-A8B7-23CB4B3FE7F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9358938-E06E-4B29-BDB3-58F4016D7B8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A7CCA72-1B7B-4ADD-873C-C7275D9F8BC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BA3B5A5-2F9D-492C-BA3E-F0199A05230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7E97D68-92C9-4765-BC85-ABD81C43B645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525D342-8D0D-4CFA-855D-AD46F81D0463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D5A4A3E-42E1-402F-9286-2CCCC77CC4DE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6FFCBFB-9D4F-4761-A2EE-69C92651CFC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4C97698-E236-4FED-9C27-1F1236D99A9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AD238D3-143A-4575-B92D-19224C9D309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2535C61-1A48-4C20-BB47-707C0EBF7688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A327454-72EB-4123-9CF0-1345A633F19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564E728-2788-4513-A977-5AD5513AD029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7C45DF1-8249-47E0-BA48-6BB7AF6B082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29DD025-C64A-4FFD-B502-3E70A931C0D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91E1914-0C03-436B-9FCB-7D865770466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1466C2A-3141-4BF7-83E1-9AE33C6E84B8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B72835B-131F-4DCB-9F94-8F897EEB2A8D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CC849CF-42EB-42C3-8CA9-7FA3C4E96499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43DED9C8-70FF-4048-B786-A98D3E6A6EC5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EE472BDD-39BF-4B5D-B0BF-23F4DDC0B5EC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Functional Design meeting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 Brian : project manager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Agenda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Opening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Project Manager = secretary (minutes)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3 presentations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New project requirements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Decision on remote control functions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Closing (we have 40 minutes!)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Closing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7000"/>
          </a:bodyPr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After meeting: complete questionnaire and summarization (to be sent by email), then lunch break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Then 30 minutes of individual work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PM: puts minutes in Project Documents folder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Individual actions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8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ID: the components concept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8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UID: the user interface concept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8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ME: trend watching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Specific instructions will be sent to you by your personal coach.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75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2005-01-26T18:09:44Z</dcterms:modified>
  <cp:revision>20</cp:revision>
  <dc:subject/>
  <dc:title>PowerPoint Presentation</dc:title>
</cp:coreProperties>
</file>