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444F8A-CA24-4BF0-9B34-D66BA3E8D9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4DB089-FADD-41B4-957F-9C5B405278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9A33CC-07B6-41D5-9AAE-1F77969C36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A7EE1-81F2-4A93-931E-1CD51C78D8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609C44-6BD6-49B6-B12E-0D476499C8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BA1F2F-D3BC-41DE-9D50-BC3DA78B4A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02982-4BB4-493F-961D-8992DB98B6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3BADC-D8AF-4DF3-A70C-860FC11EAF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ADBBE3-1908-432A-97F4-8D601A0DE0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DB711-26BA-4569-BD9F-F7616BE150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B027D0-BA7D-4B39-B351-AAA4F6F03E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B40EA-16FF-4891-9B42-4F9BDF253D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202DBD-2DA0-434C-ADB6-397EEC69D6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757BF-26A9-45CC-9BF1-6B0C87628D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0BAA69-5954-4AA3-981A-0F2D67643A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F614FA-8CF8-4239-9AAC-126A7211A1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A3FCD5-E3B3-4C93-87CD-831F02C526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B6EC02-E765-4919-BCD5-BC2D64ED10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B237D-3813-4C4F-AB79-610EE61FC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D9849E-8A88-494B-9D59-9D83FF5FC5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974C66-6B31-416F-9E8D-72A8E49874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2CDE6F-F831-44C9-95C6-594772E9E9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6EC9CC-A2BB-4B51-B140-B2541602EB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7BA0A7-310D-469F-B40C-C404F94D82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791D37-E101-4F41-A3B9-95DF66A4B59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2297CF-B004-4F6C-8672-1C4B94F44EF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2004-09-07T15:39:54Z</dcterms:modified>
  <cp:revision>12</cp:revision>
  <dc:subject/>
  <dc:title>PowerPoint Presentation</dc:title>
</cp:coreProperties>
</file>