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EE6E9D-0AE7-4D58-BFA5-8EC5082A29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A12838-510D-4550-8DBB-8070E1E717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7F89E5-04DF-4E46-BE65-336131173C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FDE8F-B0E2-47F2-B99E-E8D5C3C16F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8BDD42-8771-456C-B9B5-83B965A22B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8E3FC0-BDB8-4D95-82BC-7E6A5DA535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75AE4D-18AC-4008-84DA-AA8078046FA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14321F-4EC9-45A5-86BB-3C08D83098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E73C35-8A17-4B45-902A-1603FF3C32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A081A9-96B6-4680-B32B-D7160F119C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7D5258-565F-4E69-998D-00F17FE6B10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B8A9ED-14F1-4C22-8ED1-8E42FC771E3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63E894-6B23-46D7-8A68-9B132F2747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BF2232-F725-4BEA-9832-AC3F849F07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4ED38A-F3CC-40AE-A407-8AE89D4297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7AFD5E-EF41-4A25-AB7E-D77E6F9E45B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14F559-2445-4304-B3BC-3CC2D26C17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633060-4920-4048-95BE-20A46780EA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D5015C-A9E6-4AD0-8D16-C1D17DC25C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17CD8B-A6DB-4EBE-8A52-939BEAAD40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1D9B33-75E1-4E64-9ACD-D30704281D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A4D759-C3D6-4514-98B0-B88520D12A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F974FD-3D27-4532-88E3-0AB8CA8E67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05454F-D42D-454A-BFA8-486798AF77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6A80E4-CAA2-4897-B59F-17A38D2C368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D433E9B-4723-4FA8-8EE7-290136CBF37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Brian,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2005-01-26T20:25:37Z</dcterms:modified>
  <cp:revision>20</cp:revision>
  <dc:subject/>
  <dc:title>PowerPoint Presentation</dc:title>
</cp:coreProperties>
</file>