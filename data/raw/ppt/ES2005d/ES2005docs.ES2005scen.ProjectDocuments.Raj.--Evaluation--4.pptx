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D34D22-BABD-41FD-90D1-AB849533CF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1FD2C5-885E-4712-A05C-99C9271DE3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04CB35-FC5C-4826-BA36-4AB1F4EC2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228F1-74C7-4DA7-9A5B-5863AB13B6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3FCDF3-68AF-40A2-9144-6F84EBB73A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2CB465-7DE0-4B7D-83D1-31A3FD22619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649141-74C5-471D-A709-5B4817027A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F6C320-FC5D-4941-9401-9F249AAA8E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C8A3CE-8620-4994-96F1-4A01A69610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F4DBB7-520A-4512-A81F-36FDB2C789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F6B1D-BB49-4051-9E9E-F569EB6C07C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E75A23-385B-4781-822A-85182F6754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659081-1D1F-4109-936F-DAA85DDD05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2BA89E-72E6-4E95-87E3-18D7BFD8C1F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6A3D86-DE19-48AA-B1D2-8B3805DB51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F51C7C-B79B-479F-9C5D-AEF8D3E4E3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FF79B-64BF-43F9-8763-57CA379371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AD0033-D46F-4678-A91B-7F46AED1C80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763574-7DB0-43C5-B34C-BE1213D7D6E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48C137-CBE5-48C5-9485-676364F7AA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6C1542-616A-4F17-B8C1-4696540195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EC2496-7C1B-42D6-B9CE-A38EFDBFBE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09196C-AA09-4E1B-A82C-6DF1B76796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6DD7B5-2906-4822-A70A-F993C46D32D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71262C-2315-466B-AE37-4B6D7E8AF68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C05A708-F9EA-494E-AAB9-561E153E1E8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 Raj &gt;,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Strategy of the company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2005-01-26T21:08:55Z</dcterms:modified>
  <cp:revision>12</cp:revision>
  <dc:subject/>
  <dc:title>PowerPoint Presentation</dc:title>
</cp:coreProperties>
</file>