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5B121D1-F344-4D13-A1EA-1996DA93BB1A}"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6EBD5B8-1B0C-43A8-A1AB-11C2F10FBF3E}"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5B704A6-F3DF-4B64-83F2-A9A6E0336DB5}"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6DAA19A-48E9-46CA-BC39-4A07DEEA3F52}"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954BE83-1F83-4AA8-B83D-B795FCE43018}"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B7663AA-756E-474D-B7E4-33D2E7FEDBEA}"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021E73C-3EF4-40B8-B0F3-4DE9F770DB5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8C5887A-0C42-4C54-B5B6-62A948D1B0BA}"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329025C-DE01-475B-B925-8FBF81137485}"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6D893E6-167D-42A7-A4EB-9173D89F0E2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A4065A5-BAFB-477F-A1F7-6F59FF1EC5DD}"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8E35B7D2-6134-4D79-81B8-9BE14079DEEE}"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B906B68-C822-44B9-A1E2-4610D5EE845F}"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6E1C34E6-8A9C-4336-8A81-80A29219B813}"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E70240F-9B8D-4FD3-9889-0AF96FF211C6}"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53B76FE3-7C12-4A0F-B2C4-49674C7F10E3}"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7E40CA7-BE32-4701-86D5-7A8AE6BB65C7}"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21AB8FC-5B17-425F-8A66-CFAD5E59BDE3}"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4AAC685-27B4-4B52-A2E4-CF160BEE47C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0AA4A17-BF9D-4CA3-9F05-E8AE53407597}"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044C33C-51C6-4503-BA3A-F07F55320597}"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848738F-9BED-44DD-B851-BD39D4F9FBC4}"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FE3A3369-82BA-449B-98F7-DD821D3CB988}"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2489D8EA-4A66-4746-B3F4-ACB916539BAF}"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520F4A1-6451-414F-B884-EDF45CB9911A}"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618585-08E2-4CBC-A625-8EFA88A4AFD8}"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2005-01-26T20:07:28Z</dcterms:modified>
  <cp:revision>11</cp:revision>
  <dc:subject/>
  <dc:title>PowerPoint Presentation</dc:title>
</cp:coreProperties>
</file>