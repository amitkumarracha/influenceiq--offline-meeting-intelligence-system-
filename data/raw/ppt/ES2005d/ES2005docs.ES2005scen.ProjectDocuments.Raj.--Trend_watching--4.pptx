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04110D-57C4-47CE-91A5-C8654F50166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CF5F07-5797-4549-AA23-AA0499ABFF8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585404-6E5C-49CC-8E7F-5F02D3DBC38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A13EB7-43BE-4905-95D9-41A99B3D83D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4F5200-B90C-4DBB-9FFE-BB35E07BA3F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392189-43C2-468E-B6FB-978859D1B29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D399CD-9239-4CDA-89E3-C2B15D4E414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87CA99-CA33-4E72-B702-BC42495AB52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F27E27-0CF0-4159-99DA-F7C6BF018BC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F2CA05-4F09-42D5-B747-C3096D70BDD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4E1739-F8FD-4EB2-8DD4-E10DB67FE7D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8F69C9E-DB51-4CD9-BA6D-CD87B688A6F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B9E9360-9EB3-4C61-B504-B9F9BFAAB4C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FC9303F-8334-4C76-8F8C-6F9E15ADE5C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FE62903-DF6A-4544-988F-07B7B4FB276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C229F8A-3CF4-4D4D-8B04-342C17C9FCD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2705CF8-E774-480F-82F1-063B059B496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284C36A-DC56-45D6-8411-8A8433C061F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EFA79D1-D64F-4E7E-BC43-363EE7EBF17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68B4B55-A749-46E4-B84D-723230FC045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F2BC549-C82A-4600-AE29-3D085A4F799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C7F21BE-BBA1-4A86-B756-7A5B8C4273B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7895588-B74F-46F7-B3E5-10F4D9AA47C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E4EBB79-2E81-4A9C-A348-1A48647B61C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6A517B0-D19C-4CFA-BB41-C2F0F2B9A07C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572F6C9-B28F-4359-B7C8-86BCAE20B0E6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Marketing Expert (Raj)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Methodology includes not only the recent remote control market survey but has also considered the latest  fashion trends of the market.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br>
              <a:rPr sz="3200"/>
            </a:b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9000"/>
          </a:bodyPr>
          <a:p>
            <a:pPr marL="343080" indent="-343080">
              <a:lnSpc>
                <a:spcPct val="8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pc="-1" strike="noStrike">
                <a:solidFill>
                  <a:srgbClr val="ffffff"/>
                </a:solidFill>
                <a:latin typeface="Tahoma"/>
              </a:rPr>
              <a:t>Executive Summary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Recent investigation of the remote control market shows the following: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- The most important aspect for remote controls happens to be a fancy look-and-feel, instead of the current functional look-and-feel. This aspect is twice as important as the second aspect.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- The second most important aspect is that a remote control should be technological innovative. In turn, this aspect is twice as important as the next aspect.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- The third most important aspect is that the remote control should be easy-to-use.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 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ffffff"/>
                </a:solidFill>
                <a:latin typeface="Tahoma"/>
              </a:rPr>
              <a:t>Recent Fashion Update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Fashion watchers in Paris and Milan have detected the following trends: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- This year, </a:t>
            </a:r>
            <a:r>
              <a:rPr b="0" i="1" lang="en-IN" sz="3200" spc="-1" strike="noStrike">
                <a:solidFill>
                  <a:srgbClr val="ffffff"/>
                </a:solidFill>
                <a:latin typeface="Tahoma"/>
              </a:rPr>
              <a:t>fruit &amp; vegetables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will be the most important theme for cloths, shoes, and furniture.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3200" spc="-1" strike="noStrike">
                <a:solidFill>
                  <a:srgbClr val="ffffff"/>
                </a:solidFill>
                <a:latin typeface="Tahoma"/>
              </a:rPr>
              <a:t>-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Also in contrast to last year, the feel of material is expected to be </a:t>
            </a:r>
            <a:r>
              <a:rPr b="0" i="1" lang="en-IN" sz="3200" spc="-1" strike="noStrike">
                <a:solidFill>
                  <a:srgbClr val="ffffff"/>
                </a:solidFill>
                <a:latin typeface="Tahoma"/>
              </a:rPr>
              <a:t>spongy.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2005-01-26T20:12:00Z</dcterms:modified>
  <cp:revision>10</cp:revision>
  <dc:subject/>
  <dc:title>PowerPoint Presentation</dc:title>
</cp:coreProperties>
</file>