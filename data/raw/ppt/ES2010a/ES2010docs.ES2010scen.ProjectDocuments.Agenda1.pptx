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3A173-0347-49CF-8A2C-11D7022165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F077E4-A9E5-44A1-A069-EA9C13CBA2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A53937-FDF2-406F-AF7D-57DFDDB413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5BDFC-5680-4EE6-8F06-2B0165C229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29F1E6-989F-42FB-A9FA-9264FAFDBC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B7DAB2-0F56-4799-9EFF-10D5139CD6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2597F-D406-4732-A051-98FC6B383C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651B10-BDF2-490F-911C-D76081830A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ED54CA-9A93-48BF-8E61-E297A3B91A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E210F3-0411-4F57-B25C-7BF9B2CA28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E89BC6-D9DA-4F08-BEF3-FC92CA1E76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315B2B-C3F8-44C7-BD28-2491BCF8D1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821769-745D-4789-8CC6-DAEB253E8E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17423-E594-4F3C-8C9C-9BDEB9A0A9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1E53B4-85DC-426D-8443-B5FE969C67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A5045B-D863-4619-A5E9-27F692012D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338964-F179-40B7-8617-066B19C8EE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8F602F-CA83-4EA5-8E23-24E9EA580B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20CA41-260A-4A9A-AC7D-89B640CAC7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F12FF-71D8-4ADC-87AC-CD1F0F903F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677041-1C25-45BF-8F7B-3738AE0C3D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5361E-2A9B-4F39-8711-4770742FA8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EBE5E4-11A9-4CED-A07A-6877F1C77A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9C1D8-EAEF-4782-AAC9-93C0EC4D78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B71F1B-C643-4E67-9E9A-C0F4981EEAA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F7F4F9-AAA9-4B13-B7BC-A9ED2CD32C1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Goals of this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user req. – what needs and desires are to be fulfilled?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tech. functions – what is the effect of the apparatus?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working design – how will it perform its functions?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499200" y="3245760"/>
            <a:ext cx="2145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selling price – 25 €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Product Req.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For TV only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Color and slogan on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2005-02-16T17:30:53Z</dcterms:modified>
  <cp:revision>21</cp:revision>
  <dc:subject/>
  <dc:title>PowerPoint Presentation</dc:title>
</cp:coreProperties>
</file>