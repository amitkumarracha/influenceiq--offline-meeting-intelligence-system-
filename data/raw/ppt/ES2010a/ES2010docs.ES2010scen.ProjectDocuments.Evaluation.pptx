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0BB232-ABDB-4A33-9E93-114C041D69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FC76F-7559-44E4-9E08-87EBBF98F1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AF988-A114-4491-BD5A-E1F7B5EA10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DAAAB7-36C3-4298-B629-73C1FBB503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07DE5-270A-4C32-B600-203F547540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3364AE-0E03-418E-AE74-E778301E6D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46A6F-461E-43D3-93EB-6E185B2CF8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1DA7F5-5D1A-4F18-839F-CAA986CA59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4FCF0D-63FF-4619-B1EF-A30C96F1AC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3F4464-C25C-4A0A-8761-C1C6AA226C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C0549-209A-446C-AD27-4CB38B550C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A82D6-E67E-4AB7-97FD-8B26127CC8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47FD0C-4D6F-41B8-A88A-2C3F06516F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8F2801-D584-4482-A863-E1DBD967BB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0E426E-2D7C-43A1-9CB6-14E35116B2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13E383-EBD7-4D6B-BA6B-02D92DF1F9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FBE9EA-40F5-4C3B-B052-35B9DD8491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348BA-53C3-4BF7-8887-12434236AD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6B8B27-1279-46E7-86FE-EB95F4A20A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8F7225-5952-42D8-8DF3-4FE958F399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B67DC6-E53E-48FD-94DA-C07B1B7EC5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E5849-DF9C-4556-B034-09A8EFB253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D1FC08-49D8-43E9-A7CC-195887A163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D091AA-3A6F-445B-B19A-926AF13D3D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9C8152-DB51-4A32-BE35-D3F6247AF89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7EB642-E1B1-4FDC-AA2B-4CF0240DFC8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pc="-1" strike="noStrike">
                <a:solidFill>
                  <a:srgbClr val="33cc33"/>
                </a:solidFill>
                <a:latin typeface="Georgia"/>
              </a:rPr>
              <a:t>Evaluation criteria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Courtney Jordan, Marketing Expert Extraordinare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Is Our Remote…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Feel-good?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Technologically Innovative?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Squishy or covered in vegetables/fruits?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Evaluation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57000"/>
            <a:ext cx="7715160" cy="456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0" name=""/>
          <p:cNvGraphicFramePr/>
          <p:nvPr/>
        </p:nvGraphicFramePr>
        <p:xfrm>
          <a:off x="1042920" y="2637000"/>
          <a:ext cx="6919560" cy="2364840"/>
        </p:xfrm>
        <a:graphic>
          <a:graphicData uri="http://schemas.openxmlformats.org/drawingml/2006/table">
            <a:tbl>
              <a:tblPr/>
              <a:tblGrid>
                <a:gridCol w="988200"/>
                <a:gridCol w="988920"/>
                <a:gridCol w="988200"/>
                <a:gridCol w="988920"/>
                <a:gridCol w="988200"/>
                <a:gridCol w="988920"/>
                <a:gridCol w="988200"/>
              </a:tblGrid>
              <a:tr h="151884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True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False 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46000"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2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4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5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6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4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7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0000" marR="90000">
                    <a:lnL w="4320">
                      <a:solidFill>
                        <a:srgbClr val="000000"/>
                      </a:solidFill>
                    </a:lnL>
                    <a:lnR w="4320">
                      <a:solidFill>
                        <a:srgbClr val="000000"/>
                      </a:solidFill>
                    </a:lnR>
                    <a:lnT w="4320">
                      <a:solidFill>
                        <a:srgbClr val="000000"/>
                      </a:solidFill>
                    </a:lnT>
                    <a:lnB w="432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33cc33"/>
                </a:solidFill>
                <a:latin typeface="Georgia"/>
              </a:rPr>
              <a:t>Good Job, Team!</a:t>
            </a:r>
            <a:endParaRPr b="0" lang="en-IN" sz="4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Our remote model, slightly resembling a giant and delicious cookie, appears to be a winner.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will sell millions!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2005-02-16T21:01:30Z</dcterms:modified>
  <cp:revision>12</cp:revision>
  <dc:subject/>
  <dc:title>PowerPoint Presentation</dc:title>
</cp:coreProperties>
</file>