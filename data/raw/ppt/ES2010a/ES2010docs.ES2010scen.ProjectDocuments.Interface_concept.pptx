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png" ContentType="image/pn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E8BC24-AF5B-4207-BBEC-82B2DC6DDD1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F329C0-07A0-45D8-8149-BB0DCCE6F10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1BE40B-28C6-4CB6-A40C-4E4627D7AA0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44EEF0-FEDE-4226-AA05-7A755FE6934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FFB795-FA19-4F9A-9884-71A8C4A3722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A0005D-F4F3-4355-BC94-F99C5809412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4945BC-3186-4E69-9A7C-6E306DD7F2D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7E8EFE-9B55-47C5-9DCC-CB860FF389B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9C425A-7854-4147-BAFF-CB96A89BE14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D605CF-4D6E-45DD-8D11-209C69B2EEA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1A2D56-24E7-49DE-BBB1-1192E7098ED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95F86E-83C2-482A-83C7-F6CCEAF6B2E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909998-685F-4776-A678-2FB173D8CAD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5B6153-81B3-4AA5-8BC1-FD600AD9089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A41F56-9AC2-466E-8BEC-117EFF567D9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12C6F2-8F85-4330-9D66-7C3E854096F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7BAF57-17DE-4A03-B7FD-52D790D0F27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E713C8-85FB-4DDE-A3DA-5CDA25EE337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87EB5DA-4283-4496-B223-43714F9252D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567BB8-F756-45D7-9C78-2231F0BB45C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6A6C93F-164D-4795-B21F-F1587F8FE98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D8C750B-4277-4809-A796-2C9083D0994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0CD7A1-8F89-4F17-8AE1-6FEEBE33D8D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F9DC70-66F8-43CA-B67F-DEA2E310E21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F860B2D-A756-4E71-8957-6A7E009A1A50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B448CB7-C82D-4C94-BDD8-7B5E6AD3AAE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://www.apple.com/ipod/specs.html" TargetMode="Externa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jpeg"/><Relationship Id="rId3" Type="http://schemas.openxmlformats.org/officeDocument/2006/relationships/image" Target="../media/image7.jpeg"/><Relationship Id="rId4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 descr="iPod 40G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6516720" y="620640"/>
            <a:ext cx="2190600" cy="3743280"/>
          </a:xfrm>
          <a:prstGeom prst="rect">
            <a:avLst/>
          </a:prstGeom>
          <a:ln w="0">
            <a:noFill/>
          </a:ln>
        </p:spPr>
      </p:pic>
      <p:pic>
        <p:nvPicPr>
          <p:cNvPr id="97" name="" descr=""/>
          <p:cNvPicPr/>
          <p:nvPr/>
        </p:nvPicPr>
        <p:blipFill>
          <a:blip r:embed="rId3"/>
          <a:stretch/>
        </p:blipFill>
        <p:spPr>
          <a:xfrm>
            <a:off x="611280" y="620640"/>
            <a:ext cx="2957400" cy="3705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395280" y="404640"/>
            <a:ext cx="3287880" cy="3697560"/>
          </a:xfrm>
          <a:prstGeom prst="rect">
            <a:avLst/>
          </a:prstGeom>
          <a:ln w="0">
            <a:noFill/>
          </a:ln>
        </p:spPr>
      </p:pic>
      <p:sp>
        <p:nvSpPr>
          <p:cNvPr id="99" name=""/>
          <p:cNvSpPr/>
          <p:nvPr/>
        </p:nvSpPr>
        <p:spPr>
          <a:xfrm>
            <a:off x="4211640" y="1197000"/>
            <a:ext cx="4392720" cy="1191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22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600" spc="-1" strike="noStrike">
                <a:solidFill>
                  <a:srgbClr val="ffffff"/>
                </a:solidFill>
                <a:latin typeface="Arial"/>
              </a:rPr>
              <a:t>Buttons by feel. – shape and type</a:t>
            </a:r>
            <a:endParaRPr b="0" lang="en-IN" sz="3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395280" y="836640"/>
            <a:ext cx="4097520" cy="4521240"/>
          </a:xfrm>
          <a:prstGeom prst="rect">
            <a:avLst/>
          </a:prstGeom>
          <a:ln w="0">
            <a:noFill/>
          </a:ln>
        </p:spPr>
      </p:pic>
      <p:sp>
        <p:nvSpPr>
          <p:cNvPr id="101" name=""/>
          <p:cNvSpPr/>
          <p:nvPr/>
        </p:nvSpPr>
        <p:spPr>
          <a:xfrm>
            <a:off x="4859280" y="1341360"/>
            <a:ext cx="3457800" cy="825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Arial"/>
              </a:rPr>
              <a:t>Specific design for a certain demographic.</a:t>
            </a:r>
            <a:r>
              <a:rPr b="0" lang="en-GB" sz="1800" spc="-1" strike="noStrike">
                <a:solidFill>
                  <a:srgbClr val="ffffff"/>
                </a:solidFill>
                <a:latin typeface="Arial"/>
              </a:rPr>
              <a:t> 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" descr="Photo of a set of remote controls"/>
          <p:cNvPicPr/>
          <p:nvPr/>
        </p:nvPicPr>
        <p:blipFill>
          <a:blip r:embed="rId1"/>
          <a:srcRect l="50997" t="28543" r="33054" b="0"/>
          <a:stretch/>
        </p:blipFill>
        <p:spPr>
          <a:xfrm>
            <a:off x="179280" y="0"/>
            <a:ext cx="3189240" cy="6048360"/>
          </a:xfrm>
          <a:prstGeom prst="rect">
            <a:avLst/>
          </a:prstGeom>
          <a:ln w="0">
            <a:noFill/>
          </a:ln>
        </p:spPr>
      </p:pic>
      <p:pic>
        <p:nvPicPr>
          <p:cNvPr id="103" name="" descr="Photo of a set of remote controls"/>
          <p:cNvPicPr/>
          <p:nvPr/>
        </p:nvPicPr>
        <p:blipFill>
          <a:blip r:embed="rId2"/>
          <a:srcRect l="81926" t="0" r="0" b="0"/>
          <a:stretch/>
        </p:blipFill>
        <p:spPr>
          <a:xfrm>
            <a:off x="6516720" y="0"/>
            <a:ext cx="2373120" cy="5877000"/>
          </a:xfrm>
          <a:prstGeom prst="rect">
            <a:avLst/>
          </a:prstGeom>
          <a:ln w="0">
            <a:noFill/>
          </a:ln>
        </p:spPr>
      </p:pic>
      <p:pic>
        <p:nvPicPr>
          <p:cNvPr id="104" name="" descr="Photo of a set of remote controls"/>
          <p:cNvPicPr/>
          <p:nvPr/>
        </p:nvPicPr>
        <p:blipFill>
          <a:blip r:embed="rId3"/>
          <a:srcRect l="16524" t="0" r="65132" b="0"/>
          <a:stretch/>
        </p:blipFill>
        <p:spPr>
          <a:xfrm>
            <a:off x="3635280" y="0"/>
            <a:ext cx="2492640" cy="6093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" descr="Photo of a set of remote controls"/>
          <p:cNvPicPr/>
          <p:nvPr/>
        </p:nvPicPr>
        <p:blipFill>
          <a:blip r:embed="rId1"/>
          <a:stretch/>
        </p:blipFill>
        <p:spPr>
          <a:xfrm>
            <a:off x="611280" y="1052640"/>
            <a:ext cx="7848360" cy="4646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2005-02-16T19:46:27Z</dcterms:modified>
  <cp:revision>9</cp:revision>
  <dc:subject/>
  <dc:title>PowerPoint Presentation</dc:title>
</cp:coreProperties>
</file>