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9819B0-2233-4953-AA1D-E1F4D0A3F8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1EB155-8C33-44B3-BD2A-C6D49E025D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0DEB94-8512-4D3F-996F-BF43912C7E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AFB2BF-67F6-41CD-B5C6-9D1E0DEC57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874083-61EF-453A-9C11-4CC8472DBD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43D394-A0C5-4366-891C-16E4CD9DFE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32373B-012D-4A18-9E58-39041C85E7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EBFE6D-01C3-4A14-8E4B-15960A5EE1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50904E-679B-4293-9802-4632ADB5A1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964119-444C-41FD-893C-3ED2CF24E0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6F6461-4D13-4B50-85CC-F3D09856259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E32198-336F-4283-AB46-01AF33D9F6D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D5BE72-60AC-4F5B-B315-F840AC1B3F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75F231-5FA8-408B-B058-D71C76ACDB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456FE1-E61C-4451-9E77-B2B2B98D33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0A0D16-F798-46AA-8694-0C9915FB80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F5C109-FFAA-4504-90D9-F6D4B80FF2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EC53D6-4BB8-4ADB-A4FE-658D8FA922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D3DE47-E8A8-4CD9-9913-84B61CF2B2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228D0C-42A3-4625-8DE5-88DAECD516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D6381E-F8E3-4EE0-AA0F-945F488714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763481-14E5-464A-BD8E-8F94718BDB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72E9DA-A664-4C7C-BC2A-A7722809418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6D1808-38E9-40CB-BEB1-829BE62BC68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59DF14-CFAD-428E-8EB0-FF714C4AF98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43B20A2-AFB4-4894-A032-48E4EFD2352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Courtney Jordan,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What the User Thinks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 the lab, we observed the remote control use among subjects (N = 100) who also filled in a questionnaire.  We found: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       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68360" y="14842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Channel, volume, power buttons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39640" y="1628280"/>
            <a:ext cx="7561440" cy="459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Modern, eye-catching design…yet simple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Functionality of product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Open to wide range of consumers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Hip, but not corny, marketing scheme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Speech recognition is a highly advanced property for remotes that consumers are interested in, and should be considered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7308720" y="2276640"/>
            <a:ext cx="1835280" cy="183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2005-02-16T17:37:12Z</dcterms:modified>
  <cp:revision>13</cp:revision>
  <dc:subject/>
  <dc:title>PowerPoint Presentation</dc:title>
</cp:coreProperties>
</file>