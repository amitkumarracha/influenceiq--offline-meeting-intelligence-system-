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18587C-A316-49E2-AF02-B71B2B0DB1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AF0AC6-C216-4324-A3C0-1CB9E2C4A4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F2B229-2159-4922-8D05-7CA4FA1CB7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9C9E15-B123-4B70-AF2B-215F44AAB0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5452F1-FF20-4383-BB3E-BB9248EDE6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FBC03-1790-4AD5-B553-47B1C8FF7C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EBD0B7-46F2-460B-B9CD-3CBEE8EC18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992AD1-E1A8-4B53-B49D-B55D40D35A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62F2A6-D53F-4B09-A3DB-96E2D842C9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48A61D-45FE-4682-985C-E1218898BE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635D5-0FCC-46F9-ABEA-5E0A9C55AA7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64AD93-7514-4D0C-ADDC-CE3148FFC97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994B88-FC64-49C3-8349-C48EB7AD14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6EBEEC-7C62-498F-B443-686F7D023A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5D808-67CC-4CCC-A2DB-808A6F5D96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B7778-79C8-4524-ACB3-47FA4EA9D8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142BA-D907-4209-9FC7-1E332EF59B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2395A6-D18B-4396-B3C0-574D08F376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E2648A-03D2-43D4-853C-07B31D3B65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05C617-B7AA-4D1B-BC6F-F2316A5D65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DC065C-259C-4E6F-8622-ABA142D22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B76F83-1D9B-43D8-9277-D0AA573051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091458-5017-4120-95EB-E1831A95D2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A19A83-AE27-47D9-84F6-BB8FAF3B65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8D7F81-F22C-4F02-9919-BDCF0F109A1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F652D7-5541-4A5A-BB6B-CD04ADB7CF4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