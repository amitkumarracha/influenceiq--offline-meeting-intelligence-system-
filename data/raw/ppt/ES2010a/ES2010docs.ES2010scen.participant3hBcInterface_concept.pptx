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png" ContentType="image/pn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3EDB37-B105-4C44-8BC6-5086487DF1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647BBE-1E57-4E32-A876-836D2A5DB5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5091C1-D1E1-4F49-8A60-3813790599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CA4934-43E7-4922-8FF3-8F89CF43CF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4FE55C-1092-400E-AED3-04C7BDFF59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21B6D0-2F57-4E84-832B-CA4CBDFF65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05AAC5-C6BE-4BB2-8D33-7EE7CC17C8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2142DA-72DB-42D0-9F61-82940B865E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B04599-EC1C-4D21-9340-B62419DBF1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72452D-CA32-408B-B8BD-1AD386932E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543312-B28A-43E9-A84A-405EC602B30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163481-C8C1-4F0B-8E76-D6A8C0800AA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0C7EB7-9D95-4711-9CD9-9361062700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97E6C7-09B4-43F6-8171-E9C88DAB79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0BC326-94E0-4592-9CC0-E775D51325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CFFE3A-64A1-4B10-BACE-205DD250E7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29CD18-FDC6-465D-B978-9E19D723A6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3488B7-8948-43A5-A4BF-EBA38A1E9F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3D4CF0-62A0-42EF-85EB-3AAFA8FBB6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A2CA1D-0E6A-4F13-A2A3-27EABBFBE4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7D5788-1D67-4832-8821-27B7F52116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907505-C9B3-49FD-8ED6-907C806F3A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02D8C5-853F-46B9-86E7-4574773AFEB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E62C6B-0B31-4693-81A4-BD5D4D4290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D5F6D51-DDBC-41B2-8F94-98EDBA2A308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D95BC60-43DF-4283-8E79-9589DF10798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516720" y="620640"/>
            <a:ext cx="2190600" cy="3743280"/>
          </a:xfrm>
          <a:prstGeom prst="rect">
            <a:avLst/>
          </a:prstGeom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3"/>
          <a:stretch/>
        </p:blipFill>
        <p:spPr>
          <a:xfrm>
            <a:off x="611280" y="620640"/>
            <a:ext cx="2957400" cy="370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395280" y="404640"/>
            <a:ext cx="3287880" cy="3697560"/>
          </a:xfrm>
          <a:prstGeom prst="rect">
            <a:avLst/>
          </a:prstGeom>
          <a:ln w="0">
            <a:noFill/>
          </a:ln>
        </p:spPr>
      </p:pic>
      <p:sp>
        <p:nvSpPr>
          <p:cNvPr id="99" name=""/>
          <p:cNvSpPr/>
          <p:nvPr/>
        </p:nvSpPr>
        <p:spPr>
          <a:xfrm>
            <a:off x="4211640" y="1197000"/>
            <a:ext cx="4392720" cy="1191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600" spc="-1" strike="noStrike">
                <a:solidFill>
                  <a:srgbClr val="ffffff"/>
                </a:solidFill>
                <a:latin typeface="Arial"/>
              </a:rPr>
              <a:t>Buttons by feel. – shape and type</a:t>
            </a:r>
            <a:endParaRPr b="0" lang="en-IN" sz="3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5280" y="836640"/>
            <a:ext cx="4097520" cy="452124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4859280" y="1341360"/>
            <a:ext cx="3457800" cy="825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Arial"/>
              </a:rPr>
              <a:t>Specific design for a certain demographic.</a:t>
            </a: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Photo of a set of remote controls"/>
          <p:cNvPicPr/>
          <p:nvPr/>
        </p:nvPicPr>
        <p:blipFill>
          <a:blip r:embed="rId1"/>
          <a:srcRect l="50997" t="28543" r="33054" b="0"/>
          <a:stretch/>
        </p:blipFill>
        <p:spPr>
          <a:xfrm>
            <a:off x="179280" y="0"/>
            <a:ext cx="3189240" cy="604836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Photo of a set of remote controls"/>
          <p:cNvPicPr/>
          <p:nvPr/>
        </p:nvPicPr>
        <p:blipFill>
          <a:blip r:embed="rId2"/>
          <a:srcRect l="81926" t="0" r="0" b="0"/>
          <a:stretch/>
        </p:blipFill>
        <p:spPr>
          <a:xfrm>
            <a:off x="6516720" y="0"/>
            <a:ext cx="2373120" cy="587700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Photo of a set of remote controls"/>
          <p:cNvPicPr/>
          <p:nvPr/>
        </p:nvPicPr>
        <p:blipFill>
          <a:blip r:embed="rId3"/>
          <a:srcRect l="16524" t="0" r="65132" b="0"/>
          <a:stretch/>
        </p:blipFill>
        <p:spPr>
          <a:xfrm>
            <a:off x="3635280" y="0"/>
            <a:ext cx="2492640" cy="609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" descr="Photo of a set of remote controls"/>
          <p:cNvPicPr/>
          <p:nvPr/>
        </p:nvPicPr>
        <p:blipFill>
          <a:blip r:embed="rId1"/>
          <a:stretch/>
        </p:blipFill>
        <p:spPr>
          <a:xfrm>
            <a:off x="611280" y="1052640"/>
            <a:ext cx="7848360" cy="464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2005-02-16T19:46:27Z</dcterms:modified>
  <cp:revision>9</cp:revision>
  <dc:subject/>
  <dc:title>PowerPoint Presentation</dc:title>
</cp:coreProperties>
</file>