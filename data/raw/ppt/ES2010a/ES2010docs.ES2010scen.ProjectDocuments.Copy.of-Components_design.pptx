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990423-76D6-4899-9CF7-502D30116B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402D7C-5C35-4066-9CF0-6826788F44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288C43-908F-4525-87EF-8FB0032BDC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5FCF1A-EE06-443E-BBE7-411E7BB84B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4645A7-8D22-430E-81FD-07701AB21BE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53DB3F-EC9D-4562-A86F-10128E3392B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3A4C3E-9F38-4301-A5C1-BA406FEDD3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BA4BCC-7290-4E5A-9E24-7A062E77C7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2CF838-6D5D-4DC5-83F7-420A363A9D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4CDCC8-6B93-4D4F-BE3A-A8221EA9AD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4C2056-D9F5-4B0F-8381-84D4C4F8F58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75609B-1B31-4B9A-B052-A5F9F2E611B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5459F6-738B-41CE-A357-76E7BD7D6E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95FB31-0588-488A-B96F-6C315973D2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BB3282-D344-4CE7-B41E-8F78CB46A1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FE43DE-A484-4714-9AB6-9724206C1C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48D91A-9E64-451E-9676-531489668F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B21064-47FD-4A2D-A4E4-AA3F8646595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30472A-ADE2-46F4-B56A-E903D089C9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1DB7CF-038C-4262-9737-2FD4806C26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355503-E71C-41C5-A167-D5EE751EC3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BF81A7-AD11-47E9-A3D5-8BAF8FFB37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78F1C1-7915-43A8-A09B-C663778B913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54A04B-0C05-4133-9562-0470BEC1288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1BA092D-8D3E-4434-BFB5-3E6B8233EB3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0038C3A-E66F-4962-AE14-0603FECED4E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Amber MacAdam,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Basic Remote Operation: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Pressed button makes connection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Chip sense connection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Chip produces Morse-code infrared signal specific to that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Transistors amplify the signal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Sensor on TV interprets the signal and responds accordingly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Tahoma"/>
              </a:rPr>
              <a:t>Findings-</a:t>
            </a:r>
            <a:r>
              <a:rPr b="0" lang="en-GB" sz="4000" spc="-1" strike="noStrike">
                <a:solidFill>
                  <a:srgbClr val="ffffff"/>
                </a:solidFill>
                <a:latin typeface="Tahoma"/>
              </a:rPr>
              <a:t>Required Materials for basic internal construction:</a:t>
            </a:r>
            <a:br>
              <a:rPr sz="4000"/>
            </a:b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197000"/>
            <a:ext cx="8229600" cy="492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Rubber for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Aluminium for battery contacts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Integrated circuit –diode, transistor, resonator, resistors, capacitor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Fiber glass and thin copper wire to create circuit board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Contact disks for the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Plastic for casing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save money the components of the remote should be mass produced and the basic materials should be bought on mass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If we find another company who can produce the required chips, casing, LED and additional materials at a less expensive rate then we, ourselves, can we should go for it.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Suggested Power Options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cells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Hand dynamo?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Kinetic power – shake to create power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Suggested Casing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Offer Options for casing: straight, curved, double curved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Offer Options in materials: plastic, rubber, titanium, wood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Restrictions: Latex = no solar power, and double curved = no titanium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Scroll function instead of buttons as option?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2005-02-16T19:41:35Z</dcterms:modified>
  <cp:revision>12</cp:revision>
  <dc:subject/>
  <dc:title>PowerPoint Presentation</dc:title>
</cp:coreProperties>
</file>