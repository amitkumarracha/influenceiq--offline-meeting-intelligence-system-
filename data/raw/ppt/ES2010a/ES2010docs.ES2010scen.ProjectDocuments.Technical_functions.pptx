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567E79-84CB-4B6A-BCBE-ABBFEB8D0B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43DE4F-922C-485C-8BD6-4DB18D7A96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0E2520-F1F1-4DF3-BE24-3406BB1EDD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51C700-EE00-4420-9437-5C410FC9DA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39FE85-9A28-48D5-B84E-1263DC0525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98917B-E907-4DFD-BD51-A80CE1C34E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99206B-0107-42F7-AFD0-3C1FDB6DE2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6E4E07-9325-4C68-886F-4051D4FE8A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412B1B-8B55-4334-B2DC-7E74039621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F2A343-B7B6-4FE5-B140-30AF01DEFC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3674E6-AB8A-4252-B7DC-1D1E8D0FFD2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98BCF9-AEE5-4E53-BF49-F2DE90B7FB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8479AC-BBC7-4E7A-9FC8-F28B3C83FB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B8AD8B-67B2-4CFD-AD21-39C2AF9239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B96303-E4AD-476E-BBEC-3C832BC27F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207D0C-90D0-41E3-A360-732E631FF3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55C46A-EE01-4D75-99EB-0EFD480554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C98280-340E-449D-8591-2B747B163F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44B242-16AB-4B64-BCBC-79847216FD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F05C86-1103-43BD-8278-FA08CFB640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1CFA9B-CB5C-4E15-9534-7CE8EC2007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3FB313-A1A3-4128-B6DE-7D3730DDC4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A26521-943C-44CE-8FB0-3607AD8BBE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B0F532-CE96-4C74-B54F-0B6516E6F81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A7D4228-D070-48CA-A322-DB4C72D20DB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7772A0-8EC9-4BE6-8FC0-FD556957DF2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Fenella Watson,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basically to send messages to the television set. Example messages are: "switch on", "switch off", "switch to next channel", "switch to channel 9", "turn volume up", etc.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Considerations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"/>
          <p:cNvSpPr/>
          <p:nvPr/>
        </p:nvSpPr>
        <p:spPr>
          <a:xfrm>
            <a:off x="611280" y="1341360"/>
            <a:ext cx="7056360" cy="3949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Needs to include: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numbers 0 – 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on/off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channel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volume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mute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functions for VHS/DVD – play, rewind, fast forward, stop,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pause, Enter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Menus – for DVD as well as TV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395280" y="189000"/>
            <a:ext cx="1930320" cy="65246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6948360" y="404640"/>
            <a:ext cx="1762200" cy="595008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635280" y="1773360"/>
            <a:ext cx="46087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Types of design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Questions to Consider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do we want to include?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simple/complex should it be?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are needed to complete the installation process?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2005-02-16T17:28:00Z</dcterms:modified>
  <cp:revision>9</cp:revision>
  <dc:subject/>
  <dc:title>PowerPoint Presentation</dc:title>
</cp:coreProperties>
</file>