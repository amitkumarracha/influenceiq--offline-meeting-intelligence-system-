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11ED82-0520-4B0A-AB46-BF3608AB74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01CEB8-9C9F-4492-8E41-D5337D1F14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6F8A6C-85C8-465D-B660-5B82A0388B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BF1033-4F42-4877-9347-9A0AE3D3D8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69434A-7514-40A7-8CD4-6CF2EE86D2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A768D5-35B0-4E2F-AFCD-ABF5586022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290DBA-B271-430D-9774-C746AB0BC4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56EC20-5B2A-4D1F-BC9F-4F55BE9879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1FE4AD-8420-4509-806E-75201AAF4E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C94A27-5CE3-4CD3-A28B-AB07479E28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9257CF-83E3-4C55-B867-262F955B41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A248AC-F179-49A8-ABFF-D14D1BE5FEC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29FAD2-19D9-494E-A9FC-C8B060F445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19EBFC-75B3-453F-A7C4-37D86E3238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DE069C-4D97-443F-8859-7749A0E519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5A1C4F-427A-4CFF-AD7A-8E6D66886A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5ECDBD-EE9A-474A-8283-050D4D8401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2A97BA-4003-4223-A0A1-D52B02B30E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AE4A3E-ABC8-4608-BF83-9EBB2F91D2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C46D38-B16C-467F-BAB4-AA371F791D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8E52A5-23DC-4FDD-B9BD-0645AFFA4F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848CA7-FFAC-47AD-9EB7-E2900DCB40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D0F5BE-5092-440E-83E3-56A433F283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E4DC13-1858-4564-B78F-58DA6C1225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F247F79-49DB-41FD-87A2-707ECBEF4F5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5B42BC-B210-4B14-9848-E35B2F679B1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Fenella Watson,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Considerations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"/>
          <p:cNvSpPr/>
          <p:nvPr/>
        </p:nvSpPr>
        <p:spPr>
          <a:xfrm>
            <a:off x="611280" y="1341360"/>
            <a:ext cx="7056360" cy="39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Needs to include: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numbers 0 – 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on/off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channel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volume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mute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functions for VHS/DVD – play, rewind, fast forward, stop,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pause, Enter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Menus – for DVD as well as TV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395280" y="189000"/>
            <a:ext cx="1930320" cy="65246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948360" y="404640"/>
            <a:ext cx="1762200" cy="595008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635280" y="1773360"/>
            <a:ext cx="46087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Types of design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Questions to Consider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do we want to include?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simple/complex should it be?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are needed to complete the installation process?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2005-02-16T17:27:52Z</dcterms:modified>
  <cp:revision>9</cp:revision>
  <dc:subject/>
  <dc:title>PowerPoint Presentation</dc:title>
</cp:coreProperties>
</file>