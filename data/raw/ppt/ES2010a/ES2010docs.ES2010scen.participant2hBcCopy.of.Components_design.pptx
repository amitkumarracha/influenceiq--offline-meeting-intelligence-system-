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D4E515-3AE8-4AFE-AB87-E1BB073C526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EF4F92-88BF-43E4-AF6E-1F0AA64EB3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EB61DC-4A68-4709-BA03-F527660D88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8DD748-624E-48B0-A734-CF299A5D74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9C17F9-0482-4F07-A1AD-940D0176AB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321E52-C1BC-4787-BAC4-4EE63D48B49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A46AE5-828F-4594-BAD9-9C455B14213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0404C4-C88E-4783-80A0-DEE50DFCB51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439B84-BAF9-47F1-9D20-E766BAB49B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71ED96-B128-46C7-BEE9-CEC63275169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1B8BAF-33FF-4A7D-A9EB-620F9AB2220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0ACFC-0604-4987-82C7-00AFF956D45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535310-1EFF-418D-9F74-B5A498E8BB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8270C8-9E48-4EF4-81D0-4B7036AAAF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A08152-1D65-46C9-9203-2AFA67A30B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3F179A-E132-45DC-86DA-9A54026C9CF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7F06E0-001B-49D7-BACC-841F3B36203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9BC9BC-3BE4-4B75-A6D4-FF83C1831ED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1C5A2E-A0E0-43B7-9A15-C9E1267A91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7A0928-E1C2-4E8D-8D7E-5BD5CFF880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112764-EAC9-4AA4-B7AE-6FCEB85B9C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C70F1E-222D-4BA1-BF8A-6847312EDC8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A1D23A-B4CA-4AB1-9E72-C5D435820A3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A409BF-545D-4DFF-84EE-C72328DA5D8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705E253-532F-47C9-998B-27F9FEA9544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BB21C6C-67D3-403C-8716-1EDF0DB5D4A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Amber MacAdam,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Basic Remote Operation: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Pressed button makes connection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Chip sense connection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Chip produces Morse-code infrared signal specific to that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Transistors amplify the signal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Sensor on TV interprets the signal and responds accordingly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pc="-1" strike="noStrike">
                <a:solidFill>
                  <a:srgbClr val="ffffff"/>
                </a:solidFill>
                <a:latin typeface="Tahoma"/>
              </a:rPr>
              <a:t>Findings-</a:t>
            </a:r>
            <a:r>
              <a:rPr b="0" lang="en-GB" sz="4000" spc="-1" strike="noStrike">
                <a:solidFill>
                  <a:srgbClr val="ffffff"/>
                </a:solidFill>
                <a:latin typeface="Tahoma"/>
              </a:rPr>
              <a:t>Required Materials for basic internal construction:</a:t>
            </a:r>
            <a:br>
              <a:rPr sz="4000"/>
            </a:b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197000"/>
            <a:ext cx="8229600" cy="492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Rubber for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Aluminium for battery contacts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Integrated circuit –diode, transistor, resonator, resistors, capacitor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Fiber glass and thin copper wire to create circuit board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LED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Contact disks for the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Plastic for casing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Power source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 save money the components of the remote should be mass produced and the basic materials should be bought on mass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If we find another company who can produce the required chips, casing, LED and additional materials at a less expensive rate then we, ourselves, can we should go for it.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Suggested Power Options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Solar cells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Hand dynamo?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Kinetic power – shake to create power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Suggested Casing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Offer Options for casing: straight, curved, double curved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Offer Options in materials: plastic, rubber, titanium, wood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Restrictions: Latex = no solar power, and double curved = no titanium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Scroll function instead of buttons as option?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2005-02-16T19:41:35Z</dcterms:modified>
  <cp:revision>12</cp:revision>
  <dc:subject/>
  <dc:title>PowerPoint Presentation</dc:title>
</cp:coreProperties>
</file>