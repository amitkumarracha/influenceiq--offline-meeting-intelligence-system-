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D42979-5C2E-4545-BDB9-5F7CAF4D67F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CD1196-9324-489B-8FCC-0303C2C343A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4254FA-097A-4D94-862A-86FCFB60639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C57495-6D19-447F-A472-7B701E4D07F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A46E0C-44A2-4ADA-8045-8CE4670C070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059D01-17A1-4B2D-8709-645253AEBBD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69D518-D0A9-4DA5-BB54-E27C7C6ECB5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471F2E-26FA-4BA2-8617-92F52E3408E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AE1F32-645C-4984-949E-51FDC321F80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7FE681-A158-47C1-B490-A8724CBC0AD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7F2233-DAF6-407B-AE1D-EE50BCAA6C7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D95280-0497-4149-810B-B0E781A1A60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A8A888-F7E7-45BE-A8AD-20ABE0826DD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2F7417-56C9-4102-B1C4-636E49151FC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E635FA-C625-4BFF-8740-78430E0BBE3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2DACBC-82DB-4F0E-B9CA-6EEF1D2BDD0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902A2D-2495-45DC-B540-FE57CC45FC2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691558-3124-43DC-A087-58FEA5D0D27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014964-F94B-42FA-87EA-F486E070846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A77C92-4856-4F85-BD8F-A84EC89C639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4019BD-1836-4E6D-9ED0-5B051AA8219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48F7CF-DA3F-4834-988F-C3CA9A4AA50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FA4AA0-B2C5-4536-A9D3-8A5B28F2EA2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E90C1D-73F8-4C47-ADDD-D9C19162F10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56638A9-4115-422E-ADC0-6D0BA5EB4C5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2F001D2-A8F7-47CA-A811-5384CD1AEF8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Amber MacAdam,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Power source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Smart Chip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Extra functions to be completed through an additional chip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Power source- Batteries (2 AA or 4 AAA)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Large On/Off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Selection button for various entertainment devices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Smart chip that permits universal application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>
            <a:off x="53964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324000" y="26028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4" name=""/>
          <p:cNvSpPr/>
          <p:nvPr/>
        </p:nvSpPr>
        <p:spPr>
          <a:xfrm>
            <a:off x="3995640" y="765000"/>
            <a:ext cx="609840" cy="60984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5" name=""/>
          <p:cNvGrpSpPr/>
          <p:nvPr/>
        </p:nvGrpSpPr>
        <p:grpSpPr>
          <a:xfrm>
            <a:off x="2916360" y="765000"/>
            <a:ext cx="672480" cy="665280"/>
            <a:chOff x="2916360" y="765000"/>
            <a:chExt cx="672480" cy="665280"/>
          </a:xfrm>
        </p:grpSpPr>
        <p:sp>
          <p:nvSpPr>
            <p:cNvPr id="106" name=""/>
            <p:cNvSpPr/>
            <p:nvPr/>
          </p:nvSpPr>
          <p:spPr>
            <a:xfrm>
              <a:off x="3166920" y="76500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" name=""/>
            <p:cNvSpPr/>
            <p:nvPr/>
          </p:nvSpPr>
          <p:spPr>
            <a:xfrm>
              <a:off x="3355920" y="91584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2916360" y="110952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3354480" y="109512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0" name=""/>
          <p:cNvGrpSpPr/>
          <p:nvPr/>
        </p:nvGrpSpPr>
        <p:grpSpPr>
          <a:xfrm>
            <a:off x="1549440" y="998640"/>
            <a:ext cx="954000" cy="174600"/>
            <a:chOff x="1549440" y="998640"/>
            <a:chExt cx="954000" cy="174600"/>
          </a:xfrm>
        </p:grpSpPr>
        <p:sp>
          <p:nvSpPr>
            <p:cNvPr id="111" name=""/>
            <p:cNvSpPr/>
            <p:nvPr/>
          </p:nvSpPr>
          <p:spPr>
            <a:xfrm>
              <a:off x="1549440" y="117144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"/>
            <p:cNvSpPr/>
            <p:nvPr/>
          </p:nvSpPr>
          <p:spPr>
            <a:xfrm>
              <a:off x="1927080" y="99864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"/>
            <p:cNvSpPr/>
            <p:nvPr/>
          </p:nvSpPr>
          <p:spPr>
            <a:xfrm>
              <a:off x="2173320" y="117324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4" name=""/>
          <p:cNvSpPr/>
          <p:nvPr/>
        </p:nvSpPr>
        <p:spPr>
          <a:xfrm>
            <a:off x="5076720" y="836640"/>
            <a:ext cx="60984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 flipV="1">
            <a:off x="1074600" y="77328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>
            <a:off x="6308640" y="82872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"/>
          <p:cNvSpPr/>
          <p:nvPr/>
        </p:nvSpPr>
        <p:spPr>
          <a:xfrm>
            <a:off x="7407360" y="8082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25" name=""/>
          <p:cNvGrpSpPr/>
          <p:nvPr/>
        </p:nvGrpSpPr>
        <p:grpSpPr>
          <a:xfrm>
            <a:off x="900000" y="3500280"/>
            <a:ext cx="673200" cy="665280"/>
            <a:chOff x="900000" y="3500280"/>
            <a:chExt cx="673200" cy="665280"/>
          </a:xfrm>
        </p:grpSpPr>
        <p:sp>
          <p:nvSpPr>
            <p:cNvPr id="126" name=""/>
            <p:cNvSpPr/>
            <p:nvPr/>
          </p:nvSpPr>
          <p:spPr>
            <a:xfrm>
              <a:off x="1150920" y="3500280"/>
              <a:ext cx="1260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" name=""/>
            <p:cNvSpPr/>
            <p:nvPr/>
          </p:nvSpPr>
          <p:spPr>
            <a:xfrm>
              <a:off x="1339920" y="3651120"/>
              <a:ext cx="1260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8" name=""/>
            <p:cNvSpPr/>
            <p:nvPr/>
          </p:nvSpPr>
          <p:spPr>
            <a:xfrm>
              <a:off x="900000" y="3844800"/>
              <a:ext cx="235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9" name=""/>
            <p:cNvSpPr/>
            <p:nvPr/>
          </p:nvSpPr>
          <p:spPr>
            <a:xfrm>
              <a:off x="1338480" y="38304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0" name=""/>
          <p:cNvGrpSpPr/>
          <p:nvPr/>
        </p:nvGrpSpPr>
        <p:grpSpPr>
          <a:xfrm>
            <a:off x="1619280" y="3645000"/>
            <a:ext cx="954000" cy="174600"/>
            <a:chOff x="1619280" y="3645000"/>
            <a:chExt cx="954000" cy="174600"/>
          </a:xfrm>
        </p:grpSpPr>
        <p:sp>
          <p:nvSpPr>
            <p:cNvPr id="131" name=""/>
            <p:cNvSpPr/>
            <p:nvPr/>
          </p:nvSpPr>
          <p:spPr>
            <a:xfrm>
              <a:off x="1619280" y="381780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" name=""/>
            <p:cNvSpPr/>
            <p:nvPr/>
          </p:nvSpPr>
          <p:spPr>
            <a:xfrm>
              <a:off x="1996920" y="364500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" name=""/>
            <p:cNvSpPr/>
            <p:nvPr/>
          </p:nvSpPr>
          <p:spPr>
            <a:xfrm>
              <a:off x="2243160" y="381960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4" name=""/>
          <p:cNvSpPr/>
          <p:nvPr/>
        </p:nvSpPr>
        <p:spPr>
          <a:xfrm>
            <a:off x="2627280" y="3500280"/>
            <a:ext cx="846000" cy="60984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"/>
          <p:cNvSpPr/>
          <p:nvPr/>
        </p:nvSpPr>
        <p:spPr>
          <a:xfrm>
            <a:off x="3564000" y="3500280"/>
            <a:ext cx="67932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"/>
          <p:cNvSpPr/>
          <p:nvPr/>
        </p:nvSpPr>
        <p:spPr>
          <a:xfrm>
            <a:off x="4356000" y="3500280"/>
            <a:ext cx="609840" cy="60984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"/>
          <p:cNvSpPr/>
          <p:nvPr/>
        </p:nvSpPr>
        <p:spPr>
          <a:xfrm flipV="1">
            <a:off x="2987640" y="278136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"/>
          <p:cNvSpPr/>
          <p:nvPr/>
        </p:nvSpPr>
        <p:spPr>
          <a:xfrm>
            <a:off x="2700360" y="2205000"/>
            <a:ext cx="60948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2005-02-16T17:31:25Z</dcterms:modified>
  <cp:revision>15</cp:revision>
  <dc:subject/>
  <dc:title>PowerPoint Presentation</dc:title>
</cp:coreProperties>
</file>