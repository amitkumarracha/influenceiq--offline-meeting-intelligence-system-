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E8330-551E-48EB-AB03-47D0AA0443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D13E4-B35C-4CB2-ABBC-2B89B5AB22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17766A-7617-4E01-B7E6-4DE1804DBB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FAF59-5518-40BB-AD91-D30B6B1A38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6EB030-A020-4F47-8159-F9E80F9487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05090B-4D36-4443-BED6-C2D0BF6DE1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94D70-9EA1-439E-B545-FD00C952E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1001F4-18F5-43D1-9FAB-626F98CEE7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236AFE-D58C-41B2-A612-C3D8C8FD62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3E20C-C6A2-483F-976B-2D9D4FDCF4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53DBB5-90C5-4FA4-8E98-D3CA2CDF6A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0953E-C56B-4FC8-B723-3D7154AF3C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5CED68-C258-428F-9CF2-6EFE35C2C6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0E2516-270C-454D-AF65-BC05545174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4E205D-019F-4E6C-AD8C-075CDCDD4B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4EBC4A-95C3-4454-B6BA-F33E4F2388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26F6B4-960A-4771-8DB1-B9131D301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43B84-2DA7-4D77-8F5B-4A1DB98D3C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54AA99-8688-4B33-8724-5BE5380E65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2467CE-35D9-45DD-A2ED-A3E865D9D3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4A07F2-F1B9-47C4-BF1B-51FBECA156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CBF34C-594D-4478-B480-3AC9463062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E32EA8-533C-4300-B2C6-515E888CBD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02C726-E7A3-4009-8895-B0BE28418B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65A2E9-EF12-4452-8983-65C401EEA6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28DE22-9F8B-4A7A-96F8-02F0A7F2CFC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