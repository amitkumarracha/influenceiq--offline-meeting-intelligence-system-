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836E7B-273E-4D85-9AB6-7554980A83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EC2D22-6E33-4C29-941D-7237A462AF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03CE44-E0DD-4A01-9343-7507E54CAF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453EB7-CD5F-4DC9-B266-B37E231432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294D7-AEF7-44AB-BC45-43D36EBC61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31AA3A-A0B7-4563-B163-E4A66B1E26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7E9277-F378-4356-B0CD-467EE1B0FC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1C057F-A410-4DB5-962C-9F4BF3DEBB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9BA0A-CBC9-4935-BD9A-EF95E9AD73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44C536-492E-46B1-907E-EA116D7490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DF9A48-82F2-4E2D-B9E1-4BE056EFABF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36A787-6725-4B73-8D20-15488E08E3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F58247-A661-4050-98D1-05CDC5B460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1D8DE9-6375-4BC6-B28F-E5CFD9794C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8025F0-9D14-43FF-949A-A89AF9BB68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E48795-B856-4536-8891-266ACD77E0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05CDB5-CCC8-47E3-851C-7198C32F05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CE95B2-E21E-4F9B-B16D-1BCDFBB216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6DCB53-AA7C-4171-BEBB-C41FE0C493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565884-91E2-4EB1-95C2-3CE452C236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B56AF5-04C4-4E38-9BE5-D744041622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D75B4C-4A3B-444B-9EA8-6FF7EE2FD5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855B62-372B-4D3B-B2BF-0AEFF9944E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3C19F4-8D24-4834-B27F-F32746FC5D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794BE7-A1B6-4EAB-9951-CAC08FE42F3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6718B6-C0D3-4FB7-BB44-094CDC3AE86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2005-02-16T20:44:19Z</dcterms:modified>
  <cp:revision>21</cp:revision>
  <dc:subject/>
  <dc:title>PowerPoint Presentation</dc:title>
</cp:coreProperties>
</file>