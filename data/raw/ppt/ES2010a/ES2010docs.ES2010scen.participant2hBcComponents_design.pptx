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A49841A-AC25-47F6-BEC6-A59CE3886CD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06048D3-D1C7-4F3A-9885-A6BFFE6F302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D70053-6EEC-4B87-8FE0-5839888ECFC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B380BB-054D-47C9-A0DF-AED5ADA39E0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6D6BBB9-95EB-4752-8317-0B16EA05D36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22D6AC-4F85-468A-B287-2E8903B553C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D2A0236-CDDF-42F6-B95F-DE0FA07A3EC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4C5675-17B0-45B5-A831-D2298734E26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3F7980-93AD-4367-9F99-8DD180704CF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CC6943-5526-496F-949A-7D6FC948891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094F787-0A0C-4AF5-B718-1C0EEC610DB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9F02ED-D425-464D-B917-00D663AF200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C5948C4-5979-4135-A53B-CA152487BC2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88489FD-169A-4144-A5CC-05C6E5D83D7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E030E10-1B7D-4E26-AB70-28ABC2FC166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590BB05-E01B-4780-8A79-7903136ECD4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EF95E09-7421-4869-B9D0-4D0186CE19E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5E3F4BB-86A6-4B87-963F-6E1CBFE8092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0399F5A-8609-4D6C-9E43-0E0CB4EB5EE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1926269-CAA6-45A8-8BC6-F6D31E235AF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28A44FB-AB79-47C8-9B5A-A3EF1C6C442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4F16B42-A0EE-4005-BF2E-E5156CD0640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00D8DB0-4713-4E90-8240-B54AC533157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DF9B57F-AF59-4EFB-9BFB-320D15B6946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6E69494-C38D-4D74-8990-7FD445F3BBD4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9A31548-774F-4AC1-95A0-CEAC79B1FEA1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Amber MacAdam,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Basic Remote Operation: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Pressed button makes connection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Chip sense connection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Chip produces Morse-code infrared signal specific to that button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Transistors amplify the signal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Sensor on TV interprets the signal and responds accordingly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pc="-1" strike="noStrike">
                <a:solidFill>
                  <a:srgbClr val="ffffff"/>
                </a:solidFill>
                <a:latin typeface="Tahoma"/>
              </a:rPr>
              <a:t>Findings-</a:t>
            </a:r>
            <a:r>
              <a:rPr b="0" lang="en-GB" sz="4000" spc="-1" strike="noStrike">
                <a:solidFill>
                  <a:srgbClr val="ffffff"/>
                </a:solidFill>
                <a:latin typeface="Tahoma"/>
              </a:rPr>
              <a:t>Required Materials for basic internal construction:</a:t>
            </a:r>
            <a:br>
              <a:rPr sz="4000"/>
            </a:br>
            <a:endParaRPr b="0" lang="en-IN" sz="40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197000"/>
            <a:ext cx="8229600" cy="4929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Rubber for buttons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Aluminium for battery contacts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Integrated circuit –diode, transistor, resonator, resistors, capacitor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Fiber glass and thin copper wire to create circuit board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LED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Contact disks for the buttons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Plastic for casing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Power source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To save money the components of the remote should be mass produced and the basic materials should be bought on mass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If we find another company who can produce the required chips, casing, LED and additional materials at a less expensive rate then we, ourselves, can we should go for it.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Suggested Power Options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Solar cells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Hand dynamo?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Kinetic power – shake to create power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Suggested Casing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Offer Options for casing: straight, curved, double curved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Offer Options in materials: plastic, rubber, titanium, wood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Restrictions: Latex = no solar power, and double curved = no titanium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Scroll function instead of buttons as option?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2005-02-16T19:41:35Z</dcterms:modified>
  <cp:revision>12</cp:revision>
  <dc:subject/>
  <dc:title>PowerPoint Presentation</dc:title>
</cp:coreProperties>
</file>