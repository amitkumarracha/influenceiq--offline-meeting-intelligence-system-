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B9FBAE-930E-44A6-A4CD-7AEE488A63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3CD546-0E5A-49D7-839D-F51DE1E41E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278360-64F5-4C3C-A685-7702B9B94D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21882E-BD5E-473E-BCAC-60943D2FED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6EE24-73A7-4F52-A0E7-468DDB43D4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A81852-5C90-4D29-A027-C018B5756E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5760DE-BB1C-40B4-8973-890519E2D5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0BC343-EE3C-4417-B6B5-3429E197F3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79DA20-BDDA-40DC-B426-448FD4E53E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FC44FF-E194-4D12-9314-1B701E040A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A95E19-C4A1-44EE-95F4-D838D7AF62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3AB4A0-98D3-4AA4-A5D1-A5F70F7ABB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4CC1A3-A0E4-4219-8FAE-1D06281806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5AEA8B-4363-49ED-81EE-B20979B102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24F56F-EF79-4390-897F-8B16EDF17F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D188A2-51E3-4504-90AF-1DD664DFEE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420A28-9C19-490C-A6D8-579B2C7A05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607341-36C8-4407-9994-2A0A78D840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3BD78A-5CB8-467B-AEDF-518C41184A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29400A-E7D8-4713-BD40-E19C7926BE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B4A497-5368-4FED-9940-B9B7CDC027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6527C9-CBA6-4618-8618-28C439AF08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C53FDF-762E-4905-B668-4A5EED968A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0768F3-89F0-4543-A17F-982D3F6A362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5ADB2D-0D6C-4ED4-999A-01C8D93A05F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B04709-2FF4-433E-82CA-37770935299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pc="-1" strike="noStrike">
                <a:solidFill>
                  <a:srgbClr val="33cc33"/>
                </a:solidFill>
                <a:latin typeface="Georgia"/>
              </a:rPr>
              <a:t>Evaluation criteria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Courtney Jordan, Marketing Expert Extraordinare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Is Our Remote…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Feel-good?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Technologically Innovative?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Squishy or covered in vegetables/fruits?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Evaluation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57000"/>
            <a:ext cx="7715160" cy="456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1042920" y="2637000"/>
          <a:ext cx="6919560" cy="2364840"/>
        </p:xfrm>
        <a:graphic>
          <a:graphicData uri="http://schemas.openxmlformats.org/drawingml/2006/table">
            <a:tbl>
              <a:tblPr/>
              <a:tblGrid>
                <a:gridCol w="988200"/>
                <a:gridCol w="988920"/>
                <a:gridCol w="988200"/>
                <a:gridCol w="988920"/>
                <a:gridCol w="988200"/>
                <a:gridCol w="988920"/>
                <a:gridCol w="988200"/>
              </a:tblGrid>
              <a:tr h="151884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True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False 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4600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1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2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3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4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5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6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7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Good Job, Team!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Our remote model, slightly resembling a giant and delicious cookie, appears to be a winner.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will sell millions!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2005-02-16T21:01:30Z</dcterms:modified>
  <cp:revision>12</cp:revision>
  <dc:subject/>
  <dc:title>PowerPoint Presentation</dc:title>
</cp:coreProperties>
</file>