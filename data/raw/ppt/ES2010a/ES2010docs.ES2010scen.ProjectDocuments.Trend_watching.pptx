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860999-1135-4EB6-8C34-6F16C52D9D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A4A5B-B101-48AD-8AA1-3DF244790C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0550FD-4F9B-4096-AB3A-7FFEEC1580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A0493F-AD1A-4DAF-BA8D-00DD5C7D62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9B299-D067-4940-B27B-B235541976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48100C-8E0C-4435-BEE9-258C0FCA1E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6FBC51-37BA-4577-BFE3-DAE142013F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3C01A-6A24-414A-8047-7AE58C6E13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163836-29C9-4AD9-9003-C6BBD49C22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5DED58-8B7C-4A96-9990-8743D031C3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A7ABDC-3C4F-4AC0-ACD5-3B248FB4EC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C9E5C-DAB7-40AB-8598-A15FBDF95C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B50533-BB2C-482B-8992-970B344D61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11631B-A490-4994-9E47-580A275EFE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D4F2D6-B02B-4F82-8593-6457B10CD2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FE75FA-8D2A-4C97-A2A5-7AB7ADE69D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E9F393-1FF8-4CDB-B543-2531CF82F2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7097BC-DA70-4F54-B2FE-DF00FB4809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9B04B6-13DB-4EEB-B7EE-04F3CB9AF8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2FDEC5-DBEA-4168-B966-9F02159D06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0C65B6-179B-4052-91C7-1647A30100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1C5B69-73AC-4622-8E26-85B807248A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28E6E9-9FA2-4EDC-B102-31EE8F0EFE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ACEEC6-25EE-499E-9808-10BE07B259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3DEFE4-8BFD-40E9-AE51-E764376F08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E44AA6-67DA-4E3C-A160-83CB9C49EC7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