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A96406-E0DD-4ECF-901F-FB5F6AA9EA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4885BB-A795-4D9E-9011-62E374ECC9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741DBD-1626-4C38-B52F-721B01B0D1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B0080D-FBBA-4FA9-A434-16A5CDC0C22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D93C6E-1A84-4931-AADB-B88DA8D84E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B6947D-2AB8-446F-8B9E-EBCDEEECA0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8A07A4-BA5C-41DF-9099-0A88E052A1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B314EA-96E1-4065-A67C-F1A561ECBB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75AEF6-2D67-4636-88F2-97819E24CA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95CD4F-CB5B-4729-A24A-BB3279AD8D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91A919-B408-4E29-BBAA-59510124C8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7B2ACE-E159-460E-B367-D28219385D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D7B11F-031A-4FC1-9254-5DB6B4CE55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D5CF04-35C4-44EA-9F85-B8D5D49831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38D5A2-D789-4870-9AB7-FF48DFF987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ED21CD-152D-44C4-A348-97EC2EF183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ECDD85-43BE-47F7-9B17-6F3376D5DC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F73359-61C5-4AC4-9F35-18446EA7BF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6E7D87-177F-4645-8ACD-517BDFF198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2C5011-9F5C-4C1F-BE9B-0E814146D2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B5ECDC-6A25-4E1F-87DD-C35D68761B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9D3853-9471-4199-AE9A-BBE0CD1606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323B32-822D-4928-9C83-E6F59ADDAF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463AFE-F0D0-4358-BAF6-7315FC3CBAA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5740C0-D39F-4259-946C-5C075C6C92C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D8BBC9-282E-4390-8A75-96237F7272B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Mandy Olson,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Meeting Goal</a:t>
            </a: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Team will reach a decision on the concepts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2005-02-16T19:39:58Z</dcterms:modified>
  <cp:revision>22</cp:revision>
  <dc:subject/>
  <dc:title>PowerPoint Presentation</dc:title>
</cp:coreProperties>
</file>