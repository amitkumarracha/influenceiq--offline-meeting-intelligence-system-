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05B474-40EB-40D4-905C-85C8758C9A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27815E-CCCD-47D5-BE4D-BDF1A5277A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86C91E-490E-4D14-83F1-7C5E9BFD2F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D9E952-1F67-43C0-8F9F-6482D74AD7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3D4EF2-0678-4D11-8B75-955DC07CE9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139D8D-E1DE-4F17-B80E-34E4C44868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CB699E-3626-4BF6-9461-03C46953EC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770A66-3F93-4A9C-9992-A6B7C476AA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BA0A2E-099B-4014-A638-0F9FBC50CC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613222-6AB3-4DE7-A2B5-6000A27C45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B721E3-0A8F-4142-9EC0-10C9D4F179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EFFF6C-EF6A-414A-A895-0E389847E7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7D6C44-4548-4980-9AD4-8F894DB597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896EBA-4C49-4A8F-BFED-4477C67965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29C437-24B4-48EA-9B97-0DD7C03256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F00916-63A8-407F-8494-E2BA30932B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3B6B19-CCAD-4B5A-8EE8-A17ED51402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576E3A-2501-46B3-9433-0E4D6EB1B5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A906E4-B283-4968-A871-5AA3A84906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0376B3-AC87-4731-B3B9-CC46E081D2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0BF625-8F80-41BE-A3AF-A0E212F7A8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901EC0-F066-4737-9BDA-72F3AD9093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AA8A0B-82D1-48D9-8772-4A9BEE7D9E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F86A69-8FF7-41CB-B1D3-C60BEB2254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76173C-E9BE-4845-9C9C-FF7CC524C43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EEE50B-00AC-4091-9568-6709F6B87E2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7600" spc="-1" strike="noStrike">
                <a:solidFill>
                  <a:srgbClr val="ff6600"/>
                </a:solidFill>
                <a:latin typeface="Monotype Corsiva"/>
              </a:rPr>
              <a:t>Trend Watching</a:t>
            </a:r>
            <a:endParaRPr b="0" lang="en-IN" sz="7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Courtney “CoJo”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What They Want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RIGHT NOW customers desire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fancy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vs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functional 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(58%)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Must be technologically innovative (27%)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Yet easy to use (15%)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9528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5600" spc="-1" strike="noStrike">
                <a:solidFill>
                  <a:srgbClr val="ff6600"/>
                </a:solidFill>
                <a:latin typeface="Tahoma"/>
              </a:rPr>
              <a:t>Fashion Forward</a:t>
            </a:r>
            <a:br>
              <a:rPr sz="5600"/>
            </a:br>
            <a:endParaRPr b="0" lang="en-IN" sz="5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Fashion-forward crowds in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 Milan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Paris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say clothing, shoes, and furniture designs will be bombarded with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fruit &amp; vegetable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66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Spongy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feel is in!  Contrast to last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Design Preferences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read,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large buttons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, clearly labelled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illuminate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upon touch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Old-fashioned telephone design or something similar to attract all generations: 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classically retro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logo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colour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scheme applied to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2005-02-16T19:42:21Z</dcterms:modified>
  <cp:revision>8</cp:revision>
  <dc:subject/>
  <dc:title>PowerPoint Presentation</dc:title>
</cp:coreProperties>
</file>