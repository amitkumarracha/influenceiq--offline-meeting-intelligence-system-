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4BE46E-EBA1-4D06-9DEA-BAEFD4ECF1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1365E-9EC1-4027-9CCB-F8844D4063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77BAE8-549F-41E8-AE97-3F4448D785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1962E2-0A47-4223-B674-1C8C1D3F10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E30ED9-BDD0-467F-B5FA-8F848A4830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F67DE7-393B-4ED3-B2B1-5E26153B5C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966A7D-F13A-414E-9F9C-5077E6A302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DF3200-8AE3-4393-BA86-35DA032F72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401059-9FD5-4841-900D-6CFB5143CA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9D700E-7E14-4047-9129-2CCD38558C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1088E6-ED64-4507-80B7-7085ECA017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D2B9E-AD9C-4788-99F7-C9831FF3F12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AD52E0-F9CF-4A33-BB34-E5149C142D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41D5FB-16C1-4294-9109-4DF156A33C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9C801C-BC71-4CD3-A6D8-D67FBE9FB3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3D00A4-C760-44DE-BA35-E214038058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3160DE-B6A0-4B3D-8924-6143140A69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AF08FE-FAA6-4B80-B265-DB57EA7C67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17783F-1284-4A97-A880-BE14CF9911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5747D6-D774-4B34-BE89-C49508420D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E97EF6-09FA-4DAF-A991-56D1F3CB65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0A7836-297E-4D03-A2B7-E0B7AC7775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32CA3E-9D9C-4AAA-B551-065F75DC5F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7CD72B-9050-4FBF-8A4F-32D1D142DF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DB878E-E37D-4035-8705-B1F1771CA7E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DD9211-4A19-4EDF-A93C-04B2C7B6715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