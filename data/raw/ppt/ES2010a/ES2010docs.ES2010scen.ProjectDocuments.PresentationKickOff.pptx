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A114A4-6821-4652-90E0-36920B4915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8389CB-38B1-4D29-9D15-EBB398876A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AF008E-507C-429A-9F91-C389F19C2D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2EA733-FB5F-4AD5-AF25-438FB7E2F9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3EB4D8-ACEB-444B-B751-873DF513C7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4C54E3-128B-4ECB-BB19-AEC55980CF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EC2707-C251-49F9-AC12-69EF3739F1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80265A-8735-411C-B6B7-0B9BC731EC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EE3B2F-4E76-49EE-8575-338AF75931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F45721-F908-4443-89B1-7C4B127B02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06A262-2F0E-4D9E-8525-8DA1DBA8E72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B5DD9F-05D3-4287-BC1E-410FE229DF4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13CF88-0290-40A3-A127-099891BAEE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E4E386-D97F-45B6-A59A-FDE6399438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AEAD40-A0C6-43CA-92BA-A6EB4D3D9C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E836B3-7C60-4454-A517-4205E30C65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CA4DBF-0C57-43AD-91EC-B60FD8B67D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C67FF2-460D-4729-B8D8-E6AFABF2B2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3ED998-2D09-4062-82D5-7A6E81A681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FC0033-6912-423C-94E7-D81B1F03BF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8747C6-6DEA-4326-880C-8439E7E00A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3DB0DD-4305-4EB1-959D-86D192F31F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C2A522-6578-4FB5-A88B-43B18C9D2D6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710F14-DE90-4D07-8905-03F08903ACF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686A2F7-45E0-4CD2-A05D-170A9F2882EC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72AC00C-4EE3-43B6-B595-8572F7FA906B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2005-02-16T17:12:27Z</dcterms:modified>
  <cp:revision>32</cp:revision>
  <dc:subject/>
  <dc:title>PowerPoint Presentation</dc:title>
</cp:coreProperties>
</file>