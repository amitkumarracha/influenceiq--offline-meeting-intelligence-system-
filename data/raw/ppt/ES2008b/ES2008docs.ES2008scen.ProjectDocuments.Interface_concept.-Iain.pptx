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media/image2.jpeg" ContentType="image/jpeg"/>
  <Override PartName="/ppt/media/image3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BEA3B7D-15DF-4204-BE03-DEF3679490C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1F1BF50-B960-4969-B58F-DB2705E1E5F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8538208-C306-436F-800F-23FE6F8A788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A52FE3E-A1B9-448F-A779-B715E8A5086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12A4AB8-BDB8-4749-B5F4-E35752CE710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5E42921-8A70-43F6-BB71-E088198447A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8B68A17-1B01-48A6-B82D-4CA5E937A9F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7676DBA-10FD-43A8-BFE1-F68DE771A8F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F9A628E-0A80-4B02-A048-9DC0CDE0E42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AF8FAA8-A333-445F-9829-A43FDFEB4E5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CDA3EE3-C233-4C58-A38A-5789E882B65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D0BA0BC-BE45-45BD-A511-8AD994B7F2C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4F9CA6D-3329-4C7E-B121-2041A70AA49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BEF82C8-2EFB-4BD5-8EDF-153DF582436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922B177-9609-418D-9C18-E0CBDBFB7A8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172153D-1E45-49FA-96DB-AA60420612A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4FC177C-63E8-41EA-B149-F77D61DE5F2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075957E-055A-4489-A44D-55A3AF1D44A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F3D7DB3-0204-47B4-A0A3-14C03571D5F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523C29E-B0C5-480A-9690-85B19C4B651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962121E-CA8F-4CD2-BF54-6BB9771A909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5AFA25D-9E26-4D42-9FEF-088089BCD3A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160EA7C-E8A7-4722-ADD5-F4CD34363B7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871F897-5160-49C4-B354-66BA9490FDD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4750B85-C5DE-4557-B82C-6A741BF1CF80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DF5273A-7A62-4422-BE31-4FF788E624CF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hyperlink" Target="http://www.apple.com/ipod/specs.html" TargetMode="Externa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Interface Concept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Iain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2205000"/>
            <a:ext cx="8229600" cy="3921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Determine the essential functions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Choose a concept that supports these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Design features around this concept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Make it look coooool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8" name=""/>
          <p:cNvSpPr/>
          <p:nvPr/>
        </p:nvSpPr>
        <p:spPr>
          <a:xfrm>
            <a:off x="-541440" y="1484280"/>
            <a:ext cx="6716880" cy="64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Simplicity</a:t>
            </a:r>
            <a:br>
              <a:rPr sz="4400"/>
            </a:b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" name=""/>
          <p:cNvSpPr/>
          <p:nvPr/>
        </p:nvSpPr>
        <p:spPr>
          <a:xfrm>
            <a:off x="3938760" y="1413000"/>
            <a:ext cx="5205240" cy="72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Fashion</a:t>
            </a:r>
            <a:br>
              <a:rPr sz="4400"/>
            </a:b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" descr="Photo of a set of remote controls"/>
          <p:cNvPicPr/>
          <p:nvPr/>
        </p:nvPicPr>
        <p:blipFill>
          <a:blip r:embed="rId1"/>
          <a:stretch/>
        </p:blipFill>
        <p:spPr>
          <a:xfrm>
            <a:off x="0" y="0"/>
            <a:ext cx="9325080" cy="6962760"/>
          </a:xfrm>
          <a:prstGeom prst="rect">
            <a:avLst/>
          </a:prstGeom>
          <a:ln w="0">
            <a:noFill/>
          </a:ln>
        </p:spPr>
      </p:pic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161928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000000"/>
                </a:solidFill>
                <a:latin typeface="Tahoma"/>
              </a:rPr>
              <a:t>Yuk!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Simplicity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3" name="" descr="iPod 40G">
            <a:hlinkClick r:id="rId1"/>
          </p:cNvPr>
          <p:cNvPicPr/>
          <p:nvPr/>
        </p:nvPicPr>
        <p:blipFill>
          <a:blip r:embed="rId2"/>
          <a:stretch/>
        </p:blipFill>
        <p:spPr>
          <a:xfrm>
            <a:off x="539640" y="1557360"/>
            <a:ext cx="2570400" cy="4392720"/>
          </a:xfrm>
          <a:prstGeom prst="rect">
            <a:avLst/>
          </a:prstGeom>
          <a:ln w="0">
            <a:noFill/>
          </a:ln>
        </p:spPr>
      </p:pic>
      <p:sp>
        <p:nvSpPr>
          <p:cNvPr id="104" name=""/>
          <p:cNvSpPr/>
          <p:nvPr/>
        </p:nvSpPr>
        <p:spPr>
          <a:xfrm>
            <a:off x="3564000" y="1773360"/>
            <a:ext cx="5122800" cy="41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rmAutofit/>
          </a:bodyPr>
          <a:p>
            <a:pPr marL="343080" indent="-343080">
              <a:lnSpc>
                <a:spcPct val="10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Only four buttons!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Still can access all features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Fashion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6" name="" descr=""/>
          <p:cNvPicPr/>
          <p:nvPr/>
        </p:nvPicPr>
        <p:blipFill>
          <a:blip r:embed="rId1"/>
          <a:stretch/>
        </p:blipFill>
        <p:spPr>
          <a:xfrm>
            <a:off x="324000" y="1916280"/>
            <a:ext cx="3429000" cy="3782880"/>
          </a:xfrm>
          <a:prstGeom prst="rect">
            <a:avLst/>
          </a:prstGeom>
          <a:ln w="0">
            <a:noFill/>
          </a:ln>
        </p:spPr>
      </p:pic>
      <p:sp>
        <p:nvSpPr>
          <p:cNvPr id="107" name=""/>
          <p:cNvSpPr/>
          <p:nvPr/>
        </p:nvSpPr>
        <p:spPr>
          <a:xfrm>
            <a:off x="4067280" y="1557360"/>
            <a:ext cx="4619520" cy="456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rmAutofit/>
          </a:bodyPr>
          <a:p>
            <a:pPr marL="343080" indent="-343080">
              <a:lnSpc>
                <a:spcPct val="10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Colourful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Cool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Fun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Very few buttons: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Favourite channels (five or so)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Volume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On/Off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Other features accessed through </a:t>
            </a:r>
            <a:r>
              <a:rPr b="0" i="1" lang="en-GB" sz="3200" spc="-1" strike="noStrike">
                <a:solidFill>
                  <a:srgbClr val="ffffff"/>
                </a:solidFill>
                <a:latin typeface="Tahoma"/>
              </a:rPr>
              <a:t>display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on-screen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…</a:t>
            </a: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or LCD?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2005-02-04T20:31:56Z</dcterms:modified>
  <cp:revision>10</cp:revision>
  <dc:subject/>
  <dc:title>PowerPoint Presentation</dc:title>
</cp:coreProperties>
</file>