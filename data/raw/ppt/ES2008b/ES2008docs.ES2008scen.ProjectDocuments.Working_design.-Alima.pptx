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67AD00A-B340-485A-8B3A-FA6D72FF921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71FBEB4-2F6E-4B3C-BA52-E9BFB88F2A2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AD7D887-E8C8-4C53-94B6-E5D63DC0D38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44159D8-9C50-423A-978A-3AD968D6EF3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2D935AE-3331-47B2-9775-581B7FE7881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4346872-832A-414F-90AE-A173018019B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5D660EE-194E-460C-A767-7627E83808A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38EF47B-0224-4F46-97EA-DD52C5CE26A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002B84B-BA43-44D6-99FD-8368CAAECE5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E641041-B077-4C0B-86BF-5B7BA0E25CF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96EEAFB-5ED3-4A63-8E96-7E38DAD05C8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D8EC4DC-B4F8-4AB9-8355-8BC7810A242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FFB0A10-CCB0-4D23-B378-2BFBFFB37A3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35B533E-8129-4B91-97E3-A4C8EE833C6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3534453-A09B-482E-B2B2-B8DCEEDA422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47EC4D1-D231-4BBC-9F77-FBEA0985541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29CC147-B290-422B-8697-738307BEC60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510D1E8-4FB1-487C-8674-66087150B5C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0DFB2C8-5145-4BB8-8DF4-AA6F37A5DCF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A7C597A-DB76-467C-89F6-7BD7240F7E6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697E96E-B0C4-4A96-8DDE-F6E86B2C3CA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C10A7A7-C8D6-41FB-A8EF-C9FA655F6F3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5038FD9-92E4-4C8F-A250-655209248A0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7CFCDED-4306-4104-A944-D12252ECA80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BA77298-79D1-4DAB-9C79-C85913680B5D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36A84C2-FEC7-4061-A471-4F0FAD1C7DA1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Working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Alima,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Design apparatus to fulfil practical function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What is function/ tasks that need to be done?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Develop schematic of task progression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Work on each task separately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Infrared is best way to get data to reciever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User interface controls chip, which controls flow of data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Sender controls interface, and therefore chip and data flow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Energy source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Chip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User interface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infrared bulb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"/>
          <p:cNvSpPr/>
          <p:nvPr/>
        </p:nvSpPr>
        <p:spPr>
          <a:xfrm>
            <a:off x="324000" y="2205000"/>
            <a:ext cx="8280360" cy="3672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3" name=""/>
          <p:cNvSpPr/>
          <p:nvPr/>
        </p:nvSpPr>
        <p:spPr>
          <a:xfrm>
            <a:off x="395280" y="0"/>
            <a:ext cx="8248680" cy="1801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  <a:effectLst>
            <a:outerShdw dist="107932" dir="2700000" blurRad="0" rotWithShape="0">
              <a:srgbClr val="80808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000000"/>
                </a:solidFill>
                <a:latin typeface="Times New Roman"/>
              </a:rPr>
              <a:t>Working Design Schematic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104" name=""/>
          <p:cNvGrpSpPr/>
          <p:nvPr/>
        </p:nvGrpSpPr>
        <p:grpSpPr>
          <a:xfrm>
            <a:off x="1042920" y="2997360"/>
            <a:ext cx="1080360" cy="736200"/>
            <a:chOff x="1042920" y="2997360"/>
            <a:chExt cx="1080360" cy="736200"/>
          </a:xfrm>
        </p:grpSpPr>
        <p:sp>
          <p:nvSpPr>
            <p:cNvPr id="105" name=""/>
            <p:cNvSpPr/>
            <p:nvPr/>
          </p:nvSpPr>
          <p:spPr>
            <a:xfrm>
              <a:off x="1445760" y="2997360"/>
              <a:ext cx="20160" cy="73620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6" name=""/>
            <p:cNvSpPr/>
            <p:nvPr/>
          </p:nvSpPr>
          <p:spPr>
            <a:xfrm>
              <a:off x="1748880" y="3164040"/>
              <a:ext cx="20160" cy="4147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7" name=""/>
            <p:cNvSpPr/>
            <p:nvPr/>
          </p:nvSpPr>
          <p:spPr>
            <a:xfrm>
              <a:off x="1042920" y="3378600"/>
              <a:ext cx="37728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8" name=""/>
            <p:cNvSpPr/>
            <p:nvPr/>
          </p:nvSpPr>
          <p:spPr>
            <a:xfrm>
              <a:off x="1746720" y="3362760"/>
              <a:ext cx="37656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09" name=""/>
          <p:cNvGrpSpPr/>
          <p:nvPr/>
        </p:nvGrpSpPr>
        <p:grpSpPr>
          <a:xfrm>
            <a:off x="5373720" y="3294000"/>
            <a:ext cx="950400" cy="206280"/>
            <a:chOff x="5373720" y="3294000"/>
            <a:chExt cx="950400" cy="206280"/>
          </a:xfrm>
        </p:grpSpPr>
        <p:sp>
          <p:nvSpPr>
            <p:cNvPr id="110" name=""/>
            <p:cNvSpPr/>
            <p:nvPr/>
          </p:nvSpPr>
          <p:spPr>
            <a:xfrm flipV="1">
              <a:off x="5373720" y="3471480"/>
              <a:ext cx="316080" cy="2880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1" name=""/>
            <p:cNvSpPr/>
            <p:nvPr/>
          </p:nvSpPr>
          <p:spPr>
            <a:xfrm>
              <a:off x="5734080" y="3294000"/>
              <a:ext cx="247680" cy="14436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2" name=""/>
            <p:cNvSpPr/>
            <p:nvPr/>
          </p:nvSpPr>
          <p:spPr>
            <a:xfrm flipV="1">
              <a:off x="5995080" y="3415680"/>
              <a:ext cx="329040" cy="2988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13" name=""/>
          <p:cNvSpPr/>
          <p:nvPr/>
        </p:nvSpPr>
        <p:spPr>
          <a:xfrm>
            <a:off x="7451640" y="3068640"/>
            <a:ext cx="609840" cy="609480"/>
          </a:xfrm>
          <a:prstGeom prst="flowChartSummingJunction">
            <a:avLst/>
          </a:prstGeom>
          <a:solidFill>
            <a:srgbClr val="ff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4" name=""/>
          <p:cNvSpPr/>
          <p:nvPr/>
        </p:nvSpPr>
        <p:spPr>
          <a:xfrm>
            <a:off x="2916360" y="2565360"/>
            <a:ext cx="679320" cy="565200"/>
          </a:xfrm>
          <a:prstGeom prst="flowChartPunchedCard">
            <a:avLst/>
          </a:prstGeom>
          <a:solidFill>
            <a:srgbClr val="99cc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5" name=""/>
          <p:cNvSpPr/>
          <p:nvPr/>
        </p:nvSpPr>
        <p:spPr>
          <a:xfrm>
            <a:off x="2916360" y="4437000"/>
            <a:ext cx="846000" cy="609840"/>
          </a:xfrm>
          <a:prstGeom prst="flowChartAlternateProcess">
            <a:avLst/>
          </a:prstGeom>
          <a:solidFill>
            <a:srgbClr val="ffff99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6" name=""/>
          <p:cNvSpPr/>
          <p:nvPr/>
        </p:nvSpPr>
        <p:spPr>
          <a:xfrm>
            <a:off x="7164360" y="3860640"/>
            <a:ext cx="143352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Infrared bulb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" name=""/>
          <p:cNvSpPr/>
          <p:nvPr/>
        </p:nvSpPr>
        <p:spPr>
          <a:xfrm>
            <a:off x="2698560" y="5229360"/>
            <a:ext cx="149580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User interface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" name=""/>
          <p:cNvSpPr/>
          <p:nvPr/>
        </p:nvSpPr>
        <p:spPr>
          <a:xfrm>
            <a:off x="5265360" y="3789360"/>
            <a:ext cx="88344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Switch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" name=""/>
          <p:cNvSpPr/>
          <p:nvPr/>
        </p:nvSpPr>
        <p:spPr>
          <a:xfrm>
            <a:off x="745560" y="3789360"/>
            <a:ext cx="151560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Energy source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0" name=""/>
          <p:cNvSpPr/>
          <p:nvPr/>
        </p:nvSpPr>
        <p:spPr>
          <a:xfrm>
            <a:off x="2843280" y="3357720"/>
            <a:ext cx="75096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Chip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" name=""/>
          <p:cNvSpPr/>
          <p:nvPr/>
        </p:nvSpPr>
        <p:spPr>
          <a:xfrm>
            <a:off x="4214520" y="4005360"/>
            <a:ext cx="23724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" name=""/>
          <p:cNvSpPr/>
          <p:nvPr/>
        </p:nvSpPr>
        <p:spPr>
          <a:xfrm flipV="1">
            <a:off x="2195640" y="2997000"/>
            <a:ext cx="504720" cy="21564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23" name=""/>
          <p:cNvSpPr/>
          <p:nvPr/>
        </p:nvSpPr>
        <p:spPr>
          <a:xfrm>
            <a:off x="2124000" y="4365720"/>
            <a:ext cx="576360" cy="35856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24" name=""/>
          <p:cNvSpPr/>
          <p:nvPr/>
        </p:nvSpPr>
        <p:spPr>
          <a:xfrm>
            <a:off x="3924360" y="3573360"/>
            <a:ext cx="1152360" cy="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25" name=""/>
          <p:cNvSpPr/>
          <p:nvPr/>
        </p:nvSpPr>
        <p:spPr>
          <a:xfrm>
            <a:off x="6588000" y="3500280"/>
            <a:ext cx="505080" cy="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26" name=""/>
          <p:cNvSpPr/>
          <p:nvPr/>
        </p:nvSpPr>
        <p:spPr>
          <a:xfrm flipV="1">
            <a:off x="3348000" y="3789000"/>
            <a:ext cx="0" cy="43164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Log lasting battery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Easy to manipulate chip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Straightforward interface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Reliable / clear infrared signal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2005-02-04T18:00:36Z</dcterms:modified>
  <cp:revision>15</cp:revision>
  <dc:subject/>
  <dc:title>PowerPoint Presentation</dc:title>
</cp:coreProperties>
</file>