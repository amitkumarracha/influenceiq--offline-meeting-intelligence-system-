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6801B1-B239-4C5A-A4F9-885103F7C6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B974BF-676F-40FA-A3E3-CEBFE9714A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B7B9CA-36D1-4495-ADAE-9A6B33D0FF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CE4B0B-ED36-4632-BD09-C722C43E4E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656865-43E6-42EE-8A07-1865465760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EB1996-CF73-4207-9FCD-90BFDF074D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C7640C-1ED8-4CD4-81EB-E5A71071B3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5D7E87-EFD3-41FF-AE69-7586678A2F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A7E6B7-59ED-47AE-9650-09E7E87BD1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521EDC-684E-4A6F-92BB-ADF45D7B23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833C74-84A6-44C4-BB12-9EEBD986BB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33DEEB-5F6A-4765-805B-D3F8C9C90B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D9377D-A3BF-4FF9-86F3-275BD01B28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D90B50-F327-462E-8792-E79EF5299B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BBAF56-0027-4C92-B0C0-2E6E6F4556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BF8F5C-9965-4A68-B8C1-D5F1A479B5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61FE10-C11B-417E-B045-6CD257BF26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1241E9-FA6F-44CF-BCB5-76CC707CB3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54CE35-4120-4EA1-A2BE-1AF90E74D6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274BC7-10E0-406B-AB8F-56ACEEE221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A40C2F-BF5C-4AB2-9D3A-AACE0AA2C6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9E8263-9B45-4B95-8C26-FF683412D9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A77FD8-1B80-4D67-98C4-B25CF8DAB77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5BA9FD-B93D-40B1-B3F3-8315FE8064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23D031-32F2-4F01-B39D-7F28FD58E5E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4CC60D-EB04-4F0D-9264-87ADCFCC26C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Rose V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Getting to Know Each Other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a team!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2005-02-04T17:22:22Z</dcterms:modified>
  <cp:revision>33</cp:revision>
  <dc:subject/>
  <dc:title>PowerPoint Presentation</dc:title>
</cp:coreProperties>
</file>