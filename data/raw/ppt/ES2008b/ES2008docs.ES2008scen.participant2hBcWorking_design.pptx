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BC1793-4CFA-4DA7-ABDF-8E3FA140E5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25BC46-BDD8-4B3E-ADD7-AB6E74B888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F4B786-B9ED-4287-A9B2-3D3819335D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5A898D-7666-4211-A93C-84B7C3D13E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75EFEC-D320-4661-B435-078F1FE145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DF57F8-DFAC-4E51-80EB-58B0580E8A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DD294F-FE85-457C-83EA-1A1AF1B639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B57029-9BC1-4E09-BFAD-7CE243C3E2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93FDB-C1AF-4F7D-A312-A67F9C88BD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985E8C-C455-443B-AB31-75645F4EEB2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FA08AE-7B76-4A1D-8122-82EED45B54A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EF9766-F0E5-4446-82AF-4AC57399E4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DB93EC-D150-48E8-8FE7-B777185FBF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F87938-2612-4CE0-B70E-0A25F5943E6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137B63-6766-4E33-A573-D398E33EC4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6C41F7-A08F-4A5E-B2C3-294A112855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4F86A-3CF7-4705-88C6-E02740B688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A6DC79-13BB-4564-940A-8FEB9EEFC4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3BD001-F11D-45F1-B90E-A2A1FD4FB2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2797A8-64A4-4283-86AA-C6DB181056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62BE23-CDE3-4F7E-962D-7A161120E8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DB64F-0BE7-4D92-8029-4657806452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D0681-AA40-4E47-8607-238D4AB74D5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83AF44-7D05-4008-8192-585D133B72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E40DE8A-2B7B-4E60-8745-8618DD678B2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328229-E340-4419-9EE6-826647736FE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Alima,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apparatus to fulfil practical 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is function/ tasks that need to be done?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Develop schematic of task progression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Work on each task separately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Infrared is best way to get data to reciever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controls chip, which controls flow of data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Sender controls interface, and therefore chip and data flow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32400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95280" y="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000000"/>
                </a:solidFill>
                <a:latin typeface="Times New Roman"/>
              </a:rPr>
              <a:t>Working Design Schematic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04" name=""/>
          <p:cNvGrpSpPr/>
          <p:nvPr/>
        </p:nvGrpSpPr>
        <p:grpSpPr>
          <a:xfrm>
            <a:off x="1042920" y="2997360"/>
            <a:ext cx="1080360" cy="736200"/>
            <a:chOff x="1042920" y="2997360"/>
            <a:chExt cx="1080360" cy="736200"/>
          </a:xfrm>
        </p:grpSpPr>
        <p:sp>
          <p:nvSpPr>
            <p:cNvPr id="105" name=""/>
            <p:cNvSpPr/>
            <p:nvPr/>
          </p:nvSpPr>
          <p:spPr>
            <a:xfrm>
              <a:off x="1445760" y="2997360"/>
              <a:ext cx="20160" cy="7362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1748880" y="3164040"/>
              <a:ext cx="20160" cy="4147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1042920" y="3378600"/>
              <a:ext cx="3772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1746720" y="3362760"/>
              <a:ext cx="3765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"/>
          <p:cNvGrpSpPr/>
          <p:nvPr/>
        </p:nvGrpSpPr>
        <p:grpSpPr>
          <a:xfrm>
            <a:off x="5373720" y="3294000"/>
            <a:ext cx="950400" cy="206280"/>
            <a:chOff x="5373720" y="3294000"/>
            <a:chExt cx="950400" cy="206280"/>
          </a:xfrm>
        </p:grpSpPr>
        <p:sp>
          <p:nvSpPr>
            <p:cNvPr id="110" name=""/>
            <p:cNvSpPr/>
            <p:nvPr/>
          </p:nvSpPr>
          <p:spPr>
            <a:xfrm flipV="1">
              <a:off x="5373720" y="3471480"/>
              <a:ext cx="316080" cy="288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5734080" y="3294000"/>
              <a:ext cx="247680" cy="144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V="1">
              <a:off x="5995080" y="3415680"/>
              <a:ext cx="329040" cy="29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7451640" y="3068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>
            <a:off x="2916360" y="256536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916360" y="443700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7164360" y="3860640"/>
            <a:ext cx="14335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698560" y="5229360"/>
            <a:ext cx="14958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User interface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265360" y="378936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745560" y="378936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843280" y="3357720"/>
            <a:ext cx="7509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214520" y="4005360"/>
            <a:ext cx="2372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195640" y="2997000"/>
            <a:ext cx="504720" cy="215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"/>
          <p:cNvSpPr/>
          <p:nvPr/>
        </p:nvSpPr>
        <p:spPr>
          <a:xfrm>
            <a:off x="2124000" y="4365720"/>
            <a:ext cx="576360" cy="358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>
            <a:off x="3924360" y="357336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588000" y="350028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 flipV="1">
            <a:off x="3348000" y="3789000"/>
            <a:ext cx="0" cy="4316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 lasting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manipulate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Straightforward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Reliable / clear infrared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2005-02-04T18:00:36Z</dcterms:modified>
  <cp:revision>15</cp:revision>
  <dc:subject/>
  <dc:title>PowerPoint Presentation</dc:title>
</cp:coreProperties>
</file>