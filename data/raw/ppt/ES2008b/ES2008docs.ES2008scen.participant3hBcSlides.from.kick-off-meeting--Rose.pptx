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596E32-B4AD-4B25-B401-76E453E297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27DB3E-87EC-4C33-B349-2156FD1C7A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2E9058-CF79-467E-B89A-413034A50F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E7438F-3582-43A1-9BAE-26BEEBD4C0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C6FEC3-7552-4E7F-B0CD-2BFBE093C0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ADABB2-8338-4DB0-93ED-D084CAEFFB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CD9C2-D756-4A76-BD3D-A8AE5D0E98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6CF79-14F8-4F3E-84FB-0371C4FFE3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A155DB-2A00-4E04-93A8-498E231120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A04604-DAE5-436A-9CCD-A58B92F90A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C8A13B-EBA0-4DDB-AF6A-E3204B7114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6AA085-66E2-4458-A9AB-FAA59B6617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A1B0A9-08F9-432E-9AFE-5751FB306F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27A243-CBEC-494C-846D-637A390390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0235B6-DD66-4FA6-BE52-CC07935AF4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E756AF-76CF-474D-9D42-0AB595355C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7F931A-DDFC-47FD-8291-5C63199C5C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24BCBB-F393-4CFE-935B-0059132FD3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1A72CD-1FF4-4049-820E-AA1189C8B6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A9242B-BB54-40F7-B739-2933A87012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C556AD-7C2A-414E-8E59-47E8E5BC0D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1DADFD-59CA-4DE8-9791-409CAF6A2D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401F5D-4010-49B9-A683-2374E4BE92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90645B-B36C-4846-8F57-ECDA551758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4A0697-8DF6-47F6-850F-96AFE9D4B2AA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99FAB3-B9C7-43F7-863A-1C57DFAD09E2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2005-02-04T16:22:46Z</dcterms:modified>
  <cp:revision>32</cp:revision>
  <dc:subject/>
  <dc:title>PowerPoint Presentation</dc:title>
</cp:coreProperties>
</file>