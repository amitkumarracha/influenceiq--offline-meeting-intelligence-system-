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CD66E-6F72-4D26-98A4-7C2E7C5327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2F83E3-D7DA-432B-B9B4-D698D805E1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47835D-3CA8-4FF3-A0CB-6B578A560B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07B5EA-7531-459B-BA53-48279A37B4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D2446D-9AC5-4DAD-A9EE-1EE174A713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8B503F-1B05-4B97-8A9D-31D23FD8B9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DA8C6D-1096-4F0E-AE1D-8E6D9A6C00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D01718-7540-4092-A090-81D3DB3C76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B1E495-78EE-4F78-9392-EFCB60051E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7438F-B5B3-4396-902A-A8F67AC3C7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692F7-7896-4B61-9384-4B8A8B8BF0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D5E7DA-881E-4011-B874-FC4189C8A1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B6FDCA-73E5-4EBA-8239-2A3660F41E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ADEEEA-6CD5-46E3-BBD1-72AE187ECA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A4B7B5-2060-4B02-965C-7A7A685121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E46D4A-A2C7-4E3F-98BB-755DFD07D1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39B306-4792-4CD0-A5F9-C469B64FD9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37F368-0FA9-4874-9AD6-7116CEBB35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C1F84-193A-4C8E-92CE-E0EE866D40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BE72E5-EFFA-4B58-AA72-BC6EC4BFD5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C9E7B3-59CB-4308-98E1-E54BC232EF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5E20C4-C05C-4807-88F3-EB6ABE54D1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8C6CF5-289D-421A-9AFC-6938FE2F2A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3F5DE1-FE4D-48A0-87B8-1A6161830A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1A7722-6918-485E-81A1-B3DD1C271B6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F569DE-7377-4C02-9CBC-62D852165BC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each element separately, but design as a whole. Elements are: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Circuit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Flat, curved, double curved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Plastic with elements of wood, latex, titanium, rubber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Push, scroll, LCD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Circuit Board and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Simple, regular, advanced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Basic, kinetic, solar, or old torch style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Curved or double curved case, variety of design elements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Push buttons, or scroll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Kinetic 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 or Regular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2005-02-04T19:49:37Z</dcterms:modified>
  <cp:revision>12</cp:revision>
  <dc:subject/>
  <dc:title>PowerPoint Presentation</dc:title>
</cp:coreProperties>
</file>