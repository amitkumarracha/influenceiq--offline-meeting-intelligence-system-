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FD102A-62D9-4FB4-BDDD-B049A54FBE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27DF87-42DC-473C-9C5B-235F24DFEE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FD4961-DDE4-4BD4-94A6-EDBE95B70A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C62A65-EB0F-40CC-9D3C-0F525D3153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5E4918-B4CB-436C-8C64-E42C2E08A0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93ED5F-ECC6-4391-8387-6F6E87E0FB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37DBA8-7C55-46EA-A301-5F81CA1B93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93B9BC-6F90-489B-8632-9709ECE6E7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51CDE2-B9F9-4417-8BDB-6D1E3BEC3F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B284FC-D3D5-43FF-B812-DAD7BD2701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EA0D74-5CAB-4B62-B146-918D0E121D5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8B535A-1619-4819-9479-F4FED532866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96FFE1-EF89-4F35-AA88-A1CB0EABF2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A7F297-9B5E-47CD-B2AF-1A91D86AE2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BCAA64-21AF-4F03-83E9-CC81FEC0A5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8570A4-C2B9-4B77-B6C0-530EBA3479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DDDFE4-F8FD-4C68-A9D8-EE7EAE395A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ACBEE0-97DB-401E-90F3-D72F9BABB4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D48182-F6CE-4B35-807A-27552B3B52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BC30B2-7391-48D2-BC2D-AEEC1909FA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9E3336-73E6-4DBB-827C-14C9E2950A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E84496-C051-4FED-86B6-EE7EE6FFEE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7E21D6-0625-42DC-BF8F-54D76F941FF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B5F34E-97B0-46FA-8923-08A763F51EF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453ACF-3ADA-443E-93DD-CE28FD58263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40C49B-3B0D-4282-BD17-3DA3F33B453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Iain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Define specifications for the final product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prototype user interfaces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Conventionality?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Novelty?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Get feedback from others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practicalities: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Technological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Economic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Examine existing TV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do they do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well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do they do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badly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improve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on their design?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make our product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unique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95280" y="234900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Your friend?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125880" cy="105584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039000" y="0"/>
            <a:ext cx="3105000" cy="1048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Opinions on remotes are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subjective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 want a remote that is: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Simple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Has big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Does </a:t>
            </a:r>
            <a:r>
              <a:rPr b="0" i="1" lang="en-GB" sz="2800" spc="-1" strike="noStrike">
                <a:solidFill>
                  <a:srgbClr val="ffffff"/>
                </a:solidFill>
                <a:latin typeface="Tahoma"/>
              </a:rPr>
              <a:t>everything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Looks cool, feels good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2005-02-04T17:38:46Z</dcterms:modified>
  <cp:revision>9</cp:revision>
  <dc:subject/>
  <dc:title>PowerPoint Presentation</dc:title>
</cp:coreProperties>
</file>