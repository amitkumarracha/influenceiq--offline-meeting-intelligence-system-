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C383877-7070-4FA3-BAE6-E3DE8B6F1DE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CD2DE68-197A-4D0F-8BE7-F05AD184CE9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2A2FE42-10A9-43D3-97D6-206F0ABF2AE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1BC8D4-A2BA-448E-923F-89DA564C087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B645CF0-7834-49CA-A317-8639FED3BB8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C30DCFE-8493-4060-AB3F-101FE0252E0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87AFEDE-096E-490C-83EB-32BC14F09F9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6C0DEC5-5161-4F7A-A599-5E0ED0C95ED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773BB1E-3BCA-4406-A151-6DFD58508ED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EE06AB6-5D0E-484D-AE22-817F5E4A347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701F19C-9A05-4251-8575-696B7BDCCE1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F4EDC7B-34A3-4728-B9B0-5949218A48C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FF66A66-F485-487E-87F5-3C48FCAB57A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25418DA-6F04-4CAF-9AC0-E386B24E337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C9456CC-546E-4C21-9527-18BE655FC97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0A2D064-ECC3-4731-9046-C3AA31BC1FA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37BE28F-D658-42C4-AAC4-1CA232326BB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488194C-92F9-4A95-8D4F-6462DDFC2E7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B9B91E4-176C-44ED-80EB-ABCD79C12EF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C902002-0430-4293-AA39-CBF5211783A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B50C558-C84C-4B54-866B-D99C1808A81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25D58A8-855D-42A8-AA85-52917188795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74C862A-7FA0-4059-A24A-DB228CE988C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DE6F781-96CB-47BA-A58B-5CAFF857669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4105E6E-C8C5-45F6-9408-DBDEA2E063FA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4A6687B-30DA-4F4E-9D30-A8ECB6E6A8CA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Trend Watching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Jessie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Executive Summary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Remote Control Market Investigation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Fashion Update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Fashion Watchers in Paris/Milan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000" spc="-1" strike="noStrike">
                <a:solidFill>
                  <a:srgbClr val="ffffff"/>
                </a:solidFill>
                <a:latin typeface="Tahoma"/>
              </a:rPr>
              <a:t>Findings</a:t>
            </a:r>
            <a:br>
              <a:rPr sz="4000"/>
            </a:br>
            <a:r>
              <a:rPr b="0" i="1" lang="en-IN" sz="4000" spc="-1" strike="noStrike">
                <a:solidFill>
                  <a:srgbClr val="ffffff"/>
                </a:solidFill>
                <a:latin typeface="Tahoma"/>
              </a:rPr>
              <a:t>Ranking Important Aspects of Remote Controls</a:t>
            </a:r>
            <a:endParaRPr b="0" lang="en-IN" sz="40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395280" y="191628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#1: Research urges switch from current </a:t>
            </a:r>
            <a:r>
              <a:rPr b="1" lang="en-IN" sz="3200" spc="-1" strike="noStrike">
                <a:solidFill>
                  <a:srgbClr val="ffffff"/>
                </a:solidFill>
                <a:latin typeface="Tahoma"/>
              </a:rPr>
              <a:t>functional look-and-feel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 </a:t>
            </a:r>
            <a:r>
              <a:rPr b="1" lang="en-IN" sz="3200" spc="-1" strike="noStrike">
                <a:solidFill>
                  <a:srgbClr val="ffffff"/>
                </a:solidFill>
                <a:latin typeface="Tahoma"/>
              </a:rPr>
              <a:t>fancy look-and-feel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remotes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#2: </a:t>
            </a:r>
            <a:r>
              <a:rPr b="1" lang="en-IN" sz="3200" spc="-1" strike="noStrike">
                <a:solidFill>
                  <a:srgbClr val="ffffff"/>
                </a:solidFill>
                <a:latin typeface="Tahoma"/>
              </a:rPr>
              <a:t>Technological innovation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is second-most important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#3: </a:t>
            </a:r>
            <a:r>
              <a:rPr b="1" lang="en-IN" sz="3200" spc="-1" strike="noStrike">
                <a:solidFill>
                  <a:srgbClr val="ffffff"/>
                </a:solidFill>
                <a:latin typeface="Tahoma"/>
              </a:rPr>
              <a:t>Ease of use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is third-most important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000" spc="-1" strike="noStrike">
                <a:solidFill>
                  <a:srgbClr val="ffffff"/>
                </a:solidFill>
                <a:latin typeface="Tahoma"/>
              </a:rPr>
              <a:t>Findings</a:t>
            </a:r>
            <a:br>
              <a:rPr sz="4000"/>
            </a:br>
            <a:r>
              <a:rPr b="0" i="1" lang="en-GB" sz="4000" spc="-1" strike="noStrike">
                <a:solidFill>
                  <a:srgbClr val="ffffff"/>
                </a:solidFill>
                <a:latin typeface="Tahoma"/>
              </a:rPr>
              <a:t>Fashion Watch</a:t>
            </a:r>
            <a:endParaRPr b="0" lang="en-IN" sz="40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This year’s top trend for cloths, shoes and furniture is </a:t>
            </a:r>
            <a:r>
              <a:rPr b="1" lang="en-IN" sz="3200" spc="-1" strike="noStrike">
                <a:solidFill>
                  <a:srgbClr val="ffffff"/>
                </a:solidFill>
                <a:latin typeface="Tahoma"/>
              </a:rPr>
              <a:t>fruit &amp; vegetables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Preference for </a:t>
            </a:r>
            <a:r>
              <a:rPr b="1" lang="en-IN" sz="3200" spc="-1" strike="noStrike">
                <a:solidFill>
                  <a:srgbClr val="ffffff"/>
                </a:solidFill>
                <a:latin typeface="Tahoma"/>
              </a:rPr>
              <a:t>spongy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 feeling material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Who wants a spongy remote? Or one with a fruit &amp; vegetable pattern?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I wouldn’t want to make a product that is so trendy it’ll go out of style in a year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Slanted nature of research by Real Reaction is likely to favour fashion over functionality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Disagree with ranking preference from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fashion</a:t>
            </a:r>
            <a:r>
              <a:rPr b="0" lang="en-GB" sz="2800" spc="-1" strike="noStrike">
                <a:solidFill>
                  <a:srgbClr val="ffffff"/>
                </a:solidFill>
                <a:latin typeface="Wingdings"/>
                <a:ea typeface="Wingdings"/>
              </a:rPr>
              <a:t></a:t>
            </a: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 technology</a:t>
            </a:r>
            <a:r>
              <a:rPr b="0" lang="en-GB" sz="2800" spc="-1" strike="noStrike">
                <a:solidFill>
                  <a:srgbClr val="ffffff"/>
                </a:solidFill>
                <a:latin typeface="Wingdings"/>
                <a:ea typeface="Wingdings"/>
              </a:rPr>
              <a:t></a:t>
            </a: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 easy-to-use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2005-02-04T20:35:21Z</dcterms:modified>
  <cp:revision>9</cp:revision>
  <dc:subject/>
  <dc:title>PowerPoint Presentation</dc:title>
</cp:coreProperties>
</file>