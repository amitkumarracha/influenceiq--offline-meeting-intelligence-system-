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3F5767-41D9-4E2F-8F1B-75643BD52A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65B662-8025-42AB-8CAD-C73D3A3C6E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214A10-BD23-4A30-9EA3-E042B759AB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C7783C-07B1-4846-A16A-35D35A4169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40D5E5-76DA-4906-BE0B-775FD277C2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0B4A09-E942-4F52-B408-C7F3FE66F6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016C9B-092F-4B4C-8ECD-6C9E8103A9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BFA742-5F47-455A-A66B-4478C4BDE9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656E36-1655-4F09-98EB-06A18CCD9A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4256FA-E7D0-45C2-973A-1D243E5118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09779C-09AE-47C1-A9C9-691C4B36CB8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BAD398-E30F-4D5B-BBC1-10D1D401DF6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D1EEA7-32AA-4D35-95D0-1B92BFCDF3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42D3E5-CD1E-4159-90B5-04B527DCD8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26CE15-F0C9-40C6-857C-506FB6D750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508AD0-EAE4-4B67-8E52-BD8F6A448D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E4BAD3-EE8E-401B-BDE2-CB7D8846E5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7056C5-9CE7-43AC-9E99-A63AC6AB8E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798798-4411-4127-A4A3-4553C113B8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97C501-2B2B-47A5-97CB-DBA120E40A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4247B8-F056-4598-B313-3C6CDAFAB3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B3B5E8-7273-4FB4-8D39-48C1F04C35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A8E45A-0F7D-40EA-B362-19FE9FC3238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01AF99-1027-401B-9EAC-BFC5ACB7A8F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B505329-B942-4283-9C93-1CFC4DFB672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09C77D4-EE43-4F04-88CB-E3FEE704A41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 Lindgren,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General objectives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Functional Design Objectives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Requirements Specification: what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needs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and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desires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are to be fulfilled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Technical Functions design: what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effect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apparatus should have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• 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Working design: how the apparatus </a:t>
            </a:r>
            <a:r>
              <a:rPr b="0" i="1" lang="en-IN" sz="3200" spc="-1" strike="noStrike">
                <a:solidFill>
                  <a:srgbClr val="ffffff"/>
                </a:solidFill>
                <a:latin typeface="Tahoma"/>
              </a:rPr>
              <a:t>works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 fulfill its functions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Three Presentations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Teletext has become outdated, due to the popularity of the Internet.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remote control should only be used for the television, otherwise the project becomes more complex, which endangers the time-to-market.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Our corporate image should stay recognizable in our products. Our corporate </a:t>
            </a: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color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and </a:t>
            </a: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slogan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must be implemented in the new design.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Decision on Functions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Who is our target group?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Keep in mind earlier objectives: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Needs and desires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Effect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it works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2005-02-04T18:18:58Z</dcterms:modified>
  <cp:revision>22</cp:revision>
  <dc:subject/>
  <dc:title>PowerPoint Presentation</dc:title>
</cp:coreProperties>
</file>