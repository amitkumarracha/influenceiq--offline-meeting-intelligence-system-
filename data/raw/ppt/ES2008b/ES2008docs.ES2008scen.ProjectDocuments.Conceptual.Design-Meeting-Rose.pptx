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D6BB93-9C69-45AF-9369-A66EB9F988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E3445-95BB-4285-96D9-4E0A81A98A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9A2C58-B053-4FFB-AADD-8B6334A427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D27922-F3A0-4C5B-958C-67331BAC9D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8ED93-D954-42DB-A165-E0C26CA8FC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59DED6-8033-4348-B4B1-BF03667168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EC93B2-5EB8-470B-A082-2915AD1B7B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069E4A-6AA5-45F4-9820-A99FB8D5C6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9EF0FB-2E94-4BCF-BA09-8FCA5DEB94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27143F-76BE-44FD-A6DF-95F93CA278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F3537-1B5F-449F-BC6F-8235C3D62A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1C2F2-C0F4-4E92-B1AB-A5518D8781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525FA4-4D96-427E-9F84-B6EE4CE13C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4378C-34C6-4A1C-8A9C-276F85C63E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AF15B-DD0B-4912-8CD3-F6484D0E95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5C61CC-A888-46C3-85C6-0E918D6180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01C83E-B112-4876-BA68-052802DE63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B6D6CE-6A90-455A-8C37-CE6C55C4C2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2C1918-EA08-4D71-8CD4-0F32F6D1D8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5DEEFC-E29B-4EC5-AE30-75AC836A41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2C250F-D53E-4179-B4EE-B16573909A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3C11A1-E92A-4A5E-9228-8F6F61E875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16717F-D6A5-4B81-9788-3522F4E5B5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53A501-CD0A-4B6D-AA14-052F58085E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1BC073-632D-4857-ADC6-81C373AB3C7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B8F186-F8B9-427A-9C7E-D9CE0F777ED8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 from Functional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Target Group- focus on who can afford it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International appeal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all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Objectives:  Simplicity and 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Something to keep remote from 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Large buttons for essentials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Possibility for extra functions (sliding piece)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Long-life battery or charging station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2005-02-04T20:55:33Z</dcterms:modified>
  <cp:revision>22</cp:revision>
  <dc:subject/>
  <dc:title>PowerPoint Presentation</dc:title>
</cp:coreProperties>
</file>