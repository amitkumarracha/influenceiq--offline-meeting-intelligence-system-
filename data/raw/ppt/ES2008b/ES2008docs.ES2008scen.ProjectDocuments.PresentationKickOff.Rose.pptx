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781BB5-EFDB-4CA0-B11B-1D171CECD6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E5A6D6-E3FA-447F-B1E9-1A3CD7A696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255A62-6230-4E14-9A87-251D387DCF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8730A1-9508-401B-875D-7AE0703B6E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F195CE-BE32-4847-8BF2-9A7019FAFE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D08B9B-2343-4B6E-80D4-A7D77B052FA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3DD13A-F427-4324-A691-B2A26FCAD8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FEAD52-F7CE-47E4-AF06-A3A52F07E4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6EBADF-2002-4859-BEDA-BF657DED92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485C9D-5452-4575-A127-2EB463F6522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7AE281-BAE5-4267-8B99-4A813F678FB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BCEAB2-2FF9-4D33-9518-D1FF8F508C4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7C93DB-C3F6-4AE2-AF6E-EA674EDDE4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37AA80-C294-40E0-90E7-A46E150016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5241D0-2D09-4CDB-8979-9DB885A578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5D29AA-E540-440E-BE33-1D1320CC6B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011ADA-1CDE-400B-A1B6-140A3F1E59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592A10-4E53-491B-99A7-00832F6105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2E2118-D1C1-4759-B665-01CEB23997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67CDEC-292C-4F3F-B1CF-34C19C26C4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C27F28-E900-4A06-9973-1C2503D318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4206F4-D45C-4679-A1E7-165D9682ED8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A6C070-4C58-4F3A-8552-B27C65A772F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71A5EB-358A-4F0A-8BED-39B984DC4F9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59A3D16-BB42-4C50-8597-63644FBF5317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E4563B7-48A1-4DC3-A7CC-B2B929BA5E45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Rose V Lindgren,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Getting to Know Each Other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are a team!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Introductions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2005-02-04T18:19:47Z</dcterms:modified>
  <cp:revision>33</cp:revision>
  <dc:subject/>
  <dc:title>PowerPoint Presentation</dc:title>
</cp:coreProperties>
</file>