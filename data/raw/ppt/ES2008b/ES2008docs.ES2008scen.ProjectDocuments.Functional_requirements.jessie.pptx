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D7DA87-4953-4D27-B5C3-0004681959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28A225-D24B-4038-AD3B-D928563792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4155D1-7FA3-4333-BE0A-031AE58E5D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324771-56DC-41A6-986B-4908AF4A6A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B57603-056C-4063-9D69-FE3555C6FD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7F0860-371D-431C-ACEC-561C9089E3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3F2803-0CFC-4267-AC87-EB1A58EA5E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2D87F0-D8B6-413D-B9B0-2ADAAEF9E2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734FA1-5F3B-4897-A15C-8A9E9131B3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BAE96B-458C-4AEC-BE22-CF170513AB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201D73-3C85-4DB9-AEA3-740412A7C0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A51863-23D2-4516-BC2A-EDAC8BBAC1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BFFBCD-B1A3-40C8-9B06-BD30D00EE0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6C2401-B115-4140-8851-D39F4D8F7D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445E20-D1E2-4970-9DAD-784326A634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C895B8-46E0-4CA0-A6BD-96FBA9850D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C5F614-6165-44AE-84A9-43C8490ACB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4800DD-8965-463B-98AE-BDF703D28D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4BF6A4-91FC-40D1-9C48-51B1B8F74F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91D537-BA0F-49D0-94B9-03EB47CE8A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A8BC58-8C61-4C52-B6C1-54935337A8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8E7735-5C68-4917-A8D8-CB13B1F922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2B035B-FECB-405D-A1E6-6D4331E218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3CD03E-2317-4420-889D-F94E5F2DC1A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4D2051-D09D-4586-9AC4-06600F5FF85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663ACF-3960-4BD5-91BB-55E19C66E64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Jessie Levin,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Questionnaire and Observation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100 subjects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lab (relevance, frequency)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DESIRES: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Attractiveness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Address frustrations: losing, difficulty learning how to use, bad for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 matches operating behaviour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Flipping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 Screen?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Less is More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Emphasize Look &amp; Feel to win over consumer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2005-02-04T18:18:13Z</dcterms:modified>
  <cp:revision>14</cp:revision>
  <dc:subject/>
  <dc:title>PowerPoint Presentation</dc:title>
</cp:coreProperties>
</file>