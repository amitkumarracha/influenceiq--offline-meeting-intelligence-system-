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A69AA9-AEB5-4FBD-98F1-C459CB1F0D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95BC90-EE5A-4499-990F-755CDF2D07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4A3D82-9678-4626-BF95-08792A8364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FA7CC8-8C13-47E7-830E-B4EEB900B8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A75316-0899-4626-A20B-2F38BE57C8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023983-2051-4DBA-8007-016DB253EB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BC6B6F-A5EA-41E6-8F6F-2B5AD81870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12438C-2509-4386-8F81-FD3F732E05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51FB27-91A1-4790-B78E-E636B18981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826F07-842E-4CAD-8E71-219A6450AF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4D1A04-8BEF-458E-A2E2-D9DF4EBEDE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8C9BDA-1254-4C70-9CD6-8CF42ED847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2E7FA8-DDE6-494A-8B3F-1FB548EFF7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BD08B0-7187-458F-8078-D8704E724F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9C0B48-4793-491B-B832-3AEF77160B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A54D68-15DB-4D66-8156-E8B89BDCCB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0D92BC-31AD-4322-8057-AAB25F0F7A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AC623E-E496-4D17-B3D6-E76028FB84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F8D437-75B3-4572-872C-5D4AACEB42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619B1D-5732-4275-82F7-0300A62DDC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B97CC2-029E-4671-9586-BCE6D03658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1B38FD-05AD-48EA-9179-26474E7BBD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4E98A6-0D24-4328-87ED-52F39A5E7F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492601-9324-4D92-AC44-F5C575F382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BA011E-E5CE-4FEB-8136-D24D05C2A8E0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371924-CB14-4C98-83B8-9C76A899120F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Define a list of requirements for the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Create personal list of requirements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Dream up a solution to the requirements (Problems!)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Gather requirements from Team &amp; other sources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Dream up new, better, funkier ideas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Iteratively “bounce ideas off the wall and refine”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Electrical energy powers transmitter, input device and logic chip to provide a unit that checks for user input and responds to input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When user enters input (eg. pushes button) the input is captured and sent to logic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Logic interprets the input and issues an appropriate signal to the reciever based on user’s choice of input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Reciever on the other end (often an external device we have no control over)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395280" y="1484280"/>
            <a:ext cx="8280360" cy="432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684360" y="1971720"/>
            <a:ext cx="7561080" cy="3041640"/>
            <a:chOff x="684360" y="1971720"/>
            <a:chExt cx="7561080" cy="3041640"/>
          </a:xfrm>
        </p:grpSpPr>
        <p:grpSp>
          <p:nvGrpSpPr>
            <p:cNvPr id="102" name=""/>
            <p:cNvGrpSpPr/>
            <p:nvPr/>
          </p:nvGrpSpPr>
          <p:grpSpPr>
            <a:xfrm>
              <a:off x="971640" y="4348440"/>
              <a:ext cx="672480" cy="664920"/>
              <a:chOff x="971640" y="4348440"/>
              <a:chExt cx="672480" cy="664920"/>
            </a:xfrm>
          </p:grpSpPr>
          <p:sp>
            <p:nvSpPr>
              <p:cNvPr id="103" name=""/>
              <p:cNvSpPr/>
              <p:nvPr/>
            </p:nvSpPr>
            <p:spPr>
              <a:xfrm>
                <a:off x="1222200" y="4348440"/>
                <a:ext cx="12240" cy="6649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>
                <a:off x="1411200" y="4498920"/>
                <a:ext cx="12240" cy="3744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"/>
              <p:cNvSpPr/>
              <p:nvPr/>
            </p:nvSpPr>
            <p:spPr>
              <a:xfrm>
                <a:off x="971640" y="4692600"/>
                <a:ext cx="234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>
                <a:off x="1409760" y="4678200"/>
                <a:ext cx="2343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07" name=""/>
            <p:cNvSpPr/>
            <p:nvPr/>
          </p:nvSpPr>
          <p:spPr>
            <a:xfrm>
              <a:off x="5651640" y="3411720"/>
              <a:ext cx="609480" cy="609480"/>
            </a:xfrm>
            <a:prstGeom prst="flowChartSummingJunction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411280" y="229896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95640" y="1971720"/>
              <a:ext cx="1296720" cy="52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User Interface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484360" y="3484800"/>
              <a:ext cx="679680" cy="565200"/>
            </a:xfrm>
            <a:prstGeom prst="flowChartPunchedCard">
              <a:avLst/>
            </a:prstGeom>
            <a:solidFill>
              <a:srgbClr val="99cc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 flipV="1">
              <a:off x="2843280" y="2908440"/>
              <a:ext cx="0" cy="5637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H="1">
              <a:off x="3203640" y="3759480"/>
              <a:ext cx="79200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7164360" y="3268800"/>
              <a:ext cx="84600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6948360" y="2980080"/>
              <a:ext cx="129708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Reciever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6948360" y="4043520"/>
              <a:ext cx="1297080" cy="94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TV, Stero, DVD, CD Player, Radio, etc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995640" y="344988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3780000" y="310680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Transmitter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>
              <a:off x="4858920" y="3700800"/>
              <a:ext cx="79236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5291280" y="3051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Infra Red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19564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Logic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68436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Power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http://messenger/ami_dev/InspirationID1.htm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2004-12-13T19:18:46Z</dcterms:modified>
  <cp:revision>14</cp:revision>
  <dc:subject/>
  <dc:title>PowerPoint Presentation</dc:title>
</cp:coreProperties>
</file>