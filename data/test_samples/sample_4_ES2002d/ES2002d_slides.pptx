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34331-601A-431E-9258-E31B95891E3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7F0276-7C21-4A44-8F63-9D0E0A9602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9BE867-5956-4C4A-BB91-9A3E4AF411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F975F3-B603-4B32-9FCA-A6848763B85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D61C8C-C3CE-4971-87F2-1671131544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83DE6F-2478-4D02-9E65-68DA8A9838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478644-902F-431E-A0F1-2D5E915775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2E274F-AC97-46FB-B6B0-5E9AD1B259E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F29C28-CA73-4822-BE40-8A8B81AF12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C3090-7B78-4CCD-927C-780A7E1DDC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2BEB29-4AB7-44DE-872C-F41DAC70C1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0A976A-FFB8-4C17-97A7-E1CA932A2D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1628C8-6718-4319-82C2-3D8A621470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BF38BF-09A1-4FC6-87A1-FDDD9F7C2D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0A113E-2943-4220-B023-4D5BF5DBDE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2927A3-C962-49FE-B99C-CE4BEC4527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884AEB-1EEB-45A1-ABE1-0E68D476159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7E7D96-AC3B-45B2-AB3E-046B96D11A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B21576-0399-4DF4-AE67-EF3798EE34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C8D243-388E-40AF-B8F6-EE16A5DF92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54A000-FE84-40B3-818C-B2F479F070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3533D-0ADC-4986-8341-140BB519BB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512CF8-588C-49FE-A420-BDA274D21E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0BA016-D7B5-4B36-9219-E3B8F61356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29C57C7-41EA-4FB4-B92E-97D45691EE6F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6DBBD93-E2B7-4768-9F56-ABF032D744D9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Define a list of requirements for the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Create personal list of requirements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a solution to the requirements (Problems!)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Gather requirements from Team &amp; other sources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Dream up new, better, funkier ideas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Iteratively “bounce ideas off the wall and refine”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Electrical energy powers transmitter, input device and logic chip to provide a unit that checks for user input and responds to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When user enters input (eg. pushes button) the input is captured and sent to logic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Logic interprets the input and issues an appropriate signal to the reciever based on user’s choice of input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Reciever on the other end (often an external device we have no control over)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http://messenger/ami_dev/InspirationID1.htm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2004-12-13T19:18:46Z</dcterms:modified>
  <cp:revision>14</cp:revision>
  <dc:subject/>
  <dc:title>PowerPoint Presentation</dc:title>
</cp:coreProperties>
</file>